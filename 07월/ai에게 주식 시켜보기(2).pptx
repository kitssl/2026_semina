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9" r:id="rId2"/>
    <p:sldId id="258" r:id="rId3"/>
    <p:sldId id="500" r:id="rId4"/>
    <p:sldId id="488" r:id="rId5"/>
    <p:sldId id="490" r:id="rId6"/>
    <p:sldId id="475" r:id="rId7"/>
    <p:sldId id="491" r:id="rId8"/>
    <p:sldId id="492" r:id="rId9"/>
    <p:sldId id="493" r:id="rId10"/>
    <p:sldId id="494" r:id="rId11"/>
    <p:sldId id="477" r:id="rId12"/>
    <p:sldId id="495" r:id="rId13"/>
    <p:sldId id="501" r:id="rId14"/>
    <p:sldId id="502" r:id="rId15"/>
    <p:sldId id="489" r:id="rId16"/>
    <p:sldId id="497" r:id="rId17"/>
    <p:sldId id="496" r:id="rId18"/>
    <p:sldId id="498" r:id="rId19"/>
    <p:sldId id="499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7706"/>
    <a:srgbClr val="E5E7EB"/>
    <a:srgbClr val="059669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7C155B-B333-4B0B-B19C-E706FD3E0B1D}" v="11" dt="2026-07-28T05:17:38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44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종현 김" userId="4e62a0cd71f6508f" providerId="LiveId" clId="{6E62CB57-B7C1-44BE-9515-1C88952032F1}"/>
    <pc:docChg chg="undo custSel addSld delSld modSld sldOrd">
      <pc:chgData name="종현 김" userId="4e62a0cd71f6508f" providerId="LiveId" clId="{6E62CB57-B7C1-44BE-9515-1C88952032F1}" dt="2026-07-28T06:27:32.912" v="56788" actId="313"/>
      <pc:docMkLst>
        <pc:docMk/>
      </pc:docMkLst>
      <pc:sldChg chg="modSp mod">
        <pc:chgData name="종현 김" userId="4e62a0cd71f6508f" providerId="LiveId" clId="{6E62CB57-B7C1-44BE-9515-1C88952032F1}" dt="2026-07-28T06:26:58.605" v="56784" actId="20577"/>
        <pc:sldMkLst>
          <pc:docMk/>
          <pc:sldMk cId="3906222446" sldId="258"/>
        </pc:sldMkLst>
        <pc:spChg chg="mod">
          <ac:chgData name="종현 김" userId="4e62a0cd71f6508f" providerId="LiveId" clId="{6E62CB57-B7C1-44BE-9515-1C88952032F1}" dt="2026-07-28T06:26:58.605" v="56784" actId="20577"/>
          <ac:spMkLst>
            <pc:docMk/>
            <pc:sldMk cId="3906222446" sldId="258"/>
            <ac:spMk id="3" creationId="{7C778E5D-C179-E5E5-01C2-F5C104F2A85B}"/>
          </ac:spMkLst>
        </pc:spChg>
      </pc:sldChg>
      <pc:sldChg chg="modSp mod">
        <pc:chgData name="종현 김" userId="4e62a0cd71f6508f" providerId="LiveId" clId="{6E62CB57-B7C1-44BE-9515-1C88952032F1}" dt="2026-07-28T06:26:33.836" v="56773" actId="20577"/>
        <pc:sldMkLst>
          <pc:docMk/>
          <pc:sldMk cId="2937531716" sldId="259"/>
        </pc:sldMkLst>
        <pc:spChg chg="mod">
          <ac:chgData name="종현 김" userId="4e62a0cd71f6508f" providerId="LiveId" clId="{6E62CB57-B7C1-44BE-9515-1C88952032F1}" dt="2026-07-28T02:51:36.532" v="55169" actId="20577"/>
          <ac:spMkLst>
            <pc:docMk/>
            <pc:sldMk cId="2937531716" sldId="259"/>
            <ac:spMk id="2" creationId="{005A92FA-518A-0B6D-16FB-CD7306E21572}"/>
          </ac:spMkLst>
        </pc:spChg>
        <pc:spChg chg="mod">
          <ac:chgData name="종현 김" userId="4e62a0cd71f6508f" providerId="LiveId" clId="{6E62CB57-B7C1-44BE-9515-1C88952032F1}" dt="2026-07-28T06:26:33.836" v="56773" actId="20577"/>
          <ac:spMkLst>
            <pc:docMk/>
            <pc:sldMk cId="2937531716" sldId="259"/>
            <ac:spMk id="4" creationId="{C9087AB0-D8D5-7543-BEEF-A82F9DA2BBE9}"/>
          </ac:spMkLst>
        </pc:spChg>
      </pc:sldChg>
      <pc:sldChg chg="addSp delSp modSp del mod">
        <pc:chgData name="종현 김" userId="4e62a0cd71f6508f" providerId="LiveId" clId="{6E62CB57-B7C1-44BE-9515-1C88952032F1}" dt="2026-07-27T06:03:53.858" v="53179" actId="47"/>
        <pc:sldMkLst>
          <pc:docMk/>
          <pc:sldMk cId="3716352705" sldId="455"/>
        </pc:sldMkLst>
      </pc:sldChg>
      <pc:sldChg chg="addSp delSp modSp add del mod">
        <pc:chgData name="종현 김" userId="4e62a0cd71f6508f" providerId="LiveId" clId="{6E62CB57-B7C1-44BE-9515-1C88952032F1}" dt="2026-07-27T06:03:55.291" v="53180" actId="47"/>
        <pc:sldMkLst>
          <pc:docMk/>
          <pc:sldMk cId="2354290365" sldId="472"/>
        </pc:sldMkLst>
      </pc:sldChg>
      <pc:sldChg chg="addSp delSp modSp add del mod">
        <pc:chgData name="종현 김" userId="4e62a0cd71f6508f" providerId="LiveId" clId="{6E62CB57-B7C1-44BE-9515-1C88952032F1}" dt="2026-07-27T06:03:57.765" v="53181" actId="47"/>
        <pc:sldMkLst>
          <pc:docMk/>
          <pc:sldMk cId="3226768643" sldId="473"/>
        </pc:sldMkLst>
      </pc:sldChg>
      <pc:sldChg chg="addSp delSp modSp add del mod">
        <pc:chgData name="종현 김" userId="4e62a0cd71f6508f" providerId="LiveId" clId="{6E62CB57-B7C1-44BE-9515-1C88952032F1}" dt="2026-07-27T06:03:59.382" v="53182" actId="47"/>
        <pc:sldMkLst>
          <pc:docMk/>
          <pc:sldMk cId="3499217774" sldId="474"/>
        </pc:sldMkLst>
      </pc:sldChg>
      <pc:sldChg chg="addSp delSp modSp add mod">
        <pc:chgData name="종현 김" userId="4e62a0cd71f6508f" providerId="LiveId" clId="{6E62CB57-B7C1-44BE-9515-1C88952032F1}" dt="2026-07-28T03:25:09.634" v="55983" actId="20577"/>
        <pc:sldMkLst>
          <pc:docMk/>
          <pc:sldMk cId="1453214297" sldId="475"/>
        </pc:sldMkLst>
        <pc:spChg chg="mod">
          <ac:chgData name="종현 김" userId="4e62a0cd71f6508f" providerId="LiveId" clId="{6E62CB57-B7C1-44BE-9515-1C88952032F1}" dt="2026-07-28T03:16:23.327" v="55576" actId="20577"/>
          <ac:spMkLst>
            <pc:docMk/>
            <pc:sldMk cId="1453214297" sldId="475"/>
            <ac:spMk id="3" creationId="{39E177E4-87D1-C01D-3E25-0B1E0ED3F7AB}"/>
          </ac:spMkLst>
        </pc:spChg>
        <pc:spChg chg="mod">
          <ac:chgData name="종현 김" userId="4e62a0cd71f6508f" providerId="LiveId" clId="{6E62CB57-B7C1-44BE-9515-1C88952032F1}" dt="2026-07-28T03:25:09.634" v="55983" actId="20577"/>
          <ac:spMkLst>
            <pc:docMk/>
            <pc:sldMk cId="1453214297" sldId="475"/>
            <ac:spMk id="6" creationId="{8A3756FF-5986-F37F-2B0B-7A65881CF85B}"/>
          </ac:spMkLst>
        </pc:spChg>
        <pc:spChg chg="mod">
          <ac:chgData name="종현 김" userId="4e62a0cd71f6508f" providerId="LiveId" clId="{6E62CB57-B7C1-44BE-9515-1C88952032F1}" dt="2026-07-27T06:32:08.431" v="54255" actId="20577"/>
          <ac:spMkLst>
            <pc:docMk/>
            <pc:sldMk cId="1453214297" sldId="475"/>
            <ac:spMk id="9" creationId="{99CF2DA9-E556-1144-921C-2543DCD607B2}"/>
          </ac:spMkLst>
        </pc:spChg>
        <pc:picChg chg="add mod">
          <ac:chgData name="종현 김" userId="4e62a0cd71f6508f" providerId="LiveId" clId="{6E62CB57-B7C1-44BE-9515-1C88952032F1}" dt="2026-07-27T06:32:59.072" v="54263" actId="27614"/>
          <ac:picMkLst>
            <pc:docMk/>
            <pc:sldMk cId="1453214297" sldId="475"/>
            <ac:picMk id="4" creationId="{C0149480-F0FD-7D14-677E-18D2B4842787}"/>
          </ac:picMkLst>
        </pc:picChg>
        <pc:picChg chg="add del mod">
          <ac:chgData name="종현 김" userId="4e62a0cd71f6508f" providerId="LiveId" clId="{6E62CB57-B7C1-44BE-9515-1C88952032F1}" dt="2026-07-27T06:04:05.382" v="53183" actId="478"/>
          <ac:picMkLst>
            <pc:docMk/>
            <pc:sldMk cId="1453214297" sldId="475"/>
            <ac:picMk id="5" creationId="{A1978ED0-AFA5-9130-60C0-B11159B67153}"/>
          </ac:picMkLst>
        </pc:picChg>
      </pc:sldChg>
      <pc:sldChg chg="addSp delSp modSp add del mod">
        <pc:chgData name="종현 김" userId="4e62a0cd71f6508f" providerId="LiveId" clId="{6E62CB57-B7C1-44BE-9515-1C88952032F1}" dt="2026-07-27T06:53:15.162" v="54342" actId="47"/>
        <pc:sldMkLst>
          <pc:docMk/>
          <pc:sldMk cId="2156837708" sldId="476"/>
        </pc:sldMkLst>
      </pc:sldChg>
      <pc:sldChg chg="addSp delSp modSp add mod">
        <pc:chgData name="종현 김" userId="4e62a0cd71f6508f" providerId="LiveId" clId="{6E62CB57-B7C1-44BE-9515-1C88952032F1}" dt="2026-07-28T04:53:55.129" v="56606" actId="20577"/>
        <pc:sldMkLst>
          <pc:docMk/>
          <pc:sldMk cId="1132099181" sldId="477"/>
        </pc:sldMkLst>
        <pc:spChg chg="mod">
          <ac:chgData name="종현 김" userId="4e62a0cd71f6508f" providerId="LiveId" clId="{6E62CB57-B7C1-44BE-9515-1C88952032F1}" dt="2026-07-28T03:28:26.245" v="56031" actId="20577"/>
          <ac:spMkLst>
            <pc:docMk/>
            <pc:sldMk cId="1132099181" sldId="477"/>
            <ac:spMk id="3" creationId="{F42690B2-ADB1-759F-0330-CB2AFFE9701F}"/>
          </ac:spMkLst>
        </pc:spChg>
        <pc:spChg chg="del mod">
          <ac:chgData name="종현 김" userId="4e62a0cd71f6508f" providerId="LiveId" clId="{6E62CB57-B7C1-44BE-9515-1C88952032F1}" dt="2026-07-27T06:42:08.007" v="54314" actId="478"/>
          <ac:spMkLst>
            <pc:docMk/>
            <pc:sldMk cId="1132099181" sldId="477"/>
            <ac:spMk id="6" creationId="{8018D5E9-AFDC-6D24-C3E6-4014D3A38E12}"/>
          </ac:spMkLst>
        </pc:spChg>
        <pc:spChg chg="mod">
          <ac:chgData name="종현 김" userId="4e62a0cd71f6508f" providerId="LiveId" clId="{6E62CB57-B7C1-44BE-9515-1C88952032F1}" dt="2026-07-28T04:53:55.129" v="56606" actId="20577"/>
          <ac:spMkLst>
            <pc:docMk/>
            <pc:sldMk cId="1132099181" sldId="477"/>
            <ac:spMk id="9" creationId="{4CBA40B8-CF47-6160-3C1F-43A776C988BB}"/>
          </ac:spMkLst>
        </pc:spChg>
        <pc:picChg chg="add mod">
          <ac:chgData name="종현 김" userId="4e62a0cd71f6508f" providerId="LiveId" clId="{6E62CB57-B7C1-44BE-9515-1C88952032F1}" dt="2026-07-27T06:42:17.771" v="54318" actId="27614"/>
          <ac:picMkLst>
            <pc:docMk/>
            <pc:sldMk cId="1132099181" sldId="477"/>
            <ac:picMk id="4" creationId="{1C119EA5-2D97-EA2D-C58B-A28300A3859D}"/>
          </ac:picMkLst>
        </pc:picChg>
        <pc:picChg chg="del">
          <ac:chgData name="종현 김" userId="4e62a0cd71f6508f" providerId="LiveId" clId="{6E62CB57-B7C1-44BE-9515-1C88952032F1}" dt="2026-07-27T06:42:04.444" v="54313" actId="478"/>
          <ac:picMkLst>
            <pc:docMk/>
            <pc:sldMk cId="1132099181" sldId="477"/>
            <ac:picMk id="5" creationId="{1704F4D8-5184-6CE5-80FD-620668AD9F9F}"/>
          </ac:picMkLst>
        </pc:picChg>
        <pc:picChg chg="add mod">
          <ac:chgData name="종현 김" userId="4e62a0cd71f6508f" providerId="LiveId" clId="{6E62CB57-B7C1-44BE-9515-1C88952032F1}" dt="2026-07-27T06:42:49.581" v="54322" actId="27614"/>
          <ac:picMkLst>
            <pc:docMk/>
            <pc:sldMk cId="1132099181" sldId="477"/>
            <ac:picMk id="8" creationId="{7F2FB727-BD56-D984-8AE7-786886E872CE}"/>
          </ac:picMkLst>
        </pc:picChg>
      </pc:sldChg>
      <pc:sldChg chg="addSp delSp modSp add del mod">
        <pc:chgData name="종현 김" userId="4e62a0cd71f6508f" providerId="LiveId" clId="{6E62CB57-B7C1-44BE-9515-1C88952032F1}" dt="2026-07-27T06:53:15.728" v="54343" actId="47"/>
        <pc:sldMkLst>
          <pc:docMk/>
          <pc:sldMk cId="1245140188" sldId="478"/>
        </pc:sldMkLst>
      </pc:sldChg>
      <pc:sldChg chg="addSp delSp modSp add del mod">
        <pc:chgData name="종현 김" userId="4e62a0cd71f6508f" providerId="LiveId" clId="{6E62CB57-B7C1-44BE-9515-1C88952032F1}" dt="2026-07-27T06:53:20.919" v="54344" actId="47"/>
        <pc:sldMkLst>
          <pc:docMk/>
          <pc:sldMk cId="553097821" sldId="479"/>
        </pc:sldMkLst>
      </pc:sldChg>
      <pc:sldChg chg="addSp delSp modSp add del mod">
        <pc:chgData name="종현 김" userId="4e62a0cd71f6508f" providerId="LiveId" clId="{6E62CB57-B7C1-44BE-9515-1C88952032F1}" dt="2026-07-27T06:53:22.617" v="54345" actId="47"/>
        <pc:sldMkLst>
          <pc:docMk/>
          <pc:sldMk cId="2327400240" sldId="480"/>
        </pc:sldMkLst>
      </pc:sldChg>
      <pc:sldChg chg="addSp delSp modSp add del mod">
        <pc:chgData name="종현 김" userId="4e62a0cd71f6508f" providerId="LiveId" clId="{6E62CB57-B7C1-44BE-9515-1C88952032F1}" dt="2026-07-27T06:53:14.198" v="54341" actId="47"/>
        <pc:sldMkLst>
          <pc:docMk/>
          <pc:sldMk cId="4113901330" sldId="481"/>
        </pc:sldMkLst>
      </pc:sldChg>
      <pc:sldChg chg="addSp delSp modSp add del mod">
        <pc:chgData name="종현 김" userId="4e62a0cd71f6508f" providerId="LiveId" clId="{6E62CB57-B7C1-44BE-9515-1C88952032F1}" dt="2026-07-27T06:53:24.047" v="54346" actId="47"/>
        <pc:sldMkLst>
          <pc:docMk/>
          <pc:sldMk cId="2010762830" sldId="482"/>
        </pc:sldMkLst>
      </pc:sldChg>
      <pc:sldChg chg="addSp delSp modSp add del mod">
        <pc:chgData name="종현 김" userId="4e62a0cd71f6508f" providerId="LiveId" clId="{6E62CB57-B7C1-44BE-9515-1C88952032F1}" dt="2026-07-27T06:53:25.577" v="54347" actId="47"/>
        <pc:sldMkLst>
          <pc:docMk/>
          <pc:sldMk cId="1567770894" sldId="483"/>
        </pc:sldMkLst>
      </pc:sldChg>
      <pc:sldChg chg="addSp delSp modSp add del mod ord">
        <pc:chgData name="종현 김" userId="4e62a0cd71f6508f" providerId="LiveId" clId="{6E62CB57-B7C1-44BE-9515-1C88952032F1}" dt="2026-07-27T06:53:26.402" v="54348" actId="47"/>
        <pc:sldMkLst>
          <pc:docMk/>
          <pc:sldMk cId="3801219391" sldId="484"/>
        </pc:sldMkLst>
      </pc:sldChg>
      <pc:sldChg chg="addSp delSp modSp add del mod">
        <pc:chgData name="종현 김" userId="4e62a0cd71f6508f" providerId="LiveId" clId="{6E62CB57-B7C1-44BE-9515-1C88952032F1}" dt="2026-07-27T06:53:29.145" v="54350" actId="47"/>
        <pc:sldMkLst>
          <pc:docMk/>
          <pc:sldMk cId="3352757292" sldId="485"/>
        </pc:sldMkLst>
      </pc:sldChg>
      <pc:sldChg chg="modSp add del mod ord">
        <pc:chgData name="종현 김" userId="4e62a0cd71f6508f" providerId="LiveId" clId="{6E62CB57-B7C1-44BE-9515-1C88952032F1}" dt="2026-07-27T06:53:27.487" v="54349" actId="47"/>
        <pc:sldMkLst>
          <pc:docMk/>
          <pc:sldMk cId="2926382300" sldId="486"/>
        </pc:sldMkLst>
      </pc:sldChg>
      <pc:sldChg chg="addSp delSp modSp add del mod">
        <pc:chgData name="종현 김" userId="4e62a0cd71f6508f" providerId="LiveId" clId="{6E62CB57-B7C1-44BE-9515-1C88952032F1}" dt="2026-07-27T06:53:30.700" v="54351" actId="47"/>
        <pc:sldMkLst>
          <pc:docMk/>
          <pc:sldMk cId="2233347965" sldId="487"/>
        </pc:sldMkLst>
      </pc:sldChg>
      <pc:sldChg chg="addSp delSp modSp add mod">
        <pc:chgData name="종현 김" userId="4e62a0cd71f6508f" providerId="LiveId" clId="{6E62CB57-B7C1-44BE-9515-1C88952032F1}" dt="2026-07-28T03:16:15.912" v="55572" actId="20577"/>
        <pc:sldMkLst>
          <pc:docMk/>
          <pc:sldMk cId="4210348540" sldId="488"/>
        </pc:sldMkLst>
        <pc:spChg chg="mod">
          <ac:chgData name="종현 김" userId="4e62a0cd71f6508f" providerId="LiveId" clId="{6E62CB57-B7C1-44BE-9515-1C88952032F1}" dt="2026-07-28T03:16:15.912" v="55572" actId="20577"/>
          <ac:spMkLst>
            <pc:docMk/>
            <pc:sldMk cId="4210348540" sldId="488"/>
            <ac:spMk id="3" creationId="{F7498283-1F07-310F-0AD4-546DC682313A}"/>
          </ac:spMkLst>
        </pc:spChg>
        <pc:spChg chg="mod">
          <ac:chgData name="종현 김" userId="4e62a0cd71f6508f" providerId="LiveId" clId="{6E62CB57-B7C1-44BE-9515-1C88952032F1}" dt="2026-07-28T03:16:05.691" v="55570" actId="1076"/>
          <ac:spMkLst>
            <pc:docMk/>
            <pc:sldMk cId="4210348540" sldId="488"/>
            <ac:spMk id="6" creationId="{D2949623-0ACF-7B8C-CB12-AA9762AE0763}"/>
          </ac:spMkLst>
        </pc:spChg>
        <pc:spChg chg="mod">
          <ac:chgData name="종현 김" userId="4e62a0cd71f6508f" providerId="LiveId" clId="{6E62CB57-B7C1-44BE-9515-1C88952032F1}" dt="2026-07-27T06:04:31.681" v="53255" actId="20577"/>
          <ac:spMkLst>
            <pc:docMk/>
            <pc:sldMk cId="4210348540" sldId="488"/>
            <ac:spMk id="9" creationId="{FB620898-D96E-4D8A-1E2F-3AD0E8BE4F66}"/>
          </ac:spMkLst>
        </pc:spChg>
        <pc:picChg chg="add mod modCrop">
          <ac:chgData name="종현 김" userId="4e62a0cd71f6508f" providerId="LiveId" clId="{6E62CB57-B7C1-44BE-9515-1C88952032F1}" dt="2026-07-28T03:14:43.397" v="55238" actId="1076"/>
          <ac:picMkLst>
            <pc:docMk/>
            <pc:sldMk cId="4210348540" sldId="488"/>
            <ac:picMk id="2" creationId="{9955D310-547C-C811-580E-A09B973D7C31}"/>
          </ac:picMkLst>
        </pc:picChg>
        <pc:picChg chg="add del mod modCrop">
          <ac:chgData name="종현 김" userId="4e62a0cd71f6508f" providerId="LiveId" clId="{6E62CB57-B7C1-44BE-9515-1C88952032F1}" dt="2026-07-28T03:14:22.266" v="55231" actId="478"/>
          <ac:picMkLst>
            <pc:docMk/>
            <pc:sldMk cId="4210348540" sldId="488"/>
            <ac:picMk id="4" creationId="{9078B354-5B15-3065-8DC3-B5A4A37D844C}"/>
          </ac:picMkLst>
        </pc:picChg>
      </pc:sldChg>
      <pc:sldChg chg="addSp delSp modSp add mod ord">
        <pc:chgData name="종현 김" userId="4e62a0cd71f6508f" providerId="LiveId" clId="{6E62CB57-B7C1-44BE-9515-1C88952032F1}" dt="2026-07-28T05:19:19.614" v="56749" actId="20577"/>
        <pc:sldMkLst>
          <pc:docMk/>
          <pc:sldMk cId="2244195062" sldId="489"/>
        </pc:sldMkLst>
        <pc:spChg chg="mod">
          <ac:chgData name="종현 김" userId="4e62a0cd71f6508f" providerId="LiveId" clId="{6E62CB57-B7C1-44BE-9515-1C88952032F1}" dt="2026-07-28T05:19:19.614" v="56749" actId="20577"/>
          <ac:spMkLst>
            <pc:docMk/>
            <pc:sldMk cId="2244195062" sldId="489"/>
            <ac:spMk id="3" creationId="{489C1D8D-8AF4-11D2-EF78-38F0761CFCA1}"/>
          </ac:spMkLst>
        </pc:spChg>
        <pc:spChg chg="del">
          <ac:chgData name="종현 김" userId="4e62a0cd71f6508f" providerId="LiveId" clId="{6E62CB57-B7C1-44BE-9515-1C88952032F1}" dt="2026-07-27T06:28:25.554" v="53751" actId="478"/>
          <ac:spMkLst>
            <pc:docMk/>
            <pc:sldMk cId="2244195062" sldId="489"/>
            <ac:spMk id="6" creationId="{6AA128A4-62DC-819D-9CD9-DFE26D309345}"/>
          </ac:spMkLst>
        </pc:spChg>
        <pc:spChg chg="mod">
          <ac:chgData name="종현 김" userId="4e62a0cd71f6508f" providerId="LiveId" clId="{6E62CB57-B7C1-44BE-9515-1C88952032F1}" dt="2026-07-28T04:54:22.814" v="56694" actId="20577"/>
          <ac:spMkLst>
            <pc:docMk/>
            <pc:sldMk cId="2244195062" sldId="489"/>
            <ac:spMk id="9" creationId="{F372EA90-7FD6-6D6D-07FB-E339ACF350FE}"/>
          </ac:spMkLst>
        </pc:spChg>
        <pc:picChg chg="del">
          <ac:chgData name="종현 김" userId="4e62a0cd71f6508f" providerId="LiveId" clId="{6E62CB57-B7C1-44BE-9515-1C88952032F1}" dt="2026-07-27T06:15:36.097" v="53743" actId="478"/>
          <ac:picMkLst>
            <pc:docMk/>
            <pc:sldMk cId="2244195062" sldId="489"/>
            <ac:picMk id="4" creationId="{F017FB57-9824-3A1A-E756-5BCCB63D7606}"/>
          </ac:picMkLst>
        </pc:picChg>
        <pc:picChg chg="add mod">
          <ac:chgData name="종현 김" userId="4e62a0cd71f6508f" providerId="LiveId" clId="{6E62CB57-B7C1-44BE-9515-1C88952032F1}" dt="2026-07-28T04:48:30.671" v="56501" actId="14100"/>
          <ac:picMkLst>
            <pc:docMk/>
            <pc:sldMk cId="2244195062" sldId="489"/>
            <ac:picMk id="5" creationId="{0FF021A7-48E3-6D16-E44E-C5B7E6EB01E7}"/>
          </ac:picMkLst>
        </pc:picChg>
        <pc:picChg chg="add mod">
          <ac:chgData name="종현 김" userId="4e62a0cd71f6508f" providerId="LiveId" clId="{6E62CB57-B7C1-44BE-9515-1C88952032F1}" dt="2026-07-28T04:48:32.009" v="56502" actId="1076"/>
          <ac:picMkLst>
            <pc:docMk/>
            <pc:sldMk cId="2244195062" sldId="489"/>
            <ac:picMk id="8" creationId="{FF7F5728-AAC1-0F20-EA9B-484E3A990930}"/>
          </ac:picMkLst>
        </pc:picChg>
      </pc:sldChg>
      <pc:sldChg chg="addSp delSp modSp add mod ord">
        <pc:chgData name="종현 김" userId="4e62a0cd71f6508f" providerId="LiveId" clId="{6E62CB57-B7C1-44BE-9515-1C88952032F1}" dt="2026-07-28T06:27:18.368" v="56786" actId="313"/>
        <pc:sldMkLst>
          <pc:docMk/>
          <pc:sldMk cId="730176942" sldId="490"/>
        </pc:sldMkLst>
        <pc:spChg chg="mod">
          <ac:chgData name="종현 김" userId="4e62a0cd71f6508f" providerId="LiveId" clId="{6E62CB57-B7C1-44BE-9515-1C88952032F1}" dt="2026-07-28T03:16:20.101" v="55574" actId="20577"/>
          <ac:spMkLst>
            <pc:docMk/>
            <pc:sldMk cId="730176942" sldId="490"/>
            <ac:spMk id="3" creationId="{EECEAE1D-7FA2-43A4-9FB2-A1C591827218}"/>
          </ac:spMkLst>
        </pc:spChg>
        <pc:spChg chg="mod">
          <ac:chgData name="종현 김" userId="4e62a0cd71f6508f" providerId="LiveId" clId="{6E62CB57-B7C1-44BE-9515-1C88952032F1}" dt="2026-07-28T06:27:18.368" v="56786" actId="313"/>
          <ac:spMkLst>
            <pc:docMk/>
            <pc:sldMk cId="730176942" sldId="490"/>
            <ac:spMk id="6" creationId="{62F4ADDA-8463-4025-E7C4-BE9BE5248D0B}"/>
          </ac:spMkLst>
        </pc:spChg>
        <pc:spChg chg="mod">
          <ac:chgData name="종현 김" userId="4e62a0cd71f6508f" providerId="LiveId" clId="{6E62CB57-B7C1-44BE-9515-1C88952032F1}" dt="2026-07-27T06:29:36.379" v="53806" actId="20577"/>
          <ac:spMkLst>
            <pc:docMk/>
            <pc:sldMk cId="730176942" sldId="490"/>
            <ac:spMk id="9" creationId="{E4B1A246-00E6-75AE-DAAC-454F5D3C057A}"/>
          </ac:spMkLst>
        </pc:spChg>
        <pc:picChg chg="del">
          <ac:chgData name="종현 김" userId="4e62a0cd71f6508f" providerId="LiveId" clId="{6E62CB57-B7C1-44BE-9515-1C88952032F1}" dt="2026-07-27T06:29:22.579" v="53756" actId="478"/>
          <ac:picMkLst>
            <pc:docMk/>
            <pc:sldMk cId="730176942" sldId="490"/>
            <ac:picMk id="4" creationId="{5C994FB2-337F-033F-AFD9-2FBD606C12BC}"/>
          </ac:picMkLst>
        </pc:picChg>
        <pc:picChg chg="add">
          <ac:chgData name="종현 김" userId="4e62a0cd71f6508f" providerId="LiveId" clId="{6E62CB57-B7C1-44BE-9515-1C88952032F1}" dt="2026-07-27T06:29:23.262" v="53757" actId="22"/>
          <ac:picMkLst>
            <pc:docMk/>
            <pc:sldMk cId="730176942" sldId="490"/>
            <ac:picMk id="5" creationId="{28E5004C-6815-74F2-473A-11DA5CE6AB13}"/>
          </ac:picMkLst>
        </pc:picChg>
        <pc:picChg chg="add">
          <ac:chgData name="종현 김" userId="4e62a0cd71f6508f" providerId="LiveId" clId="{6E62CB57-B7C1-44BE-9515-1C88952032F1}" dt="2026-07-27T06:29:23.262" v="53757" actId="22"/>
          <ac:picMkLst>
            <pc:docMk/>
            <pc:sldMk cId="730176942" sldId="490"/>
            <ac:picMk id="8" creationId="{D002A089-6381-9E47-132E-19C9AE32CA9D}"/>
          </ac:picMkLst>
        </pc:picChg>
        <pc:picChg chg="add">
          <ac:chgData name="종현 김" userId="4e62a0cd71f6508f" providerId="LiveId" clId="{6E62CB57-B7C1-44BE-9515-1C88952032F1}" dt="2026-07-27T06:29:23.262" v="53757" actId="22"/>
          <ac:picMkLst>
            <pc:docMk/>
            <pc:sldMk cId="730176942" sldId="490"/>
            <ac:picMk id="11" creationId="{C82D311C-6F9B-9C98-DA6D-7F2B7F2FFE2A}"/>
          </ac:picMkLst>
        </pc:picChg>
      </pc:sldChg>
      <pc:sldChg chg="addSp delSp modSp add mod">
        <pc:chgData name="종현 김" userId="4e62a0cd71f6508f" providerId="LiveId" clId="{6E62CB57-B7C1-44BE-9515-1C88952032F1}" dt="2026-07-28T03:28:13.894" v="56022" actId="20577"/>
        <pc:sldMkLst>
          <pc:docMk/>
          <pc:sldMk cId="3806291856" sldId="491"/>
        </pc:sldMkLst>
        <pc:spChg chg="mod">
          <ac:chgData name="종현 김" userId="4e62a0cd71f6508f" providerId="LiveId" clId="{6E62CB57-B7C1-44BE-9515-1C88952032F1}" dt="2026-07-28T03:28:13.894" v="56022" actId="20577"/>
          <ac:spMkLst>
            <pc:docMk/>
            <pc:sldMk cId="3806291856" sldId="491"/>
            <ac:spMk id="3" creationId="{CE3C51CE-89F1-2700-57E5-AF491173FC16}"/>
          </ac:spMkLst>
        </pc:spChg>
        <pc:spChg chg="mod">
          <ac:chgData name="종현 김" userId="4e62a0cd71f6508f" providerId="LiveId" clId="{6E62CB57-B7C1-44BE-9515-1C88952032F1}" dt="2026-07-28T03:22:59.581" v="55862" actId="1076"/>
          <ac:spMkLst>
            <pc:docMk/>
            <pc:sldMk cId="3806291856" sldId="491"/>
            <ac:spMk id="6" creationId="{7ECB4CD1-4E06-EC9C-76E0-CD4111B8BD13}"/>
          </ac:spMkLst>
        </pc:spChg>
        <pc:spChg chg="mod">
          <ac:chgData name="종현 김" userId="4e62a0cd71f6508f" providerId="LiveId" clId="{6E62CB57-B7C1-44BE-9515-1C88952032F1}" dt="2026-07-27T06:33:10.132" v="54289" actId="20577"/>
          <ac:spMkLst>
            <pc:docMk/>
            <pc:sldMk cId="3806291856" sldId="491"/>
            <ac:spMk id="9" creationId="{C6927495-5AD9-D457-FAD3-79209C0EBDDB}"/>
          </ac:spMkLst>
        </pc:spChg>
        <pc:picChg chg="del">
          <ac:chgData name="종현 김" userId="4e62a0cd71f6508f" providerId="LiveId" clId="{6E62CB57-B7C1-44BE-9515-1C88952032F1}" dt="2026-07-27T06:33:14.376" v="54290" actId="478"/>
          <ac:picMkLst>
            <pc:docMk/>
            <pc:sldMk cId="3806291856" sldId="491"/>
            <ac:picMk id="4" creationId="{DBF5607B-56DA-8180-756D-99CF36FB7359}"/>
          </ac:picMkLst>
        </pc:picChg>
        <pc:picChg chg="add mod">
          <ac:chgData name="종현 김" userId="4e62a0cd71f6508f" providerId="LiveId" clId="{6E62CB57-B7C1-44BE-9515-1C88952032F1}" dt="2026-07-27T06:35:17.380" v="54297" actId="27614"/>
          <ac:picMkLst>
            <pc:docMk/>
            <pc:sldMk cId="3806291856" sldId="491"/>
            <ac:picMk id="5" creationId="{5F949816-6321-D593-A6D5-3086D798199B}"/>
          </ac:picMkLst>
        </pc:picChg>
      </pc:sldChg>
      <pc:sldChg chg="addSp delSp modSp add mod">
        <pc:chgData name="종현 김" userId="4e62a0cd71f6508f" providerId="LiveId" clId="{6E62CB57-B7C1-44BE-9515-1C88952032F1}" dt="2026-07-28T04:16:31.851" v="56271" actId="1076"/>
        <pc:sldMkLst>
          <pc:docMk/>
          <pc:sldMk cId="3793716983" sldId="492"/>
        </pc:sldMkLst>
        <pc:spChg chg="mod">
          <ac:chgData name="종현 김" userId="4e62a0cd71f6508f" providerId="LiveId" clId="{6E62CB57-B7C1-44BE-9515-1C88952032F1}" dt="2026-07-28T03:28:18.289" v="56024" actId="20577"/>
          <ac:spMkLst>
            <pc:docMk/>
            <pc:sldMk cId="3793716983" sldId="492"/>
            <ac:spMk id="3" creationId="{7B396468-CAB7-639D-99BA-730B594FC704}"/>
          </ac:spMkLst>
        </pc:spChg>
        <pc:spChg chg="mod">
          <ac:chgData name="종현 김" userId="4e62a0cd71f6508f" providerId="LiveId" clId="{6E62CB57-B7C1-44BE-9515-1C88952032F1}" dt="2026-07-28T04:16:31.851" v="56271" actId="1076"/>
          <ac:spMkLst>
            <pc:docMk/>
            <pc:sldMk cId="3793716983" sldId="492"/>
            <ac:spMk id="6" creationId="{A6849E66-77FB-13EE-FE4D-1F8F77E44FD6}"/>
          </ac:spMkLst>
        </pc:spChg>
        <pc:spChg chg="mod">
          <ac:chgData name="종현 김" userId="4e62a0cd71f6508f" providerId="LiveId" clId="{6E62CB57-B7C1-44BE-9515-1C88952032F1}" dt="2026-07-28T03:19:08.876" v="55639" actId="20577"/>
          <ac:spMkLst>
            <pc:docMk/>
            <pc:sldMk cId="3793716983" sldId="492"/>
            <ac:spMk id="9" creationId="{5ADFFB62-BC46-B750-DD9F-006A32A5DADE}"/>
          </ac:spMkLst>
        </pc:spChg>
        <pc:picChg chg="del">
          <ac:chgData name="종현 김" userId="4e62a0cd71f6508f" providerId="LiveId" clId="{6E62CB57-B7C1-44BE-9515-1C88952032F1}" dt="2026-07-27T06:33:16.550" v="54291" actId="478"/>
          <ac:picMkLst>
            <pc:docMk/>
            <pc:sldMk cId="3793716983" sldId="492"/>
            <ac:picMk id="4" creationId="{65B9B311-ABE1-1D44-6A8F-E95483C6D5D9}"/>
          </ac:picMkLst>
        </pc:picChg>
        <pc:picChg chg="add">
          <ac:chgData name="종현 김" userId="4e62a0cd71f6508f" providerId="LiveId" clId="{6E62CB57-B7C1-44BE-9515-1C88952032F1}" dt="2026-07-28T03:19:00.730" v="55633" actId="22"/>
          <ac:picMkLst>
            <pc:docMk/>
            <pc:sldMk cId="3793716983" sldId="492"/>
            <ac:picMk id="4" creationId="{FD49698A-239A-487F-8801-1DBE46842377}"/>
          </ac:picMkLst>
        </pc:picChg>
        <pc:picChg chg="add del mod">
          <ac:chgData name="종현 김" userId="4e62a0cd71f6508f" providerId="LiveId" clId="{6E62CB57-B7C1-44BE-9515-1C88952032F1}" dt="2026-07-28T03:19:00.377" v="55632" actId="478"/>
          <ac:picMkLst>
            <pc:docMk/>
            <pc:sldMk cId="3793716983" sldId="492"/>
            <ac:picMk id="5" creationId="{2C2E52B7-DD16-ACD0-8F99-290252676168}"/>
          </ac:picMkLst>
        </pc:picChg>
      </pc:sldChg>
      <pc:sldChg chg="addSp delSp modSp add mod">
        <pc:chgData name="종현 김" userId="4e62a0cd71f6508f" providerId="LiveId" clId="{6E62CB57-B7C1-44BE-9515-1C88952032F1}" dt="2026-07-28T06:27:32.912" v="56788" actId="313"/>
        <pc:sldMkLst>
          <pc:docMk/>
          <pc:sldMk cId="2253940739" sldId="493"/>
        </pc:sldMkLst>
        <pc:spChg chg="mod">
          <ac:chgData name="종현 김" userId="4e62a0cd71f6508f" providerId="LiveId" clId="{6E62CB57-B7C1-44BE-9515-1C88952032F1}" dt="2026-07-28T03:28:20.861" v="56026" actId="20577"/>
          <ac:spMkLst>
            <pc:docMk/>
            <pc:sldMk cId="2253940739" sldId="493"/>
            <ac:spMk id="3" creationId="{DB6A26FE-4EFB-736B-D515-C3E4EBEE1A98}"/>
          </ac:spMkLst>
        </pc:spChg>
        <pc:spChg chg="mod">
          <ac:chgData name="종현 김" userId="4e62a0cd71f6508f" providerId="LiveId" clId="{6E62CB57-B7C1-44BE-9515-1C88952032F1}" dt="2026-07-28T06:27:32.912" v="56788" actId="313"/>
          <ac:spMkLst>
            <pc:docMk/>
            <pc:sldMk cId="2253940739" sldId="493"/>
            <ac:spMk id="6" creationId="{ECB3719A-4AEB-2BD1-5B50-35831224D4D4}"/>
          </ac:spMkLst>
        </pc:spChg>
        <pc:spChg chg="mod">
          <ac:chgData name="종현 김" userId="4e62a0cd71f6508f" providerId="LiveId" clId="{6E62CB57-B7C1-44BE-9515-1C88952032F1}" dt="2026-07-28T03:25:38.245" v="56009" actId="20577"/>
          <ac:spMkLst>
            <pc:docMk/>
            <pc:sldMk cId="2253940739" sldId="493"/>
            <ac:spMk id="9" creationId="{0666EAFA-F401-6F9E-71EC-DE2EB4BB78BF}"/>
          </ac:spMkLst>
        </pc:spChg>
        <pc:picChg chg="add mod modCrop">
          <ac:chgData name="종현 김" userId="4e62a0cd71f6508f" providerId="LiveId" clId="{6E62CB57-B7C1-44BE-9515-1C88952032F1}" dt="2026-07-27T06:39:47.557" v="54312" actId="1076"/>
          <ac:picMkLst>
            <pc:docMk/>
            <pc:sldMk cId="2253940739" sldId="493"/>
            <ac:picMk id="4" creationId="{69993F66-1768-9BDD-9516-5B4605B9D590}"/>
          </ac:picMkLst>
        </pc:picChg>
        <pc:picChg chg="del">
          <ac:chgData name="종현 김" userId="4e62a0cd71f6508f" providerId="LiveId" clId="{6E62CB57-B7C1-44BE-9515-1C88952032F1}" dt="2026-07-27T06:37:59.084" v="54304" actId="478"/>
          <ac:picMkLst>
            <pc:docMk/>
            <pc:sldMk cId="2253940739" sldId="493"/>
            <ac:picMk id="5" creationId="{9831A6FA-C945-BEF9-6795-3AB28D49A2C2}"/>
          </ac:picMkLst>
        </pc:picChg>
      </pc:sldChg>
      <pc:sldChg chg="addSp delSp modSp add mod ord">
        <pc:chgData name="종현 김" userId="4e62a0cd71f6508f" providerId="LiveId" clId="{6E62CB57-B7C1-44BE-9515-1C88952032F1}" dt="2026-07-28T04:53:42.694" v="56569" actId="20577"/>
        <pc:sldMkLst>
          <pc:docMk/>
          <pc:sldMk cId="2156053166" sldId="494"/>
        </pc:sldMkLst>
        <pc:spChg chg="mod">
          <ac:chgData name="종현 김" userId="4e62a0cd71f6508f" providerId="LiveId" clId="{6E62CB57-B7C1-44BE-9515-1C88952032F1}" dt="2026-07-28T03:28:23.857" v="56029" actId="20577"/>
          <ac:spMkLst>
            <pc:docMk/>
            <pc:sldMk cId="2156053166" sldId="494"/>
            <ac:spMk id="3" creationId="{AFCD1C6B-54E8-7293-9E6D-0182231EF788}"/>
          </ac:spMkLst>
        </pc:spChg>
        <pc:spChg chg="mod">
          <ac:chgData name="종현 김" userId="4e62a0cd71f6508f" providerId="LiveId" clId="{6E62CB57-B7C1-44BE-9515-1C88952032F1}" dt="2026-07-28T04:53:42.694" v="56569" actId="20577"/>
          <ac:spMkLst>
            <pc:docMk/>
            <pc:sldMk cId="2156053166" sldId="494"/>
            <ac:spMk id="9" creationId="{CF07B802-D1C7-7D27-30F5-6B3A1AA78238}"/>
          </ac:spMkLst>
        </pc:spChg>
        <pc:picChg chg="del">
          <ac:chgData name="종현 김" userId="4e62a0cd71f6508f" providerId="LiveId" clId="{6E62CB57-B7C1-44BE-9515-1C88952032F1}" dt="2026-07-27T06:47:37.321" v="54326" actId="478"/>
          <ac:picMkLst>
            <pc:docMk/>
            <pc:sldMk cId="2156053166" sldId="494"/>
            <ac:picMk id="4" creationId="{D83BA820-FD66-AE7E-B55C-1E4BE4034F6D}"/>
          </ac:picMkLst>
        </pc:picChg>
        <pc:picChg chg="add mod">
          <ac:chgData name="종현 김" userId="4e62a0cd71f6508f" providerId="LiveId" clId="{6E62CB57-B7C1-44BE-9515-1C88952032F1}" dt="2026-07-27T06:47:49.809" v="54330" actId="27614"/>
          <ac:picMkLst>
            <pc:docMk/>
            <pc:sldMk cId="2156053166" sldId="494"/>
            <ac:picMk id="5" creationId="{DC904DFD-ED8B-83F8-1B4D-74F8FD6692E8}"/>
          </ac:picMkLst>
        </pc:picChg>
        <pc:picChg chg="add mod">
          <ac:chgData name="종현 김" userId="4e62a0cd71f6508f" providerId="LiveId" clId="{6E62CB57-B7C1-44BE-9515-1C88952032F1}" dt="2026-07-27T06:48:07.934" v="54334" actId="27614"/>
          <ac:picMkLst>
            <pc:docMk/>
            <pc:sldMk cId="2156053166" sldId="494"/>
            <ac:picMk id="7" creationId="{4F98A21E-DE41-C2DA-FF3A-A0E5E3795874}"/>
          </ac:picMkLst>
        </pc:picChg>
        <pc:picChg chg="del">
          <ac:chgData name="종현 김" userId="4e62a0cd71f6508f" providerId="LiveId" clId="{6E62CB57-B7C1-44BE-9515-1C88952032F1}" dt="2026-07-27T06:47:37.321" v="54326" actId="478"/>
          <ac:picMkLst>
            <pc:docMk/>
            <pc:sldMk cId="2156053166" sldId="494"/>
            <ac:picMk id="8" creationId="{B3FE9B53-CC8C-1455-169A-3D70C574DD5D}"/>
          </ac:picMkLst>
        </pc:picChg>
      </pc:sldChg>
      <pc:sldChg chg="addSp delSp modSp add mod">
        <pc:chgData name="종현 김" userId="4e62a0cd71f6508f" providerId="LiveId" clId="{6E62CB57-B7C1-44BE-9515-1C88952032F1}" dt="2026-07-28T04:54:06.423" v="56639" actId="20577"/>
        <pc:sldMkLst>
          <pc:docMk/>
          <pc:sldMk cId="2001260080" sldId="495"/>
        </pc:sldMkLst>
        <pc:spChg chg="mod">
          <ac:chgData name="종현 김" userId="4e62a0cd71f6508f" providerId="LiveId" clId="{6E62CB57-B7C1-44BE-9515-1C88952032F1}" dt="2026-07-28T03:28:29.783" v="56033" actId="20577"/>
          <ac:spMkLst>
            <pc:docMk/>
            <pc:sldMk cId="2001260080" sldId="495"/>
            <ac:spMk id="3" creationId="{016198BB-A947-7073-BE47-8D200DEEF194}"/>
          </ac:spMkLst>
        </pc:spChg>
        <pc:spChg chg="mod">
          <ac:chgData name="종현 김" userId="4e62a0cd71f6508f" providerId="LiveId" clId="{6E62CB57-B7C1-44BE-9515-1C88952032F1}" dt="2026-07-28T04:54:06.423" v="56639" actId="20577"/>
          <ac:spMkLst>
            <pc:docMk/>
            <pc:sldMk cId="2001260080" sldId="495"/>
            <ac:spMk id="9" creationId="{D6E6D3BF-D404-DD0D-F5C6-75676DE2B384}"/>
          </ac:spMkLst>
        </pc:spChg>
        <pc:picChg chg="add mod">
          <ac:chgData name="종현 김" userId="4e62a0cd71f6508f" providerId="LiveId" clId="{6E62CB57-B7C1-44BE-9515-1C88952032F1}" dt="2026-07-28T03:27:35.592" v="56014" actId="27614"/>
          <ac:picMkLst>
            <pc:docMk/>
            <pc:sldMk cId="2001260080" sldId="495"/>
            <ac:picMk id="4" creationId="{1EAAEF0F-2A53-E0F9-22D4-6C694A4A32DE}"/>
          </ac:picMkLst>
        </pc:picChg>
        <pc:picChg chg="del">
          <ac:chgData name="종현 김" userId="4e62a0cd71f6508f" providerId="LiveId" clId="{6E62CB57-B7C1-44BE-9515-1C88952032F1}" dt="2026-07-27T06:50:10.656" v="54336" actId="478"/>
          <ac:picMkLst>
            <pc:docMk/>
            <pc:sldMk cId="2001260080" sldId="495"/>
            <ac:picMk id="4" creationId="{9DB3CC7C-51FC-A646-50D1-C1F532259C44}"/>
          </ac:picMkLst>
        </pc:picChg>
        <pc:picChg chg="add del mod">
          <ac:chgData name="종현 김" userId="4e62a0cd71f6508f" providerId="LiveId" clId="{6E62CB57-B7C1-44BE-9515-1C88952032F1}" dt="2026-07-28T03:27:24.469" v="56010" actId="478"/>
          <ac:picMkLst>
            <pc:docMk/>
            <pc:sldMk cId="2001260080" sldId="495"/>
            <ac:picMk id="5" creationId="{0475B7B9-D4C7-1E57-F946-202CF41244A8}"/>
          </ac:picMkLst>
        </pc:picChg>
        <pc:picChg chg="del">
          <ac:chgData name="종현 김" userId="4e62a0cd71f6508f" providerId="LiveId" clId="{6E62CB57-B7C1-44BE-9515-1C88952032F1}" dt="2026-07-27T06:50:10.656" v="54336" actId="478"/>
          <ac:picMkLst>
            <pc:docMk/>
            <pc:sldMk cId="2001260080" sldId="495"/>
            <ac:picMk id="8" creationId="{2BC53A09-D5EF-4A30-987E-B0C1B10CA13D}"/>
          </ac:picMkLst>
        </pc:picChg>
      </pc:sldChg>
      <pc:sldChg chg="addSp delSp modSp add mod">
        <pc:chgData name="종현 김" userId="4e62a0cd71f6508f" providerId="LiveId" clId="{6E62CB57-B7C1-44BE-9515-1C88952032F1}" dt="2026-07-28T05:19:28.421" v="56753" actId="20577"/>
        <pc:sldMkLst>
          <pc:docMk/>
          <pc:sldMk cId="1605447406" sldId="496"/>
        </pc:sldMkLst>
        <pc:spChg chg="mod">
          <ac:chgData name="종현 김" userId="4e62a0cd71f6508f" providerId="LiveId" clId="{6E62CB57-B7C1-44BE-9515-1C88952032F1}" dt="2026-07-28T05:19:28.421" v="56753" actId="20577"/>
          <ac:spMkLst>
            <pc:docMk/>
            <pc:sldMk cId="1605447406" sldId="496"/>
            <ac:spMk id="3" creationId="{4982317F-93E3-7326-64ED-0752973CEB7F}"/>
          </ac:spMkLst>
        </pc:spChg>
        <pc:spChg chg="mod">
          <ac:chgData name="종현 김" userId="4e62a0cd71f6508f" providerId="LiveId" clId="{6E62CB57-B7C1-44BE-9515-1C88952032F1}" dt="2026-07-27T07:28:04.717" v="54374" actId="20577"/>
          <ac:spMkLst>
            <pc:docMk/>
            <pc:sldMk cId="1605447406" sldId="496"/>
            <ac:spMk id="9" creationId="{4CD779DA-F2DB-8E63-5405-3C220FE7087C}"/>
          </ac:spMkLst>
        </pc:spChg>
        <pc:spChg chg="add mod">
          <ac:chgData name="종현 김" userId="4e62a0cd71f6508f" providerId="LiveId" clId="{6E62CB57-B7C1-44BE-9515-1C88952032F1}" dt="2026-07-27T07:30:47.152" v="54715" actId="1076"/>
          <ac:spMkLst>
            <pc:docMk/>
            <pc:sldMk cId="1605447406" sldId="496"/>
            <ac:spMk id="10" creationId="{65F25422-26AA-45C5-A463-7641ADB5A34D}"/>
          </ac:spMkLst>
        </pc:spChg>
        <pc:spChg chg="add del">
          <ac:chgData name="종현 김" userId="4e62a0cd71f6508f" providerId="LiveId" clId="{6E62CB57-B7C1-44BE-9515-1C88952032F1}" dt="2026-07-27T07:33:11.569" v="54717" actId="22"/>
          <ac:spMkLst>
            <pc:docMk/>
            <pc:sldMk cId="1605447406" sldId="496"/>
            <ac:spMk id="12" creationId="{3B916928-DF77-002C-FB73-894A75CCC8EC}"/>
          </ac:spMkLst>
        </pc:spChg>
        <pc:picChg chg="add mod modCrop">
          <ac:chgData name="종현 김" userId="4e62a0cd71f6508f" providerId="LiveId" clId="{6E62CB57-B7C1-44BE-9515-1C88952032F1}" dt="2026-07-27T07:28:50.879" v="54389" actId="1076"/>
          <ac:picMkLst>
            <pc:docMk/>
            <pc:sldMk cId="1605447406" sldId="496"/>
            <ac:picMk id="4" creationId="{F332AF89-C562-95AE-2EED-63957A97C603}"/>
          </ac:picMkLst>
        </pc:picChg>
        <pc:picChg chg="del">
          <ac:chgData name="종현 김" userId="4e62a0cd71f6508f" providerId="LiveId" clId="{6E62CB57-B7C1-44BE-9515-1C88952032F1}" dt="2026-07-27T07:28:05.514" v="54375" actId="478"/>
          <ac:picMkLst>
            <pc:docMk/>
            <pc:sldMk cId="1605447406" sldId="496"/>
            <ac:picMk id="5" creationId="{1D78D785-FE86-297C-A48D-322604DC7F73}"/>
          </ac:picMkLst>
        </pc:picChg>
        <pc:picChg chg="add del mod">
          <ac:chgData name="종현 김" userId="4e62a0cd71f6508f" providerId="LiveId" clId="{6E62CB57-B7C1-44BE-9515-1C88952032F1}" dt="2026-07-27T07:29:23.808" v="54399" actId="478"/>
          <ac:picMkLst>
            <pc:docMk/>
            <pc:sldMk cId="1605447406" sldId="496"/>
            <ac:picMk id="7" creationId="{68192660-FB32-058F-092C-16F5F96803B6}"/>
          </ac:picMkLst>
        </pc:picChg>
      </pc:sldChg>
      <pc:sldChg chg="delSp modSp add mod ord">
        <pc:chgData name="종현 김" userId="4e62a0cd71f6508f" providerId="LiveId" clId="{6E62CB57-B7C1-44BE-9515-1C88952032F1}" dt="2026-07-28T05:19:24.719" v="56751" actId="20577"/>
        <pc:sldMkLst>
          <pc:docMk/>
          <pc:sldMk cId="2574172663" sldId="497"/>
        </pc:sldMkLst>
        <pc:spChg chg="mod">
          <ac:chgData name="종현 김" userId="4e62a0cd71f6508f" providerId="LiveId" clId="{6E62CB57-B7C1-44BE-9515-1C88952032F1}" dt="2026-07-28T05:19:24.719" v="56751" actId="20577"/>
          <ac:spMkLst>
            <pc:docMk/>
            <pc:sldMk cId="2574172663" sldId="497"/>
            <ac:spMk id="3" creationId="{EF722BFC-8C9D-A55D-7B4F-CB7C81BEB57D}"/>
          </ac:spMkLst>
        </pc:spChg>
        <pc:picChg chg="del">
          <ac:chgData name="종현 김" userId="4e62a0cd71f6508f" providerId="LiveId" clId="{6E62CB57-B7C1-44BE-9515-1C88952032F1}" dt="2026-07-27T07:29:18.036" v="54396" actId="478"/>
          <ac:picMkLst>
            <pc:docMk/>
            <pc:sldMk cId="2574172663" sldId="497"/>
            <ac:picMk id="4" creationId="{30A74FE3-2311-AB8C-FC4C-B5D48D9AA412}"/>
          </ac:picMkLst>
        </pc:picChg>
        <pc:picChg chg="mod">
          <ac:chgData name="종현 김" userId="4e62a0cd71f6508f" providerId="LiveId" clId="{6E62CB57-B7C1-44BE-9515-1C88952032F1}" dt="2026-07-27T07:29:35.526" v="54401" actId="1076"/>
          <ac:picMkLst>
            <pc:docMk/>
            <pc:sldMk cId="2574172663" sldId="497"/>
            <ac:picMk id="7" creationId="{39933877-1FF8-DC7E-51B2-CB6B0959AB60}"/>
          </ac:picMkLst>
        </pc:picChg>
      </pc:sldChg>
      <pc:sldChg chg="addSp delSp modSp add mod">
        <pc:chgData name="종현 김" userId="4e62a0cd71f6508f" providerId="LiveId" clId="{6E62CB57-B7C1-44BE-9515-1C88952032F1}" dt="2026-07-28T05:19:31.991" v="56755" actId="20577"/>
        <pc:sldMkLst>
          <pc:docMk/>
          <pc:sldMk cId="3934817507" sldId="498"/>
        </pc:sldMkLst>
        <pc:spChg chg="mod">
          <ac:chgData name="종현 김" userId="4e62a0cd71f6508f" providerId="LiveId" clId="{6E62CB57-B7C1-44BE-9515-1C88952032F1}" dt="2026-07-28T05:19:31.991" v="56755" actId="20577"/>
          <ac:spMkLst>
            <pc:docMk/>
            <pc:sldMk cId="3934817507" sldId="498"/>
            <ac:spMk id="3" creationId="{61F1A2F7-635F-A1A0-5399-CADCE19ED7C7}"/>
          </ac:spMkLst>
        </pc:spChg>
        <pc:spChg chg="mod">
          <ac:chgData name="종현 김" userId="4e62a0cd71f6508f" providerId="LiveId" clId="{6E62CB57-B7C1-44BE-9515-1C88952032F1}" dt="2026-07-28T03:12:01.252" v="55225" actId="20577"/>
          <ac:spMkLst>
            <pc:docMk/>
            <pc:sldMk cId="3934817507" sldId="498"/>
            <ac:spMk id="10" creationId="{FE7DDDF5-BAE7-C20E-62A0-D23F24660901}"/>
          </ac:spMkLst>
        </pc:spChg>
        <pc:picChg chg="del">
          <ac:chgData name="종현 김" userId="4e62a0cd71f6508f" providerId="LiveId" clId="{6E62CB57-B7C1-44BE-9515-1C88952032F1}" dt="2026-07-27T07:33:14.922" v="54719" actId="478"/>
          <ac:picMkLst>
            <pc:docMk/>
            <pc:sldMk cId="3934817507" sldId="498"/>
            <ac:picMk id="4" creationId="{6E2DC0DD-BF79-E931-B9CE-241C8E1FAF5E}"/>
          </ac:picMkLst>
        </pc:picChg>
        <pc:picChg chg="add mod">
          <ac:chgData name="종현 김" userId="4e62a0cd71f6508f" providerId="LiveId" clId="{6E62CB57-B7C1-44BE-9515-1C88952032F1}" dt="2026-07-27T07:33:43.101" v="54724" actId="27614"/>
          <ac:picMkLst>
            <pc:docMk/>
            <pc:sldMk cId="3934817507" sldId="498"/>
            <ac:picMk id="5" creationId="{9507D794-E8D4-0784-3D83-CB98B3D0FEAA}"/>
          </ac:picMkLst>
        </pc:picChg>
      </pc:sldChg>
      <pc:sldChg chg="addSp delSp modSp add mod">
        <pc:chgData name="종현 김" userId="4e62a0cd71f6508f" providerId="LiveId" clId="{6E62CB57-B7C1-44BE-9515-1C88952032F1}" dt="2026-07-28T05:19:36.216" v="56757" actId="20577"/>
        <pc:sldMkLst>
          <pc:docMk/>
          <pc:sldMk cId="2432780774" sldId="499"/>
        </pc:sldMkLst>
        <pc:spChg chg="mod">
          <ac:chgData name="종현 김" userId="4e62a0cd71f6508f" providerId="LiveId" clId="{6E62CB57-B7C1-44BE-9515-1C88952032F1}" dt="2026-07-28T05:19:36.216" v="56757" actId="20577"/>
          <ac:spMkLst>
            <pc:docMk/>
            <pc:sldMk cId="2432780774" sldId="499"/>
            <ac:spMk id="3" creationId="{61E6E47E-7292-6E4D-A016-82EDE7FAA027}"/>
          </ac:spMkLst>
        </pc:spChg>
        <pc:spChg chg="mod">
          <ac:chgData name="종현 김" userId="4e62a0cd71f6508f" providerId="LiveId" clId="{6E62CB57-B7C1-44BE-9515-1C88952032F1}" dt="2026-07-27T07:35:59.780" v="55165" actId="1076"/>
          <ac:spMkLst>
            <pc:docMk/>
            <pc:sldMk cId="2432780774" sldId="499"/>
            <ac:spMk id="10" creationId="{31B6A64E-B092-DFB9-1291-9FC058EED2D6}"/>
          </ac:spMkLst>
        </pc:spChg>
        <pc:picChg chg="add mod modCrop">
          <ac:chgData name="종현 김" userId="4e62a0cd71f6508f" providerId="LiveId" clId="{6E62CB57-B7C1-44BE-9515-1C88952032F1}" dt="2026-07-27T07:34:07.451" v="54732" actId="1076"/>
          <ac:picMkLst>
            <pc:docMk/>
            <pc:sldMk cId="2432780774" sldId="499"/>
            <ac:picMk id="4" creationId="{F15C3711-BFFE-233A-35AB-EEA7F76A25BE}"/>
          </ac:picMkLst>
        </pc:picChg>
        <pc:picChg chg="del">
          <ac:chgData name="종현 김" userId="4e62a0cd71f6508f" providerId="LiveId" clId="{6E62CB57-B7C1-44BE-9515-1C88952032F1}" dt="2026-07-27T07:33:50.546" v="54725" actId="478"/>
          <ac:picMkLst>
            <pc:docMk/>
            <pc:sldMk cId="2432780774" sldId="499"/>
            <ac:picMk id="5" creationId="{747954EF-69F6-E752-B2D8-19C3A148E405}"/>
          </ac:picMkLst>
        </pc:picChg>
      </pc:sldChg>
      <pc:sldChg chg="modSp add mod ord">
        <pc:chgData name="종현 김" userId="4e62a0cd71f6508f" providerId="LiveId" clId="{6E62CB57-B7C1-44BE-9515-1C88952032F1}" dt="2026-07-28T03:14:20.535" v="55230"/>
        <pc:sldMkLst>
          <pc:docMk/>
          <pc:sldMk cId="557636722" sldId="500"/>
        </pc:sldMkLst>
        <pc:spChg chg="mod">
          <ac:chgData name="종현 김" userId="4e62a0cd71f6508f" providerId="LiveId" clId="{6E62CB57-B7C1-44BE-9515-1C88952032F1}" dt="2026-07-28T03:14:17.753" v="55228" actId="1076"/>
          <ac:spMkLst>
            <pc:docMk/>
            <pc:sldMk cId="557636722" sldId="500"/>
            <ac:spMk id="6" creationId="{5F64D5EF-CC5F-D404-F45F-93101AF0F0A0}"/>
          </ac:spMkLst>
        </pc:spChg>
      </pc:sldChg>
      <pc:sldChg chg="addSp delSp modSp add mod">
        <pc:chgData name="종현 김" userId="4e62a0cd71f6508f" providerId="LiveId" clId="{6E62CB57-B7C1-44BE-9515-1C88952032F1}" dt="2026-07-28T04:54:09.831" v="56640"/>
        <pc:sldMkLst>
          <pc:docMk/>
          <pc:sldMk cId="4103202203" sldId="501"/>
        </pc:sldMkLst>
        <pc:spChg chg="mod">
          <ac:chgData name="종현 김" userId="4e62a0cd71f6508f" providerId="LiveId" clId="{6E62CB57-B7C1-44BE-9515-1C88952032F1}" dt="2026-07-28T03:28:32.640" v="56035" actId="20577"/>
          <ac:spMkLst>
            <pc:docMk/>
            <pc:sldMk cId="4103202203" sldId="501"/>
            <ac:spMk id="3" creationId="{64B03B07-4B6B-DBD9-50F6-593973846AB0}"/>
          </ac:spMkLst>
        </pc:spChg>
        <pc:spChg chg="mod">
          <ac:chgData name="종현 김" userId="4e62a0cd71f6508f" providerId="LiveId" clId="{6E62CB57-B7C1-44BE-9515-1C88952032F1}" dt="2026-07-28T04:54:09.831" v="56640"/>
          <ac:spMkLst>
            <pc:docMk/>
            <pc:sldMk cId="4103202203" sldId="501"/>
            <ac:spMk id="9" creationId="{34C70CEB-4372-192B-FF8F-C9FAE4BF96D6}"/>
          </ac:spMkLst>
        </pc:spChg>
        <pc:picChg chg="del">
          <ac:chgData name="종현 김" userId="4e62a0cd71f6508f" providerId="LiveId" clId="{6E62CB57-B7C1-44BE-9515-1C88952032F1}" dt="2026-07-28T03:27:58.270" v="56016" actId="478"/>
          <ac:picMkLst>
            <pc:docMk/>
            <pc:sldMk cId="4103202203" sldId="501"/>
            <ac:picMk id="4" creationId="{67F090D0-1925-3E4F-99A3-83953906696A}"/>
          </ac:picMkLst>
        </pc:picChg>
        <pc:picChg chg="add mod">
          <ac:chgData name="종현 김" userId="4e62a0cd71f6508f" providerId="LiveId" clId="{6E62CB57-B7C1-44BE-9515-1C88952032F1}" dt="2026-07-28T03:28:06.271" v="56020" actId="27614"/>
          <ac:picMkLst>
            <pc:docMk/>
            <pc:sldMk cId="4103202203" sldId="501"/>
            <ac:picMk id="5" creationId="{ECDF3516-4D4A-13B4-82D6-D764894D0A6D}"/>
          </ac:picMkLst>
        </pc:picChg>
      </pc:sldChg>
      <pc:sldChg chg="addSp delSp modSp add mod">
        <pc:chgData name="종현 김" userId="4e62a0cd71f6508f" providerId="LiveId" clId="{6E62CB57-B7C1-44BE-9515-1C88952032F1}" dt="2026-07-28T05:19:16.008" v="56747" actId="20577"/>
        <pc:sldMkLst>
          <pc:docMk/>
          <pc:sldMk cId="1418542275" sldId="502"/>
        </pc:sldMkLst>
        <pc:spChg chg="mod">
          <ac:chgData name="종현 김" userId="4e62a0cd71f6508f" providerId="LiveId" clId="{6E62CB57-B7C1-44BE-9515-1C88952032F1}" dt="2026-07-28T05:19:16.008" v="56747" actId="20577"/>
          <ac:spMkLst>
            <pc:docMk/>
            <pc:sldMk cId="1418542275" sldId="502"/>
            <ac:spMk id="3" creationId="{D5EE312E-6261-2174-8E72-67C752773944}"/>
          </ac:spMkLst>
        </pc:spChg>
        <pc:spChg chg="mod">
          <ac:chgData name="종현 김" userId="4e62a0cd71f6508f" providerId="LiveId" clId="{6E62CB57-B7C1-44BE-9515-1C88952032F1}" dt="2026-07-28T05:17:54.889" v="56743" actId="20577"/>
          <ac:spMkLst>
            <pc:docMk/>
            <pc:sldMk cId="1418542275" sldId="502"/>
            <ac:spMk id="9" creationId="{213A9F74-D66A-72B1-FD02-EE660A4FAF90}"/>
          </ac:spMkLst>
        </pc:spChg>
        <pc:spChg chg="add mod">
          <ac:chgData name="종현 김" userId="4e62a0cd71f6508f" providerId="LiveId" clId="{6E62CB57-B7C1-44BE-9515-1C88952032F1}" dt="2026-07-28T05:18:08.124" v="56745" actId="1076"/>
          <ac:spMkLst>
            <pc:docMk/>
            <pc:sldMk cId="1418542275" sldId="502"/>
            <ac:spMk id="11" creationId="{92B6F4C0-6A71-6933-88D9-31B4A3F2397A}"/>
          </ac:spMkLst>
        </pc:spChg>
        <pc:spChg chg="add mod">
          <ac:chgData name="종현 김" userId="4e62a0cd71f6508f" providerId="LiveId" clId="{6E62CB57-B7C1-44BE-9515-1C88952032F1}" dt="2026-07-28T05:18:08.124" v="56745" actId="1076"/>
          <ac:spMkLst>
            <pc:docMk/>
            <pc:sldMk cId="1418542275" sldId="502"/>
            <ac:spMk id="13" creationId="{478D939E-CA6E-7152-6E8C-6A450DFA479D}"/>
          </ac:spMkLst>
        </pc:spChg>
        <pc:picChg chg="add mod modCrop">
          <ac:chgData name="종현 김" userId="4e62a0cd71f6508f" providerId="LiveId" clId="{6E62CB57-B7C1-44BE-9515-1C88952032F1}" dt="2026-07-28T05:18:08.124" v="56745" actId="1076"/>
          <ac:picMkLst>
            <pc:docMk/>
            <pc:sldMk cId="1418542275" sldId="502"/>
            <ac:picMk id="4" creationId="{105B2D9C-8E0A-73FC-F537-6C1882D3C829}"/>
          </ac:picMkLst>
        </pc:picChg>
        <pc:picChg chg="del">
          <ac:chgData name="종현 김" userId="4e62a0cd71f6508f" providerId="LiveId" clId="{6E62CB57-B7C1-44BE-9515-1C88952032F1}" dt="2026-07-28T05:15:11.693" v="56696" actId="478"/>
          <ac:picMkLst>
            <pc:docMk/>
            <pc:sldMk cId="1418542275" sldId="502"/>
            <ac:picMk id="5" creationId="{ABED82BB-DF2B-021A-81E5-14453CDEE998}"/>
          </ac:picMkLst>
        </pc:picChg>
        <pc:picChg chg="add mod">
          <ac:chgData name="종현 김" userId="4e62a0cd71f6508f" providerId="LiveId" clId="{6E62CB57-B7C1-44BE-9515-1C88952032F1}" dt="2026-07-28T05:18:08.124" v="56745" actId="1076"/>
          <ac:picMkLst>
            <pc:docMk/>
            <pc:sldMk cId="1418542275" sldId="502"/>
            <ac:picMk id="7" creationId="{73332345-7ADC-B270-60F6-32981D674998}"/>
          </ac:picMkLst>
        </pc:picChg>
        <pc:picChg chg="add mod">
          <ac:chgData name="종현 김" userId="4e62a0cd71f6508f" providerId="LiveId" clId="{6E62CB57-B7C1-44BE-9515-1C88952032F1}" dt="2026-07-28T05:18:08.124" v="56745" actId="1076"/>
          <ac:picMkLst>
            <pc:docMk/>
            <pc:sldMk cId="1418542275" sldId="502"/>
            <ac:picMk id="10" creationId="{F26F2815-1575-3647-0247-A11D9B3BA932}"/>
          </ac:picMkLst>
        </pc:picChg>
        <pc:cxnChg chg="add mod">
          <ac:chgData name="종현 김" userId="4e62a0cd71f6508f" providerId="LiveId" clId="{6E62CB57-B7C1-44BE-9515-1C88952032F1}" dt="2026-07-28T05:18:08.124" v="56745" actId="1076"/>
          <ac:cxnSpMkLst>
            <pc:docMk/>
            <pc:sldMk cId="1418542275" sldId="502"/>
            <ac:cxnSpMk id="15" creationId="{2D7CF705-DE6A-15CB-34B3-DC53B2956A13}"/>
          </ac:cxnSpMkLst>
        </pc:cxnChg>
        <pc:cxnChg chg="add mod">
          <ac:chgData name="종현 김" userId="4e62a0cd71f6508f" providerId="LiveId" clId="{6E62CB57-B7C1-44BE-9515-1C88952032F1}" dt="2026-07-28T05:18:08.124" v="56745" actId="1076"/>
          <ac:cxnSpMkLst>
            <pc:docMk/>
            <pc:sldMk cId="1418542275" sldId="502"/>
            <ac:cxnSpMk id="18" creationId="{136E033D-8B9D-B89E-C52C-E172C683A41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3F2AD-ED4C-4EB7-812B-786B5CD91F2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85A4B-3C4A-4CDC-A882-312DF5063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25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0630F-EFE4-1E64-8FCA-D0003E1B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608838-C982-30C2-29F1-C6DB2A9B5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9E3464-7B2C-0E5C-70CC-1ECA38088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4B2389-0543-F332-275B-72BFD97EA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749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76450-399F-6FA2-9928-E442F924C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672FC3-EBBC-45C7-34FF-4233855B0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56EC88-0E60-A077-A0AF-D3AD14C75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846D67-1427-D4AE-65B9-C6BDB87C5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895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0414B-3312-959A-7828-6B6EDFC4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5437CC-526A-BF30-61C3-83874DD5D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FA22A5-0173-9517-76C6-61D9B346C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304471-45F9-207D-0C9A-64F11F4E0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6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C5043-EA2F-FFF6-BBAB-0BF1B4974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9082EE-E456-5C01-6448-765115AE0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E6F5AB-B6C7-9ABB-E265-18CDB95F3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005B0D-6AF3-35F3-91E1-CBD475655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07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26829-85D2-E4B4-CFEF-82DAD1939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02851A-4D2C-3490-B147-D1F79D87B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24E3DF-D31F-7E13-7ADC-358499154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9FC6D-55A1-EE04-1DE7-7607818D5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834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1BBE2-67F8-0E19-1FB4-4C4DDCE4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CC5C3B-83E0-857C-B27E-7E09DCB05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96920A-7FDF-6142-C431-E70A5AA60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53C5B9-B4D4-D0AB-C95F-F7447C5BC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812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A9B7-3485-BBE1-3CF2-58DB8C71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BC593A-A223-2DE5-A87B-384489DEB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A7A278-FC5E-F612-8F7E-869E3ECA9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5176C-B877-5AFF-43C3-7ED0D2A6B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90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D44E4-59D0-897B-AA63-810F1E185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04DB2A-3EE5-659B-718F-D1F7275E0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67202D-E69E-29AB-8DE8-E797E6089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8CC2F7-4611-F8D5-F775-AD2A56C4A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320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4DD27-6F0A-5608-79F3-093DAFC4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3ED71C-2A4A-48C8-F822-438DBD748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261128-AEE0-411B-F983-A44B972D3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1507EF-E31C-82C2-0820-7FA568C57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427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49B7C-47AB-D9D7-573D-C79C0AF16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2D2B2C-1D62-1BAC-AC8D-B82DB79E1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A1A6E0-0ED4-2AA6-98F6-381DFF022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504E4C-7D44-BB6E-14E1-57B1C3DD0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000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8E379-5AFF-415E-E8E0-16D9C5E80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A9A6C4-3586-6748-9010-E612E9C65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327795-D37D-5595-6BA5-BA7D7410B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823396-505B-3D53-A52C-FF8E37E4E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388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35556-881D-2CBD-CEAA-672B62916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6E1AA7-4892-AB02-5C02-11937A15E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4CFD08-E0CF-F615-B94E-F69D8601A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7F8FDE-64CD-1F32-168A-7555999CB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974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4706-2770-FFAD-95E1-3518227B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B53160-86C7-894E-C94E-E32DFE436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CC9661-3959-CBCB-59A5-DA10495AD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6700EC-F452-39B9-7A68-C65242E12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9330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CE56C-A8B7-2862-589B-2113567EF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96BB18-D5DF-2E34-5245-0ADFE4112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88F29F-4056-6AF2-5E66-DA054E3EF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6234F5-E0AB-A796-B85B-5071F36FD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9446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CDCA-9091-82A6-5E8E-0B68A5B3E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8F7BAE-35CA-1995-FE1D-651348141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757142-06F9-E184-AA25-5206845A5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0A9BC-1A94-6A17-9383-178CFF1A7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913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0C43-9B96-F556-BBBF-05F53A91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2C9669-16A3-3190-8EDB-108E176FF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DFA73-16E1-492A-46AB-E5AEF73DE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34AFDA-5476-7688-8ECC-70AA18A8D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578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55E89-6DAC-A1EC-26E1-7A67AD89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D92187-B885-9DC0-C71D-DAF9D35D5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DFBF7E-EA81-3672-6314-ED7A70C44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1B377D-8B50-5E7A-A6A6-2713C5F99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269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12E85-B4D7-CF69-D3D8-07BAB0A45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323C7C-A4DD-B784-17BE-82950210B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3FE99-E09D-93C6-6FF1-B5826843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CADF6-D64A-8C4E-E384-D72B3CF6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2EBBA-53B5-E5BF-E632-CCA7D01D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35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54CD1-23AC-2732-15A2-55742488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DB3A8-B149-8368-CD32-2BC9D0DDC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D02326-6107-96CE-C34C-02FA5888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EF87E-B2AA-E9B5-F25D-1D85A338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8C4ED-CF1D-E261-663C-B8793C3D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39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F568-2C90-972A-858A-8A0F87F6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92CBD3-2C61-9EF5-7E00-DCACD0AA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3F6E9-047A-EEB5-8FC6-4E4EC527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9336-8451-E3ED-C7C1-758315FE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674B3-B5FA-1093-A408-311FD679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00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9FF2-3FB5-BAB2-A63A-DC954B95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6055C-FFF8-78E1-BA65-5E76CD3CE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2F4AB4-0E26-9B09-C9DF-1A01B3897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C35ED3-C870-BDAF-31C7-D8E0528D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794AF5-B4BB-9E19-396B-79E28070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51E05-89E6-5541-6CDA-B0031240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4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07599-86BC-035D-65AE-56142602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E95EA-DC07-E61E-B26F-981D6359F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A46FA-C1F4-3657-8EA5-17E1D4A0A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DCFFD1-ABCC-60A0-F179-E85FD2BE0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4EFE44-D274-F010-EC31-571F41AF2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BC54F3-9373-4F8B-5A71-E671B839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AE0C73-4274-4094-15DD-B7F04E9D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BBCCF9-26CE-186E-0A96-9A7F307B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63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1388A-FA2D-B74E-B02E-C0B68668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5FB4BD-FD86-4ADA-BE6E-DB29E0FB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76405D-0187-D48A-DFD8-DC90009E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3067F7-AD47-48BC-1232-A8A940F8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82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BDB35C-508E-6BCE-C5E0-493F4406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ABC2B4-0F86-36F4-2F7C-7BA59C59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BF9D0F-EDE0-183E-73BB-ADADC97A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0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8ED61-853E-0214-94F5-97DE7122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7EF3C-481E-96A5-1932-5ED0E52F6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F1B9B0-7D12-72FB-B1AD-EB635A8AA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14860-7B50-F03D-A0DD-DF772E10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AF1E49-0015-C513-B335-4EF94F3A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4EEE7E-AC2C-06D3-58B8-DB765086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84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E199C-86E6-B769-5CC3-885FE9C3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2111F3-90DF-6B55-947E-AD3EBF1F1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84A870-FA48-1EAE-ABA4-6FF490911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F9B68A-02EF-F0D7-F9DF-BB65423C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753C0D-5D4B-F83F-8E43-7297A226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F88229-5E60-8B9B-FD2D-DB836D3E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1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93291-DC44-253C-D67F-62EE0F37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8FB284-CDD9-8F3A-F9C3-D01653A26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052D9-C9E0-88C2-5CBD-1401C9EE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4588D-2E4D-896C-04E3-B66746C1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738CEF-7B37-7D93-C207-6EF7F4B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860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56A05B-68C8-46C7-2626-18E9A7487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CF17A9-FE0A-6243-7186-51A13C37B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6BFBD-64DB-6026-9CBF-2DB362E6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F702A-A76E-1C65-0971-1BA75B70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04C18-0893-C867-F133-B619B662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8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819403-53DF-6604-2F26-99E19AD5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C860CA-87F4-06D3-0DF1-91E6937F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7BEE7-752D-B995-E426-EB07FBE26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E06D2-2A69-4E78-B74D-11F45FE9BC23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C53958-31A1-0D7B-75E9-ECDD8AC8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2EE7CD-A15E-F2CC-3777-91CEEB31D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50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A92FA-518A-0B6D-16FB-CD7306E21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091" y="1627762"/>
            <a:ext cx="9466662" cy="1260196"/>
          </a:xfrm>
        </p:spPr>
        <p:txBody>
          <a:bodyPr>
            <a:normAutofit/>
          </a:bodyPr>
          <a:lstStyle/>
          <a:p>
            <a:pPr algn="l"/>
            <a:r>
              <a:rPr lang="en-US" altLang="ko-KR" sz="4400" b="1" dirty="0"/>
              <a:t>AI</a:t>
            </a:r>
            <a:r>
              <a:rPr lang="ko-KR" altLang="en-US" sz="4400" b="1" dirty="0"/>
              <a:t>에게 주식 시켜보기 </a:t>
            </a:r>
            <a:r>
              <a:rPr lang="en-US" altLang="ko-KR" sz="4400" b="1" dirty="0"/>
              <a:t>(2)</a:t>
            </a:r>
            <a:endParaRPr lang="ko-KR" altLang="en-US" sz="4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3DAA8-F9CB-F786-B098-04DDD3734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0092" y="4322135"/>
            <a:ext cx="2640418" cy="459599"/>
          </a:xfrm>
        </p:spPr>
        <p:txBody>
          <a:bodyPr/>
          <a:lstStyle/>
          <a:p>
            <a:r>
              <a:rPr lang="en-US" altLang="ko-KR" dirty="0"/>
              <a:t>20220300 </a:t>
            </a:r>
            <a:r>
              <a:rPr lang="ko-KR" altLang="en-US" dirty="0"/>
              <a:t>김종현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87AB0-D8D5-7543-BEEF-A82F9DA2BBE9}"/>
              </a:ext>
            </a:extLst>
          </p:cNvPr>
          <p:cNvSpPr txBox="1"/>
          <p:nvPr/>
        </p:nvSpPr>
        <p:spPr>
          <a:xfrm>
            <a:off x="10403457" y="6211019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2026-07-28</a:t>
            </a:r>
          </a:p>
        </p:txBody>
      </p:sp>
    </p:spTree>
    <p:extLst>
      <p:ext uri="{BB962C8B-B14F-4D97-AF65-F5344CB8AC3E}">
        <p14:creationId xmlns:p14="http://schemas.microsoft.com/office/powerpoint/2010/main" val="293753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79DAF-772F-2876-1F59-FA07EEFA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78E5D-C179-E5E5-01C2-F5C104F2A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90168"/>
            <a:ext cx="10515600" cy="377004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목표 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구현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결과 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향후 계획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936FC-1DB7-7421-7323-CCD407A1E8F2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-2-</a:t>
            </a:r>
          </a:p>
        </p:txBody>
      </p:sp>
    </p:spTree>
    <p:extLst>
      <p:ext uri="{BB962C8B-B14F-4D97-AF65-F5344CB8AC3E}">
        <p14:creationId xmlns:p14="http://schemas.microsoft.com/office/powerpoint/2010/main" val="390622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1341F-A7EC-940E-37CE-5634066AB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E30848-31B8-52E0-3FE5-FB12BB1C95B0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-3-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AB7FCA7-5DA8-57F0-7686-8D4C4A4D509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목표 </a:t>
            </a:r>
            <a:r>
              <a:rPr lang="en-US" altLang="ko-KR" sz="3200" b="1" dirty="0"/>
              <a:t>– </a:t>
            </a:r>
            <a:r>
              <a:rPr lang="ko-KR" altLang="en-US" sz="3200" b="1" dirty="0"/>
              <a:t>채팅으로 하면 무엇이 문제가 되는가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4D5EF-CC5F-D404-F45F-93101AF0F0A0}"/>
              </a:ext>
            </a:extLst>
          </p:cNvPr>
          <p:cNvSpPr txBox="1"/>
          <p:nvPr/>
        </p:nvSpPr>
        <p:spPr>
          <a:xfrm>
            <a:off x="6375192" y="2176488"/>
            <a:ext cx="4709944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환각과 기억 문제가 존재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LLM </a:t>
            </a:r>
            <a:r>
              <a:rPr lang="ko-KR" altLang="en-US" dirty="0"/>
              <a:t>자체가 사전 학습 후 제공되다 보니 </a:t>
            </a:r>
            <a:br>
              <a:rPr lang="en-US" altLang="ko-KR" dirty="0"/>
            </a:br>
            <a:r>
              <a:rPr lang="ko-KR" altLang="en-US" dirty="0"/>
              <a:t>지금과 학습 시점과 차이 존재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또한 </a:t>
            </a:r>
            <a:r>
              <a:rPr lang="en-US" altLang="ko-KR" dirty="0"/>
              <a:t>LLM</a:t>
            </a:r>
            <a:r>
              <a:rPr lang="ko-KR" altLang="en-US" dirty="0"/>
              <a:t>이 환각으로 지어낸다면 직접</a:t>
            </a:r>
            <a:br>
              <a:rPr lang="en-US" altLang="ko-KR" dirty="0"/>
            </a:br>
            <a:r>
              <a:rPr lang="ko-KR" altLang="en-US" dirty="0"/>
              <a:t>알아보지 않는 이상 문제인지 확인 불가</a:t>
            </a:r>
            <a:endParaRPr lang="en-US" altLang="ko-KR" dirty="0"/>
          </a:p>
        </p:txBody>
      </p:sp>
      <p:pic>
        <p:nvPicPr>
          <p:cNvPr id="4" name="그림 3" descr="The image is a price comparison chart for ThinkCentre M710q upgrades, suggesting a DDR4-2400 RAM upgrade costs between 4-8.5 million KRW, with prices increasing for higher quality or additional features.&#10;&#10;AI 생성 콘텐츠는 정확하지 않을 수 있습니다.">
            <a:extLst>
              <a:ext uri="{FF2B5EF4-FFF2-40B4-BE49-F238E27FC236}">
                <a16:creationId xmlns:a16="http://schemas.microsoft.com/office/drawing/2014/main" id="{23B768BF-1A89-9325-ABBC-1FA49756BB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" t="-570" r="34542" b="570"/>
          <a:stretch>
            <a:fillRect/>
          </a:stretch>
        </p:blipFill>
        <p:spPr>
          <a:xfrm>
            <a:off x="838200" y="2078493"/>
            <a:ext cx="4726387" cy="314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3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4334B-6F42-89C4-0883-7B7E7D69B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498283-1F07-310F-0AD4-546DC682313A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-4-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FB620898-D96E-4D8A-1E2F-3AD0E8BE4F6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목표 </a:t>
            </a:r>
            <a:r>
              <a:rPr lang="en-US" altLang="ko-KR" sz="3200" b="1" dirty="0"/>
              <a:t>– </a:t>
            </a:r>
            <a:r>
              <a:rPr lang="ko-KR" altLang="en-US" sz="3200" b="1" dirty="0"/>
              <a:t>채팅으로 하면 무엇이 문제가 되는가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49623-0ACF-7B8C-CB12-AA9762AE0763}"/>
              </a:ext>
            </a:extLst>
          </p:cNvPr>
          <p:cNvSpPr txBox="1"/>
          <p:nvPr/>
        </p:nvSpPr>
        <p:spPr>
          <a:xfrm>
            <a:off x="6313100" y="2163107"/>
            <a:ext cx="4887877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이외에도 채팅이 길어지면 컨텍스트 압축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LLM</a:t>
            </a:r>
            <a:r>
              <a:rPr lang="ko-KR" altLang="en-US" dirty="0"/>
              <a:t>은 기존 정보를 기억하고 답변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압축을 하면 기존 정보가 요약되어 온전히 </a:t>
            </a:r>
            <a:br>
              <a:rPr lang="en-US" altLang="ko-KR" dirty="0"/>
            </a:br>
            <a:r>
              <a:rPr lang="ko-KR" altLang="en-US" dirty="0"/>
              <a:t>저장되지 않아 문제 발생 가능성 </a:t>
            </a:r>
            <a:endParaRPr lang="en-US" altLang="ko-KR" dirty="0"/>
          </a:p>
        </p:txBody>
      </p:sp>
      <p:pic>
        <p:nvPicPr>
          <p:cNvPr id="2" name="그림 1" descr="r/codex - 코덱스 멈춤 / 자동으로 컨텍스트 압축">
            <a:extLst>
              <a:ext uri="{FF2B5EF4-FFF2-40B4-BE49-F238E27FC236}">
                <a16:creationId xmlns:a16="http://schemas.microsoft.com/office/drawing/2014/main" id="{9955D310-547C-C811-580E-A09B973D7C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357"/>
          <a:stretch>
            <a:fillRect/>
          </a:stretch>
        </p:blipFill>
        <p:spPr>
          <a:xfrm>
            <a:off x="552782" y="2102083"/>
            <a:ext cx="4976104" cy="265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48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525A-A34A-3267-F3E8-04E5F361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CEAE1D-7FA2-43A4-9FB2-A1C591827218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-5-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E4B1A246-00E6-75AE-DAAC-454F5D3C057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저번 주식 투자에서 문제점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4ADDA-8463-4025-E7C4-BE9BE5248D0B}"/>
              </a:ext>
            </a:extLst>
          </p:cNvPr>
          <p:cNvSpPr txBox="1"/>
          <p:nvPr/>
        </p:nvSpPr>
        <p:spPr>
          <a:xfrm>
            <a:off x="6322980" y="1955359"/>
            <a:ext cx="5580374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LLM</a:t>
            </a:r>
            <a:r>
              <a:rPr lang="ko-KR" altLang="en-US" dirty="0"/>
              <a:t>에게 아무런 정보를 주지 않고 그래프만</a:t>
            </a:r>
            <a:br>
              <a:rPr lang="en-US" altLang="ko-KR" dirty="0"/>
            </a:br>
            <a:r>
              <a:rPr lang="ko-KR" altLang="en-US" dirty="0"/>
              <a:t>보고 투자를 하는 방식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사실상 제대로 된 투자가 아니었다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또한 주식 차트도 웹에서 가져오는 방식이었기에 </a:t>
            </a:r>
            <a:br>
              <a:rPr lang="en-US" altLang="ko-KR" dirty="0"/>
            </a:br>
            <a:r>
              <a:rPr lang="ko-KR" altLang="en-US" dirty="0"/>
              <a:t>온전히 가져오지 않은 것도 문제 </a:t>
            </a:r>
            <a:endParaRPr lang="en-US" altLang="ko-KR" dirty="0"/>
          </a:p>
        </p:txBody>
      </p:sp>
      <p:pic>
        <p:nvPicPr>
          <p:cNvPr id="5" name="그림 4" descr="The image depicts a line chart with a rising trend, indicating a stock price of 138,000 KRW on June 30, 2026.&#10;&#10;AI 생성 콘텐츠는 정확하지 않을 수 있습니다.">
            <a:extLst>
              <a:ext uri="{FF2B5EF4-FFF2-40B4-BE49-F238E27FC236}">
                <a16:creationId xmlns:a16="http://schemas.microsoft.com/office/drawing/2014/main" id="{28E5004C-6815-74F2-473A-11DA5CE6A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81" y="2328091"/>
            <a:ext cx="1864603" cy="2221654"/>
          </a:xfrm>
          <a:prstGeom prst="rect">
            <a:avLst/>
          </a:prstGeom>
        </p:spPr>
      </p:pic>
      <p:pic>
        <p:nvPicPr>
          <p:cNvPr id="8" name="그림 7" descr="The image displays a stock market chart for a company with the stock price at KRW 160,700 on July 6, 2026.&#10;&#10;AI 생성 콘텐츠는 정확하지 않을 수 있습니다.">
            <a:extLst>
              <a:ext uri="{FF2B5EF4-FFF2-40B4-BE49-F238E27FC236}">
                <a16:creationId xmlns:a16="http://schemas.microsoft.com/office/drawing/2014/main" id="{D002A089-6381-9E47-132E-19C9AE32C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917" y="2328091"/>
            <a:ext cx="1745585" cy="2201818"/>
          </a:xfrm>
          <a:prstGeom prst="rect">
            <a:avLst/>
          </a:prstGeom>
        </p:spPr>
      </p:pic>
      <p:pic>
        <p:nvPicPr>
          <p:cNvPr id="11" name="그림 10" descr="The image shows a line chart with a rising trend, marked with a date (2026.07.13) and a closing price (￬ﾢﾅ￪ﾰﾀ: 143,500￬ﾛﾐ) in Korean currency.&#10;&#10;AI 생성 콘텐츠는 정확하지 않을 수 있습니다.">
            <a:extLst>
              <a:ext uri="{FF2B5EF4-FFF2-40B4-BE49-F238E27FC236}">
                <a16:creationId xmlns:a16="http://schemas.microsoft.com/office/drawing/2014/main" id="{C82D311C-6F9B-9C98-DA6D-7F2B7F2FF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1635" y="2397518"/>
            <a:ext cx="1527387" cy="206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176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FC957-2201-C877-6F90-2EC9D68A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E177E4-87D1-C01D-3E25-0B1E0ED3F7AB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-6-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9CF2DA9-E556-1144-921C-2543DCD607B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구현 </a:t>
            </a:r>
            <a:r>
              <a:rPr lang="en-US" altLang="ko-KR" sz="3200" b="1" dirty="0"/>
              <a:t>- </a:t>
            </a:r>
            <a:r>
              <a:rPr lang="en-US" altLang="ko-KR" sz="3200" b="1" dirty="0" err="1"/>
              <a:t>openDART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756FF-5986-F37F-2B0B-7A65881CF85B}"/>
              </a:ext>
            </a:extLst>
          </p:cNvPr>
          <p:cNvSpPr txBox="1"/>
          <p:nvPr/>
        </p:nvSpPr>
        <p:spPr>
          <a:xfrm>
            <a:off x="6701571" y="2370857"/>
            <a:ext cx="5008102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그렇기에 </a:t>
            </a:r>
            <a:r>
              <a:rPr lang="en-US" altLang="ko-KR" dirty="0"/>
              <a:t>LLM</a:t>
            </a:r>
            <a:r>
              <a:rPr lang="ko-KR" altLang="en-US" dirty="0"/>
              <a:t>에게 여러 정보를 주도록 개선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openDART</a:t>
            </a:r>
            <a:r>
              <a:rPr lang="ko-KR" altLang="en-US" dirty="0"/>
              <a:t>를 통해 기업 공시 정보 제공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종목별로 보고서들을 가져와 </a:t>
            </a:r>
            <a:r>
              <a:rPr lang="en-US" altLang="ko-KR" dirty="0"/>
              <a:t>LLM</a:t>
            </a:r>
            <a:r>
              <a:rPr lang="ko-KR" altLang="en-US" dirty="0"/>
              <a:t>에게 전달</a:t>
            </a:r>
            <a:endParaRPr lang="en-US" altLang="ko-KR" dirty="0"/>
          </a:p>
        </p:txBody>
      </p:sp>
      <p:pic>
        <p:nvPicPr>
          <p:cNvPr id="4" name="그림 3" descr="The image displays an interface for accessing various real-time corporate information and financial reports, including KBOs, periodic reports, and financial statements, through an open API in XML format.&#10;&#10;AI 생성 콘텐츠는 정확하지 않을 수 있습니다.">
            <a:extLst>
              <a:ext uri="{FF2B5EF4-FFF2-40B4-BE49-F238E27FC236}">
                <a16:creationId xmlns:a16="http://schemas.microsoft.com/office/drawing/2014/main" id="{C0149480-F0FD-7D14-677E-18D2B4842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72468"/>
            <a:ext cx="5180106" cy="312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14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752C7-6C6D-905C-5BB6-1696BC0B6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3C51CE-89F1-2700-57E5-AF491173FC16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-7-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C6927495-5AD9-D457-FAD3-79209C0EBDD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구현 </a:t>
            </a:r>
            <a:r>
              <a:rPr lang="en-US" altLang="ko-KR" sz="3200" b="1" dirty="0"/>
              <a:t>– </a:t>
            </a:r>
            <a:r>
              <a:rPr lang="ko-KR" altLang="en-US" sz="3200" b="1" dirty="0"/>
              <a:t>뉴스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B4CD1-4E06-EC9C-76E0-CD4111B8BD13}"/>
              </a:ext>
            </a:extLst>
          </p:cNvPr>
          <p:cNvSpPr txBox="1"/>
          <p:nvPr/>
        </p:nvSpPr>
        <p:spPr>
          <a:xfrm>
            <a:off x="6749382" y="2370856"/>
            <a:ext cx="4493538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뉴스의 경우에는 회사를 기준으로 검색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해당하는 회사들에 관한 뉴스들을 저장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이후 </a:t>
            </a:r>
            <a:r>
              <a:rPr lang="en-US" altLang="ko-KR" dirty="0"/>
              <a:t>LLM</a:t>
            </a:r>
            <a:r>
              <a:rPr lang="ko-KR" altLang="en-US" dirty="0"/>
              <a:t>에게 전달 </a:t>
            </a:r>
            <a:endParaRPr lang="en-US" altLang="ko-KR" dirty="0"/>
          </a:p>
        </p:txBody>
      </p:sp>
      <p:pic>
        <p:nvPicPr>
          <p:cNvPr id="5" name="그림 4" descr="The image depicts a user interface for the NAV API HUB, featuring a search bar, various application options, usage statistics, and different API categories such as Shopping Insight and News.&#10;&#10;AI 생성 콘텐츠는 정확하지 않을 수 있습니다.">
            <a:extLst>
              <a:ext uri="{FF2B5EF4-FFF2-40B4-BE49-F238E27FC236}">
                <a16:creationId xmlns:a16="http://schemas.microsoft.com/office/drawing/2014/main" id="{5F949816-6321-D593-A6D5-3086D7981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98" y="1922962"/>
            <a:ext cx="6080169" cy="301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91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EAC3F-B84D-C7FB-8AE8-B9741FF79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396468-CAB7-639D-99BA-730B594FC704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-8-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ADFFB62-BC46-B750-DD9F-006A32A5DAD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구현 </a:t>
            </a:r>
            <a:r>
              <a:rPr lang="en-US" altLang="ko-KR" sz="3200" b="1" dirty="0"/>
              <a:t>– KIS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49E66-77FB-13EE-FE4D-1F8F77E44FD6}"/>
              </a:ext>
            </a:extLst>
          </p:cNvPr>
          <p:cNvSpPr txBox="1"/>
          <p:nvPr/>
        </p:nvSpPr>
        <p:spPr>
          <a:xfrm>
            <a:off x="6719500" y="2370857"/>
            <a:ext cx="3801041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기존에는 웹에서 가져오는 방식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이제는 한국투자증권의 </a:t>
            </a:r>
            <a:r>
              <a:rPr lang="en-US" altLang="ko-KR" dirty="0"/>
              <a:t>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정확한 데이터로 투자 가능 </a:t>
            </a:r>
            <a:endParaRPr lang="en-US" altLang="ko-KR" dirty="0"/>
          </a:p>
        </p:txBody>
      </p:sp>
      <p:pic>
        <p:nvPicPr>
          <p:cNvPr id="4" name="그림 3" descr="The image is an interface depicting the Open API (API) section of a Korean investment portal, showcasing various features and tools for users to create their own financial services.&#10;&#10;AI 생성 콘텐츠는 정확하지 않을 수 있습니다.">
            <a:extLst>
              <a:ext uri="{FF2B5EF4-FFF2-40B4-BE49-F238E27FC236}">
                <a16:creationId xmlns:a16="http://schemas.microsoft.com/office/drawing/2014/main" id="{FD49698A-239A-487F-8801-1DBE46842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70264"/>
            <a:ext cx="4829791" cy="271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16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3838A-A78E-D88B-82B9-92FDDAC76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6A26FE-4EFB-736B-D515-C3E4EBEE1A98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-9-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0666EAFA-F401-6F9E-71EC-DE2EB4BB78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구현 </a:t>
            </a:r>
            <a:r>
              <a:rPr lang="en-US" altLang="ko-KR" sz="3200" b="1" dirty="0"/>
              <a:t>– API 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B3719A-4AEB-2BD1-5B50-35831224D4D4}"/>
              </a:ext>
            </a:extLst>
          </p:cNvPr>
          <p:cNvSpPr txBox="1"/>
          <p:nvPr/>
        </p:nvSpPr>
        <p:spPr>
          <a:xfrm>
            <a:off x="6096000" y="2370857"/>
            <a:ext cx="6114174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현재는 </a:t>
            </a:r>
            <a:r>
              <a:rPr lang="en-US" altLang="ko-KR" dirty="0"/>
              <a:t>API 3</a:t>
            </a:r>
            <a:r>
              <a:rPr lang="ko-KR" altLang="en-US" dirty="0"/>
              <a:t>가지 모두 사용 중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LLM</a:t>
            </a:r>
            <a:r>
              <a:rPr lang="ko-KR" altLang="en-US" dirty="0"/>
              <a:t>은 이제 공시와 뉴스</a:t>
            </a:r>
            <a:r>
              <a:rPr lang="en-US" altLang="ko-KR" dirty="0"/>
              <a:t>, </a:t>
            </a:r>
            <a:r>
              <a:rPr lang="ko-KR" altLang="en-US" dirty="0"/>
              <a:t>정확한 시세 입력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다만 실제 계좌 정보가 있긴 하지만 실제 주문은 구현</a:t>
            </a:r>
            <a:r>
              <a:rPr lang="en-US" altLang="ko-KR" dirty="0"/>
              <a:t>X</a:t>
            </a:r>
          </a:p>
        </p:txBody>
      </p:sp>
      <p:pic>
        <p:nvPicPr>
          <p:cNvPr id="4" name="그림 3" descr="The image contains a configuration file for an application with enabled features for OpenDart API, news provider, KIS (Korean Stock Information System) for production and virtual production, and includes API keys and account information.&#10;&#10;AI 생성 콘텐츠는 정확하지 않을 수 있습니다.">
            <a:extLst>
              <a:ext uri="{FF2B5EF4-FFF2-40B4-BE49-F238E27FC236}">
                <a16:creationId xmlns:a16="http://schemas.microsoft.com/office/drawing/2014/main" id="{69993F66-1768-9BDD-9516-5B4605B9D5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46" b="1002"/>
          <a:stretch>
            <a:fillRect/>
          </a:stretch>
        </p:blipFill>
        <p:spPr>
          <a:xfrm>
            <a:off x="1106864" y="1031132"/>
            <a:ext cx="4125882" cy="557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4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098BA-ED4E-4455-E54B-C3618FAB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CD1C6B-54E8-7293-9E6D-0182231EF788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-10-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CF07B802-D1C7-7D27-30F5-6B3A1AA7823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결과 </a:t>
            </a:r>
            <a:r>
              <a:rPr lang="en-US" altLang="ko-KR" sz="3200" b="1" dirty="0"/>
              <a:t>– </a:t>
            </a:r>
            <a:r>
              <a:rPr lang="ko-KR" altLang="en-US" sz="3200" b="1" dirty="0"/>
              <a:t>기존 </a:t>
            </a:r>
            <a:r>
              <a:rPr lang="en-US" altLang="ko-KR" sz="3200" b="1" dirty="0"/>
              <a:t>6</a:t>
            </a:r>
            <a:r>
              <a:rPr lang="ko-KR" altLang="en-US" sz="3200" b="1" dirty="0"/>
              <a:t>개월 투자</a:t>
            </a:r>
          </a:p>
        </p:txBody>
      </p:sp>
      <p:pic>
        <p:nvPicPr>
          <p:cNvPr id="5" name="그림 4" descr="The image displays a line chart with a downward trend, representing a decline in a metric from 12.0 million to 0.75 million over a period from January 20 to July 22.&#10;&#10;AI 생성 콘텐츠는 정확하지 않을 수 있습니다.">
            <a:extLst>
              <a:ext uri="{FF2B5EF4-FFF2-40B4-BE49-F238E27FC236}">
                <a16:creationId xmlns:a16="http://schemas.microsoft.com/office/drawing/2014/main" id="{DC904DFD-ED8B-83F8-1B4D-74F8FD669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33878"/>
            <a:ext cx="10563082" cy="2707415"/>
          </a:xfrm>
          <a:prstGeom prst="rect">
            <a:avLst/>
          </a:prstGeom>
        </p:spPr>
      </p:pic>
      <p:pic>
        <p:nvPicPr>
          <p:cNvPr id="7" name="그림 6" descr="The image shows a financial dashboard displaying a total asset value of 9,017,762.134 KRW with a percentage decrease of -9.82%.&#10;&#10;AI 생성 콘텐츠는 정확하지 않을 수 있습니다.">
            <a:extLst>
              <a:ext uri="{FF2B5EF4-FFF2-40B4-BE49-F238E27FC236}">
                <a16:creationId xmlns:a16="http://schemas.microsoft.com/office/drawing/2014/main" id="{4F98A21E-DE41-C2DA-FF3A-A0E5E3795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177175"/>
            <a:ext cx="5935572" cy="163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53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D470B-7DD0-B2C5-E1F5-FB25AED1C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2690B2-ADB1-759F-0330-CB2AFFE9701F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-11-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CBA40B8-CF47-6160-3C1F-43A776C988B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결과 </a:t>
            </a:r>
            <a:r>
              <a:rPr lang="en-US" altLang="ko-KR" sz="3200" b="1" dirty="0"/>
              <a:t>– </a:t>
            </a:r>
            <a:r>
              <a:rPr lang="ko-KR" altLang="en-US" sz="3200" b="1" dirty="0"/>
              <a:t>현재 </a:t>
            </a:r>
            <a:r>
              <a:rPr lang="en-US" altLang="ko-KR" sz="3200" b="1" dirty="0"/>
              <a:t>6</a:t>
            </a:r>
            <a:r>
              <a:rPr lang="ko-KR" altLang="en-US" sz="3200" b="1" dirty="0"/>
              <a:t>개월 투자 </a:t>
            </a:r>
          </a:p>
        </p:txBody>
      </p:sp>
      <p:pic>
        <p:nvPicPr>
          <p:cNvPr id="4" name="그림 3" descr="The image displays a line graph with two lines, one representing a declining trend and the other a rising trend, alongside a series of dates from January to August.&#10;&#10;AI 생성 콘텐츠는 정확하지 않을 수 있습니다.">
            <a:extLst>
              <a:ext uri="{FF2B5EF4-FFF2-40B4-BE49-F238E27FC236}">
                <a16:creationId xmlns:a16="http://schemas.microsoft.com/office/drawing/2014/main" id="{1C119EA5-2D97-EA2D-C58B-A28300A38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21684"/>
            <a:ext cx="10483053" cy="2709849"/>
          </a:xfrm>
          <a:prstGeom prst="rect">
            <a:avLst/>
          </a:prstGeom>
        </p:spPr>
      </p:pic>
      <p:pic>
        <p:nvPicPr>
          <p:cNvPr id="8" name="그림 7" descr="The image displays a Korean screen with a final asset value of KRW 13,446,276.998 and a profit rate of 34.46%.&#10;&#10;AI 생성 콘텐츠는 정확하지 않을 수 있습니다.">
            <a:extLst>
              <a:ext uri="{FF2B5EF4-FFF2-40B4-BE49-F238E27FC236}">
                <a16:creationId xmlns:a16="http://schemas.microsoft.com/office/drawing/2014/main" id="{7F2FB727-BD56-D984-8AE7-786886E87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13033"/>
            <a:ext cx="6413792" cy="176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99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5AE8-2BCB-BF68-1C82-80F6D070A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6198BB-A947-7073-BE47-8D200DEEF194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-12-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6E6D3BF-D404-DD0D-F5C6-75676DE2B38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결과 </a:t>
            </a:r>
            <a:r>
              <a:rPr lang="en-US" altLang="ko-KR" sz="3200" b="1" dirty="0"/>
              <a:t>– </a:t>
            </a:r>
            <a:r>
              <a:rPr lang="ko-KR" altLang="en-US" sz="3200" b="1" dirty="0"/>
              <a:t>실시간 투자 </a:t>
            </a:r>
          </a:p>
        </p:txBody>
      </p:sp>
      <p:pic>
        <p:nvPicPr>
          <p:cNvPr id="4" name="그림 3" descr="The image is a financial chart displaying the total cash, total assets, and net profit margin percentages, along with stock details for KB Financial (KF) and Samsung Electronics (000660).&#10;&#10;AI 생성 콘텐츠는 정확하지 않을 수 있습니다.">
            <a:extLst>
              <a:ext uri="{FF2B5EF4-FFF2-40B4-BE49-F238E27FC236}">
                <a16:creationId xmlns:a16="http://schemas.microsoft.com/office/drawing/2014/main" id="{1EAAEF0F-2A53-E0F9-22D4-6C694A4A3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27688"/>
            <a:ext cx="10781553" cy="446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60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26AB2-017F-DB25-27EA-917C1566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B03B07-4B6B-DBD9-50F6-593973846AB0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-13-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34C70CEB-4372-192B-FF8F-C9FAE4BF96D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결과 </a:t>
            </a:r>
            <a:r>
              <a:rPr lang="en-US" altLang="ko-KR" sz="3200" b="1" dirty="0"/>
              <a:t>– </a:t>
            </a:r>
            <a:r>
              <a:rPr lang="ko-KR" altLang="en-US" sz="3200" b="1" dirty="0"/>
              <a:t>실시간 투자 </a:t>
            </a:r>
          </a:p>
        </p:txBody>
      </p:sp>
      <p:pic>
        <p:nvPicPr>
          <p:cNvPr id="5" name="그림 4" descr="The image displays a financial dashboard showing various metrics for cryptocurrencies, including total cash, total assets, and net profit, with specific figures for different coins like KB Financial and Sinhan Juzu.&#10;&#10;AI 생성 콘텐츠는 정확하지 않을 수 있습니다.">
            <a:extLst>
              <a:ext uri="{FF2B5EF4-FFF2-40B4-BE49-F238E27FC236}">
                <a16:creationId xmlns:a16="http://schemas.microsoft.com/office/drawing/2014/main" id="{ECDF3516-4D4A-13B4-82D6-D764894D0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70654"/>
            <a:ext cx="10560424" cy="418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02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670F1-FDD4-A9DA-42CC-43AF57F38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EE312E-6261-2174-8E72-67C752773944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-14-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13A9F74-D66A-72B1-FD02-EE660A4FAF9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결과 </a:t>
            </a:r>
            <a:r>
              <a:rPr lang="en-US" altLang="ko-KR" sz="3200" b="1" dirty="0"/>
              <a:t>– </a:t>
            </a:r>
            <a:r>
              <a:rPr lang="ko-KR" altLang="en-US" sz="3200" b="1" dirty="0"/>
              <a:t>환각 방지</a:t>
            </a:r>
          </a:p>
        </p:txBody>
      </p:sp>
      <p:pic>
        <p:nvPicPr>
          <p:cNvPr id="4" name="그림 3" descr="105560&#10;&#10;AI 생성 콘텐츠는 정확하지 않을 수 있습니다.">
            <a:extLst>
              <a:ext uri="{FF2B5EF4-FFF2-40B4-BE49-F238E27FC236}">
                <a16:creationId xmlns:a16="http://schemas.microsoft.com/office/drawing/2014/main" id="{105B2D9C-8E0A-73FC-F537-6C1882D3C8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00"/>
          <a:stretch>
            <a:fillRect/>
          </a:stretch>
        </p:blipFill>
        <p:spPr>
          <a:xfrm>
            <a:off x="787538" y="1314390"/>
            <a:ext cx="10399059" cy="3480530"/>
          </a:xfrm>
          <a:prstGeom prst="rect">
            <a:avLst/>
          </a:prstGeom>
        </p:spPr>
      </p:pic>
      <p:pic>
        <p:nvPicPr>
          <p:cNvPr id="7" name="그림 6" descr="￬ﾅﾀ￭ﾊﾸ￫ﾦﾬ￬ﾘﾨ&#10;&#10;AI 생성 콘텐츠는 정확하지 않을 수 있습니다.">
            <a:extLst>
              <a:ext uri="{FF2B5EF4-FFF2-40B4-BE49-F238E27FC236}">
                <a16:creationId xmlns:a16="http://schemas.microsoft.com/office/drawing/2014/main" id="{73332345-7ADC-B270-60F6-32981D674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681" y="5111589"/>
            <a:ext cx="1164107" cy="981176"/>
          </a:xfrm>
          <a:prstGeom prst="rect">
            <a:avLst/>
          </a:prstGeom>
        </p:spPr>
      </p:pic>
      <p:pic>
        <p:nvPicPr>
          <p:cNvPr id="10" name="그림 9" descr="Samsung Electronics.&#10;&#10;AI 생성 콘텐츠는 정확하지 않을 수 있습니다.">
            <a:extLst>
              <a:ext uri="{FF2B5EF4-FFF2-40B4-BE49-F238E27FC236}">
                <a16:creationId xmlns:a16="http://schemas.microsoft.com/office/drawing/2014/main" id="{F26F2815-1575-3647-0247-A11D9B3BA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957" y="5111589"/>
            <a:ext cx="1060304" cy="98117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2B6F4C0-6A71-6933-88D9-31B4A3F2397A}"/>
              </a:ext>
            </a:extLst>
          </p:cNvPr>
          <p:cNvSpPr/>
          <p:nvPr/>
        </p:nvSpPr>
        <p:spPr>
          <a:xfrm>
            <a:off x="7121525" y="4057590"/>
            <a:ext cx="385763" cy="17145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8D939E-CA6E-7152-6E8C-6A450DFA479D}"/>
              </a:ext>
            </a:extLst>
          </p:cNvPr>
          <p:cNvSpPr/>
          <p:nvPr/>
        </p:nvSpPr>
        <p:spPr>
          <a:xfrm>
            <a:off x="7712075" y="3352740"/>
            <a:ext cx="385763" cy="17145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D7CF705-DE6A-15CB-34B3-DC53B2956A13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 flipH="1">
            <a:off x="2138735" y="3524190"/>
            <a:ext cx="5766222" cy="15873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36E033D-8B9D-B89E-C52C-E172C683A41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7314406" y="4229040"/>
            <a:ext cx="123703" cy="8825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542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E8150-3B65-552C-E04E-4B67665C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9C1D8D-8AF4-11D2-EF78-38F0761CFCA1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-15-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F372EA90-7FD6-6D6D-07FB-E339ACF350F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채팅으로 </a:t>
            </a:r>
            <a:r>
              <a:rPr lang="ko-KR" altLang="en-US" sz="3200" b="1" dirty="0" err="1"/>
              <a:t>물어보았을때</a:t>
            </a:r>
            <a:endParaRPr lang="ko-KR" altLang="en-US" sz="3200" b="1" dirty="0"/>
          </a:p>
        </p:txBody>
      </p:sp>
      <p:pic>
        <p:nvPicPr>
          <p:cNvPr id="5" name="그림 4" descr="The image displays a financial comparison table showing the percentage change for various stocks and cash over a one-month period.&#10;&#10;AI 생성 콘텐츠는 정확하지 않을 수 있습니다.">
            <a:extLst>
              <a:ext uri="{FF2B5EF4-FFF2-40B4-BE49-F238E27FC236}">
                <a16:creationId xmlns:a16="http://schemas.microsoft.com/office/drawing/2014/main" id="{0FF021A7-48E3-6D16-E44E-C5B7E6EB0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60990"/>
            <a:ext cx="8281456" cy="2485508"/>
          </a:xfrm>
          <a:prstGeom prst="rect">
            <a:avLst/>
          </a:prstGeom>
        </p:spPr>
      </p:pic>
      <p:pic>
        <p:nvPicPr>
          <p:cNvPr id="8" name="그림 7" descr="The current valuation is approximately 984,950 won, with a loss of 15,000 won and a return on investment of -1.51%.&#10;&#10;AI 생성 콘텐츠는 정확하지 않을 수 있습니다.">
            <a:extLst>
              <a:ext uri="{FF2B5EF4-FFF2-40B4-BE49-F238E27FC236}">
                <a16:creationId xmlns:a16="http://schemas.microsoft.com/office/drawing/2014/main" id="{FF7F5728-AAC1-0F20-EA9B-484E3A990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548854"/>
            <a:ext cx="8251531" cy="53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95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1ED5-7CFE-5188-A19E-D3A3A109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722BFC-8C9D-A55D-7B4F-CB7C81BEB57D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-16-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D51B919-A2EB-C3DC-340C-5690C4A1C11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향후 계획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9933877-1FF8-DC7E-51B2-CB6B0959A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61" y="1573497"/>
            <a:ext cx="11252477" cy="420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72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BA78D-F427-EFD9-A40E-374C8101B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82317F-93E3-7326-64ED-0752973CEB7F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-17-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CD779DA-F2DB-8E63-5405-3C220FE7087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향후 계획</a:t>
            </a:r>
          </a:p>
        </p:txBody>
      </p:sp>
      <p:pic>
        <p:nvPicPr>
          <p:cNvPr id="4" name="그림 3" descr="Start thinking,&#10;&#10;AI 생성 콘텐츠는 정확하지 않을 수 있습니다.">
            <a:extLst>
              <a:ext uri="{FF2B5EF4-FFF2-40B4-BE49-F238E27FC236}">
                <a16:creationId xmlns:a16="http://schemas.microsoft.com/office/drawing/2014/main" id="{F332AF89-C562-95AE-2EED-63957A97C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270"/>
          <a:stretch>
            <a:fillRect/>
          </a:stretch>
        </p:blipFill>
        <p:spPr>
          <a:xfrm>
            <a:off x="939523" y="1331946"/>
            <a:ext cx="4256991" cy="46445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F25422-26AA-45C5-A463-7641ADB5A34D}"/>
              </a:ext>
            </a:extLst>
          </p:cNvPr>
          <p:cNvSpPr txBox="1"/>
          <p:nvPr/>
        </p:nvSpPr>
        <p:spPr>
          <a:xfrm>
            <a:off x="6123842" y="1972819"/>
            <a:ext cx="5498621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현재 프롬프트가 너무나 긴 상황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컨텍스트 제한에 걸리거나 모델이 고장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지금은 많이 간단하게 만들었지만 정보가 온전히</a:t>
            </a:r>
            <a:br>
              <a:rPr lang="en-US" altLang="ko-KR" dirty="0"/>
            </a:br>
            <a:r>
              <a:rPr lang="ko-KR" altLang="en-US" dirty="0"/>
              <a:t>전달되지 않는 아쉬움 존재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다른 방법으로 전달할 방법 찾기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05447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391CE-07E9-C8FD-D30B-1DFEC576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F1A2F7-635F-A1A0-5399-CADCE19ED7C7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-18-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BA4AFF74-CFC6-B54D-607E-8F5487641B6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향후 계획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DDDF5-BAE7-C20E-62A0-D23F24660901}"/>
              </a:ext>
            </a:extLst>
          </p:cNvPr>
          <p:cNvSpPr txBox="1"/>
          <p:nvPr/>
        </p:nvSpPr>
        <p:spPr>
          <a:xfrm>
            <a:off x="6096000" y="2370857"/>
            <a:ext cx="4240263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KIS API</a:t>
            </a:r>
            <a:r>
              <a:rPr lang="ko-KR" altLang="en-US" dirty="0"/>
              <a:t>를 발급받으려고 </a:t>
            </a:r>
            <a:r>
              <a:rPr lang="ko-KR" altLang="en-US" dirty="0" err="1"/>
              <a:t>만들다보니</a:t>
            </a:r>
            <a:r>
              <a:rPr lang="ko-KR" altLang="en-US" dirty="0"/>
              <a:t> 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자체적으로 모의 투자 기능이 존재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아 이거 보고 아차 싶었습니다</a:t>
            </a:r>
            <a:endParaRPr lang="en-US" altLang="ko-KR" dirty="0"/>
          </a:p>
        </p:txBody>
      </p:sp>
      <p:pic>
        <p:nvPicPr>
          <p:cNvPr id="5" name="그림 4" descr="Mock Investment Account,&#10;&#10;AI 생성 콘텐츠는 정확하지 않을 수 있습니다.">
            <a:extLst>
              <a:ext uri="{FF2B5EF4-FFF2-40B4-BE49-F238E27FC236}">
                <a16:creationId xmlns:a16="http://schemas.microsoft.com/office/drawing/2014/main" id="{9507D794-E8D4-0784-3D83-CB98B3D0F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31132"/>
            <a:ext cx="4432216" cy="554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17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A6FEE-2ECD-5D10-4FF4-4B063AEF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E6E47E-7292-6E4D-A016-82EDE7FAA027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-19-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FF45040-594C-22C5-0723-E9E95678C42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향후 계획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B6A64E-B092-DFB9-1291-9FC058EED2D6}"/>
              </a:ext>
            </a:extLst>
          </p:cNvPr>
          <p:cNvSpPr txBox="1"/>
          <p:nvPr/>
        </p:nvSpPr>
        <p:spPr>
          <a:xfrm>
            <a:off x="5720526" y="2370857"/>
            <a:ext cx="5633273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그래도 보니 대학생들을 대상으로 모의 투자를</a:t>
            </a:r>
            <a:br>
              <a:rPr lang="en-US" altLang="ko-KR" dirty="0"/>
            </a:br>
            <a:r>
              <a:rPr lang="ko-KR" altLang="en-US" dirty="0"/>
              <a:t>해보는 대회도 존재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LLM</a:t>
            </a:r>
            <a:r>
              <a:rPr lang="ko-KR" altLang="en-US" dirty="0"/>
              <a:t>이 제대로 투자를 한다면 이걸로 해보는 것도 </a:t>
            </a:r>
            <a:br>
              <a:rPr lang="en-US" altLang="ko-KR" dirty="0"/>
            </a:br>
            <a:r>
              <a:rPr lang="ko-KR" altLang="en-US" dirty="0"/>
              <a:t>괜찮지 않을까 </a:t>
            </a:r>
            <a:endParaRPr lang="en-US" altLang="ko-KR" dirty="0"/>
          </a:p>
        </p:txBody>
      </p:sp>
      <p:pic>
        <p:nvPicPr>
          <p:cNvPr id="4" name="그림 3" descr="The image depicts a promotional poster for REBOOT KOREA 2026, featuring a trophy and stars, with a deadline for participation and a call to find a celebrity.&#10;&#10;AI 생성 콘텐츠는 정확하지 않을 수 있습니다.">
            <a:extLst>
              <a:ext uri="{FF2B5EF4-FFF2-40B4-BE49-F238E27FC236}">
                <a16:creationId xmlns:a16="http://schemas.microsoft.com/office/drawing/2014/main" id="{F15C3711-BFFE-233A-35AB-EEA7F76A25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420" b="12680"/>
          <a:stretch>
            <a:fillRect/>
          </a:stretch>
        </p:blipFill>
        <p:spPr>
          <a:xfrm>
            <a:off x="838200" y="1224772"/>
            <a:ext cx="3163373" cy="506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80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6138</TotalTime>
  <Words>419</Words>
  <Application>Microsoft Office PowerPoint</Application>
  <PresentationFormat>와이드스크린</PresentationFormat>
  <Paragraphs>129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AI에게 주식 시켜보기 (2)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종현 김</dc:creator>
  <cp:lastModifiedBy>종현 김</cp:lastModifiedBy>
  <cp:revision>3</cp:revision>
  <cp:lastPrinted>2026-07-13T16:27:23Z</cp:lastPrinted>
  <dcterms:created xsi:type="dcterms:W3CDTF">2025-09-25T05:57:29Z</dcterms:created>
  <dcterms:modified xsi:type="dcterms:W3CDTF">2026-07-28T06:27:33Z</dcterms:modified>
</cp:coreProperties>
</file>