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58" r:id="rId3"/>
    <p:sldId id="303" r:id="rId4"/>
    <p:sldId id="429" r:id="rId5"/>
    <p:sldId id="439" r:id="rId6"/>
    <p:sldId id="440" r:id="rId7"/>
    <p:sldId id="441" r:id="rId8"/>
    <p:sldId id="442" r:id="rId9"/>
    <p:sldId id="443" r:id="rId10"/>
    <p:sldId id="444" r:id="rId11"/>
    <p:sldId id="445" r:id="rId12"/>
    <p:sldId id="446" r:id="rId13"/>
    <p:sldId id="447" r:id="rId14"/>
    <p:sldId id="448" r:id="rId15"/>
    <p:sldId id="449" r:id="rId16"/>
    <p:sldId id="450" r:id="rId17"/>
    <p:sldId id="451" r:id="rId18"/>
    <p:sldId id="454" r:id="rId19"/>
    <p:sldId id="452" r:id="rId20"/>
    <p:sldId id="453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7EB"/>
    <a:srgbClr val="059669"/>
    <a:srgbClr val="D97706"/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3C22A-6124-4B13-877F-787901ADE655}" v="3" dt="2026-05-13T07:44:31.2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0" d="100"/>
          <a:sy n="80" d="100"/>
        </p:scale>
        <p:origin x="44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현 김" userId="4e62a0cd71f6508f" providerId="LiveId" clId="{6E62CB57-B7C1-44BE-9515-1C88952032F1}"/>
    <pc:docChg chg="undo custSel addSld delSld modSld sldOrd">
      <pc:chgData name="종현 김" userId="4e62a0cd71f6508f" providerId="LiveId" clId="{6E62CB57-B7C1-44BE-9515-1C88952032F1}" dt="2026-05-28T01:05:13.329" v="41998" actId="47"/>
      <pc:docMkLst>
        <pc:docMk/>
      </pc:docMkLst>
      <pc:sldChg chg="modSp mod">
        <pc:chgData name="종현 김" userId="4e62a0cd71f6508f" providerId="LiveId" clId="{6E62CB57-B7C1-44BE-9515-1C88952032F1}" dt="2026-05-13T07:43:41.471" v="41948" actId="20577"/>
        <pc:sldMkLst>
          <pc:docMk/>
          <pc:sldMk cId="3906222446" sldId="258"/>
        </pc:sldMkLst>
        <pc:spChg chg="mod">
          <ac:chgData name="종현 김" userId="4e62a0cd71f6508f" providerId="LiveId" clId="{6E62CB57-B7C1-44BE-9515-1C88952032F1}" dt="2026-05-13T07:43:41.471" v="41948" actId="20577"/>
          <ac:spMkLst>
            <pc:docMk/>
            <pc:sldMk cId="3906222446" sldId="258"/>
            <ac:spMk id="3" creationId="{7C778E5D-C179-E5E5-01C2-F5C104F2A85B}"/>
          </ac:spMkLst>
        </pc:spChg>
      </pc:sldChg>
      <pc:sldChg chg="modSp mod">
        <pc:chgData name="종현 김" userId="4e62a0cd71f6508f" providerId="LiveId" clId="{6E62CB57-B7C1-44BE-9515-1C88952032F1}" dt="2026-05-13T07:43:48.660" v="41954" actId="20577"/>
        <pc:sldMkLst>
          <pc:docMk/>
          <pc:sldMk cId="2937531716" sldId="259"/>
        </pc:sldMkLst>
        <pc:spChg chg="mod">
          <ac:chgData name="종현 김" userId="4e62a0cd71f6508f" providerId="LiveId" clId="{6E62CB57-B7C1-44BE-9515-1C88952032F1}" dt="2026-05-09T15:40:57.147" v="36127" actId="14100"/>
          <ac:spMkLst>
            <pc:docMk/>
            <pc:sldMk cId="2937531716" sldId="259"/>
            <ac:spMk id="2" creationId="{005A92FA-518A-0B6D-16FB-CD7306E21572}"/>
          </ac:spMkLst>
        </pc:spChg>
        <pc:spChg chg="mod">
          <ac:chgData name="종현 김" userId="4e62a0cd71f6508f" providerId="LiveId" clId="{6E62CB57-B7C1-44BE-9515-1C88952032F1}" dt="2026-05-13T07:43:48.660" v="41954" actId="20577"/>
          <ac:spMkLst>
            <pc:docMk/>
            <pc:sldMk cId="2937531716" sldId="259"/>
            <ac:spMk id="4" creationId="{C9087AB0-D8D5-7543-BEEF-A82F9DA2BBE9}"/>
          </ac:spMkLst>
        </pc:spChg>
      </pc:sldChg>
      <pc:sldChg chg="addSp delSp modSp mod">
        <pc:chgData name="종현 김" userId="4e62a0cd71f6508f" providerId="LiveId" clId="{6E62CB57-B7C1-44BE-9515-1C88952032F1}" dt="2026-05-10T07:10:37.384" v="36923" actId="207"/>
        <pc:sldMkLst>
          <pc:docMk/>
          <pc:sldMk cId="625091368" sldId="303"/>
        </pc:sldMkLst>
        <pc:spChg chg="mod">
          <ac:chgData name="종현 김" userId="4e62a0cd71f6508f" providerId="LiveId" clId="{6E62CB57-B7C1-44BE-9515-1C88952032F1}" dt="2026-05-09T15:43:37.935" v="36212" actId="20577"/>
          <ac:spMkLst>
            <pc:docMk/>
            <pc:sldMk cId="625091368" sldId="303"/>
            <ac:spMk id="2" creationId="{9EA74462-FE98-741B-07BD-9ED2CE655DFB}"/>
          </ac:spMkLst>
        </pc:spChg>
        <pc:spChg chg="mod">
          <ac:chgData name="종현 김" userId="4e62a0cd71f6508f" providerId="LiveId" clId="{6E62CB57-B7C1-44BE-9515-1C88952032F1}" dt="2026-05-09T15:52:32.448" v="36340" actId="1076"/>
          <ac:spMkLst>
            <pc:docMk/>
            <pc:sldMk cId="625091368" sldId="303"/>
            <ac:spMk id="17" creationId="{CD179E85-3F74-EAC3-5B1E-5A5C7D6F3FA9}"/>
          </ac:spMkLst>
        </pc:spChg>
        <pc:spChg chg="add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18" creationId="{BBC70D38-4790-146E-7E48-8DF5E573FACA}"/>
          </ac:spMkLst>
        </pc:spChg>
        <pc:spChg chg="add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19" creationId="{D0CDC244-7D24-3103-FE1D-9A572A7D5BA0}"/>
          </ac:spMkLst>
        </pc:spChg>
        <pc:spChg chg="add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20" creationId="{D31F2FA6-A962-750D-D0CC-950A36C11775}"/>
          </ac:spMkLst>
        </pc:spChg>
        <pc:spChg chg="mod">
          <ac:chgData name="종현 김" userId="4e62a0cd71f6508f" providerId="LiveId" clId="{6E62CB57-B7C1-44BE-9515-1C88952032F1}" dt="2026-05-09T15:52:32.603" v="36341" actId="1076"/>
          <ac:spMkLst>
            <pc:docMk/>
            <pc:sldMk cId="625091368" sldId="303"/>
            <ac:spMk id="21" creationId="{2FB5C456-B317-2680-7D2A-D03D58E26BFC}"/>
          </ac:spMkLst>
        </pc:spChg>
        <pc:spChg chg="add mod">
          <ac:chgData name="종현 김" userId="4e62a0cd71f6508f" providerId="LiveId" clId="{6E62CB57-B7C1-44BE-9515-1C88952032F1}" dt="2026-05-10T07:10:37.384" v="36923" actId="207"/>
          <ac:spMkLst>
            <pc:docMk/>
            <pc:sldMk cId="625091368" sldId="303"/>
            <ac:spMk id="22" creationId="{4FB3524F-6AB8-41B3-393B-D529F13A7138}"/>
          </ac:spMkLst>
        </pc:spChg>
        <pc:spChg chg="add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23" creationId="{41D08AAE-297A-C950-A342-B22099132AD9}"/>
          </ac:spMkLst>
        </pc:spChg>
        <pc:spChg chg="add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24" creationId="{0745E091-4BC2-DCE3-B571-9ED3ECC12590}"/>
          </ac:spMkLst>
        </pc:spChg>
        <pc:spChg chg="add del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25" creationId="{5428491D-0D4A-E343-3FC1-3ECA848B23DB}"/>
          </ac:spMkLst>
        </pc:spChg>
        <pc:spChg chg="add del mod">
          <ac:chgData name="종현 김" userId="4e62a0cd71f6508f" providerId="LiveId" clId="{6E62CB57-B7C1-44BE-9515-1C88952032F1}" dt="2026-05-10T07:00:24.943" v="36860" actId="207"/>
          <ac:spMkLst>
            <pc:docMk/>
            <pc:sldMk cId="625091368" sldId="303"/>
            <ac:spMk id="26" creationId="{2F88DB26-ED32-E243-A5FE-804FD008603A}"/>
          </ac:spMkLst>
        </pc:spChg>
        <pc:spChg chg="add del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27" creationId="{736A4F55-E450-C5AA-75A1-BD448C5F07D1}"/>
          </ac:spMkLst>
        </pc:spChg>
        <pc:spChg chg="add del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28" creationId="{7914946D-2C89-DE91-0A15-B9DAF382B34D}"/>
          </ac:spMkLst>
        </pc:spChg>
        <pc:spChg chg="add mod">
          <ac:chgData name="종현 김" userId="4e62a0cd71f6508f" providerId="LiveId" clId="{6E62CB57-B7C1-44BE-9515-1C88952032F1}" dt="2026-05-09T15:53:43.682" v="36475" actId="1076"/>
          <ac:spMkLst>
            <pc:docMk/>
            <pc:sldMk cId="625091368" sldId="303"/>
            <ac:spMk id="30" creationId="{88598050-7C8B-4F06-95BB-4A68EB864B66}"/>
          </ac:spMkLst>
        </pc:spChg>
      </pc:sldChg>
      <pc:sldChg chg="addSp delSp modSp mod">
        <pc:chgData name="종현 김" userId="4e62a0cd71f6508f" providerId="LiveId" clId="{6E62CB57-B7C1-44BE-9515-1C88952032F1}" dt="2026-05-13T07:43:53.652" v="41956" actId="20577"/>
        <pc:sldMkLst>
          <pc:docMk/>
          <pc:sldMk cId="3357436625" sldId="429"/>
        </pc:sldMkLst>
        <pc:spChg chg="mod">
          <ac:chgData name="종현 김" userId="4e62a0cd71f6508f" providerId="LiveId" clId="{6E62CB57-B7C1-44BE-9515-1C88952032F1}" dt="2026-05-13T07:43:53.652" v="41956" actId="20577"/>
          <ac:spMkLst>
            <pc:docMk/>
            <pc:sldMk cId="3357436625" sldId="429"/>
            <ac:spMk id="3" creationId="{F2C839F4-00CF-B48F-F842-B90666AD3CA1}"/>
          </ac:spMkLst>
        </pc:spChg>
        <pc:spChg chg="add mod">
          <ac:chgData name="종현 김" userId="4e62a0cd71f6508f" providerId="LiveId" clId="{6E62CB57-B7C1-44BE-9515-1C88952032F1}" dt="2026-05-10T06:55:42.900" v="36579" actId="20577"/>
          <ac:spMkLst>
            <pc:docMk/>
            <pc:sldMk cId="3357436625" sldId="429"/>
            <ac:spMk id="9" creationId="{B724D360-C967-E499-6580-2D5F93B7E4A1}"/>
          </ac:spMkLst>
        </pc:spChg>
        <pc:spChg chg="add mod">
          <ac:chgData name="종현 김" userId="4e62a0cd71f6508f" providerId="LiveId" clId="{6E62CB57-B7C1-44BE-9515-1C88952032F1}" dt="2026-05-10T06:57:02.231" v="36676" actId="1076"/>
          <ac:spMkLst>
            <pc:docMk/>
            <pc:sldMk cId="3357436625" sldId="429"/>
            <ac:spMk id="10" creationId="{6E73103E-2AA5-0F4C-726F-301A6F65CC25}"/>
          </ac:spMkLst>
        </pc:spChg>
        <pc:spChg chg="add mod">
          <ac:chgData name="종현 김" userId="4e62a0cd71f6508f" providerId="LiveId" clId="{6E62CB57-B7C1-44BE-9515-1C88952032F1}" dt="2026-05-10T07:28:07.298" v="37263" actId="208"/>
          <ac:spMkLst>
            <pc:docMk/>
            <pc:sldMk cId="3357436625" sldId="429"/>
            <ac:spMk id="11" creationId="{2F2AC742-2838-343D-E7EF-BD0FABFF51B2}"/>
          </ac:spMkLst>
        </pc:spChg>
        <pc:spChg chg="add mod">
          <ac:chgData name="종현 김" userId="4e62a0cd71f6508f" providerId="LiveId" clId="{6E62CB57-B7C1-44BE-9515-1C88952032F1}" dt="2026-05-10T06:57:02.231" v="36676" actId="1076"/>
          <ac:spMkLst>
            <pc:docMk/>
            <pc:sldMk cId="3357436625" sldId="429"/>
            <ac:spMk id="12" creationId="{94E1DE99-1578-4B9A-3643-1BC903E099AF}"/>
          </ac:spMkLst>
        </pc:spChg>
        <pc:spChg chg="add mod">
          <ac:chgData name="종현 김" userId="4e62a0cd71f6508f" providerId="LiveId" clId="{6E62CB57-B7C1-44BE-9515-1C88952032F1}" dt="2026-05-10T06:57:02.231" v="36676" actId="1076"/>
          <ac:spMkLst>
            <pc:docMk/>
            <pc:sldMk cId="3357436625" sldId="429"/>
            <ac:spMk id="13" creationId="{99D7635F-D91B-1D34-78D0-686CBA8C1ADA}"/>
          </ac:spMkLst>
        </pc:spChg>
        <pc:spChg chg="add mod">
          <ac:chgData name="종현 김" userId="4e62a0cd71f6508f" providerId="LiveId" clId="{6E62CB57-B7C1-44BE-9515-1C88952032F1}" dt="2026-05-10T06:57:10.385" v="36678" actId="1076"/>
          <ac:spMkLst>
            <pc:docMk/>
            <pc:sldMk cId="3357436625" sldId="429"/>
            <ac:spMk id="14" creationId="{CFDC02AF-4C9F-60AA-05BF-6F22049F065C}"/>
          </ac:spMkLst>
        </pc:spChg>
        <pc:spChg chg="add mod">
          <ac:chgData name="종현 김" userId="4e62a0cd71f6508f" providerId="LiveId" clId="{6E62CB57-B7C1-44BE-9515-1C88952032F1}" dt="2026-05-10T07:00:42.004" v="36863" actId="208"/>
          <ac:spMkLst>
            <pc:docMk/>
            <pc:sldMk cId="3357436625" sldId="429"/>
            <ac:spMk id="15" creationId="{16580024-66F8-42DC-1078-121AE450632A}"/>
          </ac:spMkLst>
        </pc:spChg>
        <pc:spChg chg="add mod">
          <ac:chgData name="종현 김" userId="4e62a0cd71f6508f" providerId="LiveId" clId="{6E62CB57-B7C1-44BE-9515-1C88952032F1}" dt="2026-05-10T07:00:35.647" v="36862" actId="207"/>
          <ac:spMkLst>
            <pc:docMk/>
            <pc:sldMk cId="3357436625" sldId="429"/>
            <ac:spMk id="16" creationId="{9D33E277-7904-3F44-79F9-7704FA28E31C}"/>
          </ac:spMkLst>
        </pc:spChg>
        <pc:spChg chg="add mod">
          <ac:chgData name="종현 김" userId="4e62a0cd71f6508f" providerId="LiveId" clId="{6E62CB57-B7C1-44BE-9515-1C88952032F1}" dt="2026-05-10T06:57:38.429" v="36739" actId="20577"/>
          <ac:spMkLst>
            <pc:docMk/>
            <pc:sldMk cId="3357436625" sldId="429"/>
            <ac:spMk id="17" creationId="{D82F17C0-3A61-B688-2A13-752C673FA91E}"/>
          </ac:spMkLst>
        </pc:spChg>
        <pc:spChg chg="add mod">
          <ac:chgData name="종현 김" userId="4e62a0cd71f6508f" providerId="LiveId" clId="{6E62CB57-B7C1-44BE-9515-1C88952032F1}" dt="2026-05-10T06:58:14.548" v="36859" actId="1076"/>
          <ac:spMkLst>
            <pc:docMk/>
            <pc:sldMk cId="3357436625" sldId="429"/>
            <ac:spMk id="18" creationId="{7A651BA5-DAF6-43E0-453C-50C0D754F786}"/>
          </ac:spMkLst>
        </pc:spChg>
        <pc:picChg chg="add mod modCrop">
          <ac:chgData name="종현 김" userId="4e62a0cd71f6508f" providerId="LiveId" clId="{6E62CB57-B7C1-44BE-9515-1C88952032F1}" dt="2026-05-12T05:59:08.575" v="40211" actId="1076"/>
          <ac:picMkLst>
            <pc:docMk/>
            <pc:sldMk cId="3357436625" sldId="429"/>
            <ac:picMk id="6" creationId="{34479734-427F-C85E-BA6E-3885A947EA33}"/>
          </ac:picMkLst>
        </pc:picChg>
      </pc:sldChg>
      <pc:sldChg chg="addSp delSp modSp add mod">
        <pc:chgData name="종현 김" userId="4e62a0cd71f6508f" providerId="LiveId" clId="{6E62CB57-B7C1-44BE-9515-1C88952032F1}" dt="2026-05-13T07:43:57.117" v="41958" actId="20577"/>
        <pc:sldMkLst>
          <pc:docMk/>
          <pc:sldMk cId="722186645" sldId="439"/>
        </pc:sldMkLst>
        <pc:spChg chg="add mod">
          <ac:chgData name="종현 김" userId="4e62a0cd71f6508f" providerId="LiveId" clId="{6E62CB57-B7C1-44BE-9515-1C88952032F1}" dt="2026-05-10T07:15:27.951" v="37093" actId="208"/>
          <ac:spMkLst>
            <pc:docMk/>
            <pc:sldMk cId="722186645" sldId="439"/>
            <ac:spMk id="2" creationId="{A9AEC493-B2A2-3BF4-2FD6-6265B81B2B81}"/>
          </ac:spMkLst>
        </pc:spChg>
        <pc:spChg chg="mod">
          <ac:chgData name="종현 김" userId="4e62a0cd71f6508f" providerId="LiveId" clId="{6E62CB57-B7C1-44BE-9515-1C88952032F1}" dt="2026-05-13T07:43:57.117" v="41958" actId="20577"/>
          <ac:spMkLst>
            <pc:docMk/>
            <pc:sldMk cId="722186645" sldId="439"/>
            <ac:spMk id="3" creationId="{EA21F4EE-A1E7-6E34-1859-64AEBE485B1E}"/>
          </ac:spMkLst>
        </pc:spChg>
        <pc:spChg chg="add mod">
          <ac:chgData name="종현 김" userId="4e62a0cd71f6508f" providerId="LiveId" clId="{6E62CB57-B7C1-44BE-9515-1C88952032F1}" dt="2026-05-10T07:15:10.119" v="37090" actId="1076"/>
          <ac:spMkLst>
            <pc:docMk/>
            <pc:sldMk cId="722186645" sldId="439"/>
            <ac:spMk id="4" creationId="{1B532D41-3382-5E37-E33A-ACCE7DA1EE05}"/>
          </ac:spMkLst>
        </pc:spChg>
        <pc:spChg chg="add mod">
          <ac:chgData name="종현 김" userId="4e62a0cd71f6508f" providerId="LiveId" clId="{6E62CB57-B7C1-44BE-9515-1C88952032F1}" dt="2026-05-10T07:15:30.197" v="37094" actId="208"/>
          <ac:spMkLst>
            <pc:docMk/>
            <pc:sldMk cId="722186645" sldId="439"/>
            <ac:spMk id="5" creationId="{11ED077C-8CD8-D523-B8EB-52CC3925FB57}"/>
          </ac:spMkLst>
        </pc:spChg>
        <pc:spChg chg="add mod">
          <ac:chgData name="종현 김" userId="4e62a0cd71f6508f" providerId="LiveId" clId="{6E62CB57-B7C1-44BE-9515-1C88952032F1}" dt="2026-05-10T07:15:10.119" v="37090" actId="1076"/>
          <ac:spMkLst>
            <pc:docMk/>
            <pc:sldMk cId="722186645" sldId="439"/>
            <ac:spMk id="7" creationId="{44CCE9E9-65DD-8BC9-E4A9-9C8487EE51FC}"/>
          </ac:spMkLst>
        </pc:spChg>
        <pc:spChg chg="add mod">
          <ac:chgData name="종현 김" userId="4e62a0cd71f6508f" providerId="LiveId" clId="{6E62CB57-B7C1-44BE-9515-1C88952032F1}" dt="2026-05-10T07:15:32.567" v="37095" actId="208"/>
          <ac:spMkLst>
            <pc:docMk/>
            <pc:sldMk cId="722186645" sldId="439"/>
            <ac:spMk id="8" creationId="{65463FFE-D622-C62B-D93C-4850BB22F926}"/>
          </ac:spMkLst>
        </pc:spChg>
        <pc:spChg chg="mod">
          <ac:chgData name="종현 김" userId="4e62a0cd71f6508f" providerId="LiveId" clId="{6E62CB57-B7C1-44BE-9515-1C88952032F1}" dt="2026-05-10T07:09:55.569" v="36921" actId="20577"/>
          <ac:spMkLst>
            <pc:docMk/>
            <pc:sldMk cId="722186645" sldId="439"/>
            <ac:spMk id="9" creationId="{1C57E536-FBAD-B53B-6F8C-3460B8FC4399}"/>
          </ac:spMkLst>
        </pc:spChg>
        <pc:spChg chg="mod">
          <ac:chgData name="종현 김" userId="4e62a0cd71f6508f" providerId="LiveId" clId="{6E62CB57-B7C1-44BE-9515-1C88952032F1}" dt="2026-05-10T07:28:17.359" v="37267" actId="1076"/>
          <ac:spMkLst>
            <pc:docMk/>
            <pc:sldMk cId="722186645" sldId="439"/>
            <ac:spMk id="10" creationId="{A0116456-1EA3-3F5E-1D96-0C9520714DA9}"/>
          </ac:spMkLst>
        </pc:spChg>
        <pc:spChg chg="mod">
          <ac:chgData name="종현 김" userId="4e62a0cd71f6508f" providerId="LiveId" clId="{6E62CB57-B7C1-44BE-9515-1C88952032F1}" dt="2026-05-10T07:28:14.024" v="37265" actId="207"/>
          <ac:spMkLst>
            <pc:docMk/>
            <pc:sldMk cId="722186645" sldId="439"/>
            <ac:spMk id="11" creationId="{A1EB052C-22DB-25B8-E79D-6CE1D1F67F65}"/>
          </ac:spMkLst>
        </pc:spChg>
        <pc:spChg chg="mod">
          <ac:chgData name="종현 김" userId="4e62a0cd71f6508f" providerId="LiveId" clId="{6E62CB57-B7C1-44BE-9515-1C88952032F1}" dt="2026-05-10T07:28:46.517" v="37282" actId="20577"/>
          <ac:spMkLst>
            <pc:docMk/>
            <pc:sldMk cId="722186645" sldId="439"/>
            <ac:spMk id="12" creationId="{343344AE-7E60-6AE3-9E16-6EBE2BA82C25}"/>
          </ac:spMkLst>
        </pc:spChg>
        <pc:spChg chg="mod">
          <ac:chgData name="종현 김" userId="4e62a0cd71f6508f" providerId="LiveId" clId="{6E62CB57-B7C1-44BE-9515-1C88952032F1}" dt="2026-05-10T07:16:18.202" v="37196" actId="14100"/>
          <ac:spMkLst>
            <pc:docMk/>
            <pc:sldMk cId="722186645" sldId="439"/>
            <ac:spMk id="13" creationId="{547ACCEB-D720-A4FC-26D3-57393E45B169}"/>
          </ac:spMkLst>
        </pc:spChg>
        <pc:spChg chg="mod">
          <ac:chgData name="종현 김" userId="4e62a0cd71f6508f" providerId="LiveId" clId="{6E62CB57-B7C1-44BE-9515-1C88952032F1}" dt="2026-05-10T07:15:15.751" v="37091" actId="1076"/>
          <ac:spMkLst>
            <pc:docMk/>
            <pc:sldMk cId="722186645" sldId="439"/>
            <ac:spMk id="14" creationId="{02F48FCF-3ABE-3A98-EA03-9877404C7871}"/>
          </ac:spMkLst>
        </pc:spChg>
        <pc:spChg chg="mod">
          <ac:chgData name="종현 김" userId="4e62a0cd71f6508f" providerId="LiveId" clId="{6E62CB57-B7C1-44BE-9515-1C88952032F1}" dt="2026-05-10T07:28:34.243" v="37271" actId="207"/>
          <ac:spMkLst>
            <pc:docMk/>
            <pc:sldMk cId="722186645" sldId="439"/>
            <ac:spMk id="15" creationId="{AF5C7A95-5A90-BF23-A351-D915695A69AF}"/>
          </ac:spMkLst>
        </pc:spChg>
        <pc:spChg chg="mod">
          <ac:chgData name="종현 김" userId="4e62a0cd71f6508f" providerId="LiveId" clId="{6E62CB57-B7C1-44BE-9515-1C88952032F1}" dt="2026-05-10T07:28:59.672" v="37314" actId="20577"/>
          <ac:spMkLst>
            <pc:docMk/>
            <pc:sldMk cId="722186645" sldId="439"/>
            <ac:spMk id="16" creationId="{375002E7-0380-600A-8CD7-B5B287DD100B}"/>
          </ac:spMkLst>
        </pc:spChg>
        <pc:spChg chg="mod">
          <ac:chgData name="종현 김" userId="4e62a0cd71f6508f" providerId="LiveId" clId="{6E62CB57-B7C1-44BE-9515-1C88952032F1}" dt="2026-05-10T07:27:39.447" v="37262" actId="20577"/>
          <ac:spMkLst>
            <pc:docMk/>
            <pc:sldMk cId="722186645" sldId="439"/>
            <ac:spMk id="17" creationId="{2326DC53-9662-A18B-38D5-3E06778F1574}"/>
          </ac:spMkLst>
        </pc:spChg>
        <pc:spChg chg="add mod">
          <ac:chgData name="종현 김" userId="4e62a0cd71f6508f" providerId="LiveId" clId="{6E62CB57-B7C1-44BE-9515-1C88952032F1}" dt="2026-05-10T07:15:10.119" v="37090" actId="1076"/>
          <ac:spMkLst>
            <pc:docMk/>
            <pc:sldMk cId="722186645" sldId="439"/>
            <ac:spMk id="19" creationId="{91A1A481-C3DA-1F0D-EE99-4AED4B623A34}"/>
          </ac:spMkLst>
        </pc:spChg>
        <pc:spChg chg="add mod">
          <ac:chgData name="종현 김" userId="4e62a0cd71f6508f" providerId="LiveId" clId="{6E62CB57-B7C1-44BE-9515-1C88952032F1}" dt="2026-05-10T07:15:34.719" v="37096" actId="208"/>
          <ac:spMkLst>
            <pc:docMk/>
            <pc:sldMk cId="722186645" sldId="439"/>
            <ac:spMk id="20" creationId="{B9705A99-2008-49D6-6237-3C1A355CEE85}"/>
          </ac:spMkLst>
        </pc:spChg>
        <pc:spChg chg="add mod">
          <ac:chgData name="종현 김" userId="4e62a0cd71f6508f" providerId="LiveId" clId="{6E62CB57-B7C1-44BE-9515-1C88952032F1}" dt="2026-05-10T07:15:10.119" v="37090" actId="1076"/>
          <ac:spMkLst>
            <pc:docMk/>
            <pc:sldMk cId="722186645" sldId="439"/>
            <ac:spMk id="21" creationId="{EFD8B8CC-308D-697D-26CE-B7F348BE58ED}"/>
          </ac:spMkLst>
        </pc:spChg>
        <pc:cxnChg chg="add mod">
          <ac:chgData name="종현 김" userId="4e62a0cd71f6508f" providerId="LiveId" clId="{6E62CB57-B7C1-44BE-9515-1C88952032F1}" dt="2026-05-10T07:15:38.882" v="37098" actId="14100"/>
          <ac:cxnSpMkLst>
            <pc:docMk/>
            <pc:sldMk cId="722186645" sldId="439"/>
            <ac:cxnSpMk id="23" creationId="{8F8BDD00-3000-3A00-4BA0-A3D72CE10C90}"/>
          </ac:cxnSpMkLst>
        </pc:cxnChg>
        <pc:cxnChg chg="add mod">
          <ac:chgData name="종현 김" userId="4e62a0cd71f6508f" providerId="LiveId" clId="{6E62CB57-B7C1-44BE-9515-1C88952032F1}" dt="2026-05-10T07:15:43.434" v="37101" actId="14100"/>
          <ac:cxnSpMkLst>
            <pc:docMk/>
            <pc:sldMk cId="722186645" sldId="439"/>
            <ac:cxnSpMk id="25" creationId="{DC4401EB-D83E-71C0-D244-C185CF741724}"/>
          </ac:cxnSpMkLst>
        </pc:cxnChg>
        <pc:cxnChg chg="add mod">
          <ac:chgData name="종현 김" userId="4e62a0cd71f6508f" providerId="LiveId" clId="{6E62CB57-B7C1-44BE-9515-1C88952032F1}" dt="2026-05-10T07:15:48.929" v="37104" actId="14100"/>
          <ac:cxnSpMkLst>
            <pc:docMk/>
            <pc:sldMk cId="722186645" sldId="439"/>
            <ac:cxnSpMk id="28" creationId="{EFB4D5F8-DF66-DE15-88DB-F407C5D67F43}"/>
          </ac:cxnSpMkLst>
        </pc:cxnChg>
      </pc:sldChg>
      <pc:sldChg chg="addSp delSp modSp add mod">
        <pc:chgData name="종현 김" userId="4e62a0cd71f6508f" providerId="LiveId" clId="{6E62CB57-B7C1-44BE-9515-1C88952032F1}" dt="2026-05-13T07:44:01.008" v="41960" actId="20577"/>
        <pc:sldMkLst>
          <pc:docMk/>
          <pc:sldMk cId="2396671327" sldId="440"/>
        </pc:sldMkLst>
        <pc:spChg chg="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2" creationId="{BAE115D6-80CC-3F46-D66B-5FE3E80A377B}"/>
          </ac:spMkLst>
        </pc:spChg>
        <pc:spChg chg="mod">
          <ac:chgData name="종현 김" userId="4e62a0cd71f6508f" providerId="LiveId" clId="{6E62CB57-B7C1-44BE-9515-1C88952032F1}" dt="2026-05-13T07:44:01.008" v="41960" actId="20577"/>
          <ac:spMkLst>
            <pc:docMk/>
            <pc:sldMk cId="2396671327" sldId="440"/>
            <ac:spMk id="3" creationId="{142890E7-844B-BF90-60CC-04B710F3BA8B}"/>
          </ac:spMkLst>
        </pc:spChg>
        <pc:spChg chg="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4" creationId="{F0AF32CC-4676-D881-7F4C-CF01E1C996C2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6" creationId="{ABA40C0F-58D7-3368-FF0E-58D26226A945}"/>
          </ac:spMkLst>
        </pc:spChg>
        <pc:spChg chg="mod">
          <ac:chgData name="종현 김" userId="4e62a0cd71f6508f" providerId="LiveId" clId="{6E62CB57-B7C1-44BE-9515-1C88952032F1}" dt="2026-05-10T07:38:51.638" v="37705" actId="20577"/>
          <ac:spMkLst>
            <pc:docMk/>
            <pc:sldMk cId="2396671327" sldId="440"/>
            <ac:spMk id="9" creationId="{9074F343-CF84-E722-14EA-3B0C8D44CEC2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18" creationId="{94716BB6-2BE2-7D04-166B-C7BDE30CBF26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24" creationId="{740BDF0C-3C73-7EAA-6108-0C7079376189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26" creationId="{7C0D1711-A48B-BD32-6B9D-72C36F088E14}"/>
          </ac:spMkLst>
        </pc:spChg>
        <pc:spChg chg="add mod">
          <ac:chgData name="종현 김" userId="4e62a0cd71f6508f" providerId="LiveId" clId="{6E62CB57-B7C1-44BE-9515-1C88952032F1}" dt="2026-05-10T07:30:36.017" v="37368" actId="1076"/>
          <ac:spMkLst>
            <pc:docMk/>
            <pc:sldMk cId="2396671327" sldId="440"/>
            <ac:spMk id="29" creationId="{A416FC88-306F-B946-6A62-9FCB5C1D5423}"/>
          </ac:spMkLst>
        </pc:spChg>
        <pc:spChg chg="add mod">
          <ac:chgData name="종현 김" userId="4e62a0cd71f6508f" providerId="LiveId" clId="{6E62CB57-B7C1-44BE-9515-1C88952032F1}" dt="2026-05-10T07:30:36.017" v="37368" actId="1076"/>
          <ac:spMkLst>
            <pc:docMk/>
            <pc:sldMk cId="2396671327" sldId="440"/>
            <ac:spMk id="30" creationId="{04A173AF-E81C-1FF6-B422-EF770ADE60CF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34" creationId="{C3536FAE-4646-36FA-4E78-FC58D2815807}"/>
          </ac:spMkLst>
        </pc:spChg>
        <pc:spChg chg="add mod">
          <ac:chgData name="종현 김" userId="4e62a0cd71f6508f" providerId="LiveId" clId="{6E62CB57-B7C1-44BE-9515-1C88952032F1}" dt="2026-05-10T07:31:26.785" v="37429" actId="20577"/>
          <ac:spMkLst>
            <pc:docMk/>
            <pc:sldMk cId="2396671327" sldId="440"/>
            <ac:spMk id="35" creationId="{D2099643-A920-EA81-E29D-DD17D7497189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39" creationId="{A0230C17-177A-CE43-4D27-A1CEE0270CF6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40" creationId="{B960AAFD-F378-39CF-0AE7-71863CBC3ED3}"/>
          </ac:spMkLst>
        </pc:spChg>
        <pc:spChg chg="add mod">
          <ac:chgData name="종현 김" userId="4e62a0cd71f6508f" providerId="LiveId" clId="{6E62CB57-B7C1-44BE-9515-1C88952032F1}" dt="2026-05-10T07:32:52.002" v="37667" actId="1076"/>
          <ac:spMkLst>
            <pc:docMk/>
            <pc:sldMk cId="2396671327" sldId="440"/>
            <ac:spMk id="41" creationId="{5D94B951-4B00-15AA-2C68-777E983C22E9}"/>
          </ac:spMkLst>
        </pc:spChg>
        <pc:spChg chg="add mod">
          <ac:chgData name="종현 김" userId="4e62a0cd71f6508f" providerId="LiveId" clId="{6E62CB57-B7C1-44BE-9515-1C88952032F1}" dt="2026-05-10T07:32:04.931" v="37530" actId="20577"/>
          <ac:spMkLst>
            <pc:docMk/>
            <pc:sldMk cId="2396671327" sldId="440"/>
            <ac:spMk id="42" creationId="{489695D6-1A69-4C19-90CE-41B7DB1F613A}"/>
          </ac:spMkLst>
        </pc:spChg>
        <pc:spChg chg="add mod">
          <ac:chgData name="종현 김" userId="4e62a0cd71f6508f" providerId="LiveId" clId="{6E62CB57-B7C1-44BE-9515-1C88952032F1}" dt="2026-05-10T07:33:16.061" v="37696" actId="1076"/>
          <ac:spMkLst>
            <pc:docMk/>
            <pc:sldMk cId="2396671327" sldId="440"/>
            <ac:spMk id="43" creationId="{0029CF4C-3960-F0C8-7734-882FBE06C799}"/>
          </ac:spMkLst>
        </pc:spChg>
        <pc:cxnChg chg="add mod">
          <ac:chgData name="종현 김" userId="4e62a0cd71f6508f" providerId="LiveId" clId="{6E62CB57-B7C1-44BE-9515-1C88952032F1}" dt="2026-05-10T07:30:38.672" v="37369" actId="14100"/>
          <ac:cxnSpMkLst>
            <pc:docMk/>
            <pc:sldMk cId="2396671327" sldId="440"/>
            <ac:cxnSpMk id="22" creationId="{BF7AF4C4-1748-785F-E291-362B7139F5F9}"/>
          </ac:cxnSpMkLst>
        </pc:cxnChg>
        <pc:cxnChg chg="mod">
          <ac:chgData name="종현 김" userId="4e62a0cd71f6508f" providerId="LiveId" clId="{6E62CB57-B7C1-44BE-9515-1C88952032F1}" dt="2026-05-10T07:30:40.817" v="37370" actId="14100"/>
          <ac:cxnSpMkLst>
            <pc:docMk/>
            <pc:sldMk cId="2396671327" sldId="440"/>
            <ac:cxnSpMk id="23" creationId="{0315CE98-56E6-EECF-B9D4-F0B7DB48E149}"/>
          </ac:cxnSpMkLst>
        </pc:cxnChg>
        <pc:cxnChg chg="add mod">
          <ac:chgData name="종현 김" userId="4e62a0cd71f6508f" providerId="LiveId" clId="{6E62CB57-B7C1-44BE-9515-1C88952032F1}" dt="2026-05-10T07:30:42.895" v="37371" actId="14100"/>
          <ac:cxnSpMkLst>
            <pc:docMk/>
            <pc:sldMk cId="2396671327" sldId="440"/>
            <ac:cxnSpMk id="27" creationId="{16123D1C-FB50-D999-9FD7-402C10E9A59C}"/>
          </ac:cxnSpMkLst>
        </pc:cxnChg>
        <pc:cxnChg chg="add mod">
          <ac:chgData name="종현 김" userId="4e62a0cd71f6508f" providerId="LiveId" clId="{6E62CB57-B7C1-44BE-9515-1C88952032F1}" dt="2026-05-10T07:31:11.678" v="37387" actId="14100"/>
          <ac:cxnSpMkLst>
            <pc:docMk/>
            <pc:sldMk cId="2396671327" sldId="440"/>
            <ac:cxnSpMk id="36" creationId="{46E2DC83-A691-69AF-8AD4-19AD0EEFE6AD}"/>
          </ac:cxnSpMkLst>
        </pc:cxnChg>
      </pc:sldChg>
      <pc:sldChg chg="addSp delSp modSp add mod">
        <pc:chgData name="종현 김" userId="4e62a0cd71f6508f" providerId="LiveId" clId="{6E62CB57-B7C1-44BE-9515-1C88952032F1}" dt="2026-05-10T08:18:13.968" v="37954"/>
        <pc:sldMkLst>
          <pc:docMk/>
          <pc:sldMk cId="3264287960" sldId="441"/>
        </pc:sldMkLst>
        <pc:spChg chg="add mod">
          <ac:chgData name="종현 김" userId="4e62a0cd71f6508f" providerId="LiveId" clId="{6E62CB57-B7C1-44BE-9515-1C88952032F1}" dt="2026-05-10T08:15:11.858" v="37905" actId="14100"/>
          <ac:spMkLst>
            <pc:docMk/>
            <pc:sldMk cId="3264287960" sldId="441"/>
            <ac:spMk id="5" creationId="{D1744F4C-8D9A-B335-1DA1-18F404C6C8EA}"/>
          </ac:spMkLst>
        </pc:spChg>
        <pc:spChg chg="add mod">
          <ac:chgData name="종현 김" userId="4e62a0cd71f6508f" providerId="LiveId" clId="{6E62CB57-B7C1-44BE-9515-1C88952032F1}" dt="2026-05-10T08:16:06.999" v="37946" actId="20577"/>
          <ac:spMkLst>
            <pc:docMk/>
            <pc:sldMk cId="3264287960" sldId="441"/>
            <ac:spMk id="7" creationId="{2F7547D9-EAE5-51B8-4162-5000DBA4B4C0}"/>
          </ac:spMkLst>
        </pc:spChg>
        <pc:spChg chg="add mod">
          <ac:chgData name="종현 김" userId="4e62a0cd71f6508f" providerId="LiveId" clId="{6E62CB57-B7C1-44BE-9515-1C88952032F1}" dt="2026-05-10T08:15:28.813" v="37920" actId="207"/>
          <ac:spMkLst>
            <pc:docMk/>
            <pc:sldMk cId="3264287960" sldId="441"/>
            <ac:spMk id="8" creationId="{440B69AF-9231-53EC-EC45-D710F2445AA8}"/>
          </ac:spMkLst>
        </pc:spChg>
        <pc:spChg chg="add mod">
          <ac:chgData name="종현 김" userId="4e62a0cd71f6508f" providerId="LiveId" clId="{6E62CB57-B7C1-44BE-9515-1C88952032F1}" dt="2026-05-10T08:15:33.916" v="37922" actId="1076"/>
          <ac:spMkLst>
            <pc:docMk/>
            <pc:sldMk cId="3264287960" sldId="441"/>
            <ac:spMk id="10" creationId="{00EF66A7-2BF2-2F72-D1B4-87B2439721CC}"/>
          </ac:spMkLst>
        </pc:spChg>
        <pc:spChg chg="add mod">
          <ac:chgData name="종현 김" userId="4e62a0cd71f6508f" providerId="LiveId" clId="{6E62CB57-B7C1-44BE-9515-1C88952032F1}" dt="2026-05-10T08:15:43.839" v="37924" actId="1076"/>
          <ac:spMkLst>
            <pc:docMk/>
            <pc:sldMk cId="3264287960" sldId="441"/>
            <ac:spMk id="11" creationId="{8369B0F4-7813-9F10-582C-A33478AAAC28}"/>
          </ac:spMkLst>
        </pc:spChg>
        <pc:spChg chg="add mod">
          <ac:chgData name="종현 김" userId="4e62a0cd71f6508f" providerId="LiveId" clId="{6E62CB57-B7C1-44BE-9515-1C88952032F1}" dt="2026-05-10T08:15:43.839" v="37924" actId="1076"/>
          <ac:spMkLst>
            <pc:docMk/>
            <pc:sldMk cId="3264287960" sldId="441"/>
            <ac:spMk id="12" creationId="{619E17B3-B3CC-06F8-ED79-7141A59647EF}"/>
          </ac:spMkLst>
        </pc:spChg>
        <pc:spChg chg="add mod">
          <ac:chgData name="종현 김" userId="4e62a0cd71f6508f" providerId="LiveId" clId="{6E62CB57-B7C1-44BE-9515-1C88952032F1}" dt="2026-05-10T08:15:51.378" v="37926" actId="1076"/>
          <ac:spMkLst>
            <pc:docMk/>
            <pc:sldMk cId="3264287960" sldId="441"/>
            <ac:spMk id="13" creationId="{C804950B-9DDC-6203-0CCA-796BB4901F95}"/>
          </ac:spMkLst>
        </pc:spChg>
        <pc:spChg chg="add mod">
          <ac:chgData name="종현 김" userId="4e62a0cd71f6508f" providerId="LiveId" clId="{6E62CB57-B7C1-44BE-9515-1C88952032F1}" dt="2026-05-10T08:15:51.378" v="37926" actId="1076"/>
          <ac:spMkLst>
            <pc:docMk/>
            <pc:sldMk cId="3264287960" sldId="441"/>
            <ac:spMk id="14" creationId="{163FD9C7-2EF6-4158-144F-F035E6A41C18}"/>
          </ac:spMkLst>
        </pc:spChg>
        <pc:spChg chg="add mod">
          <ac:chgData name="종현 김" userId="4e62a0cd71f6508f" providerId="LiveId" clId="{6E62CB57-B7C1-44BE-9515-1C88952032F1}" dt="2026-05-10T08:17:56.962" v="37953" actId="207"/>
          <ac:spMkLst>
            <pc:docMk/>
            <pc:sldMk cId="3264287960" sldId="441"/>
            <ac:spMk id="15" creationId="{137757C7-5183-195C-1C2E-D19808B88196}"/>
          </ac:spMkLst>
        </pc:spChg>
        <pc:spChg chg="add mod">
          <ac:chgData name="종현 김" userId="4e62a0cd71f6508f" providerId="LiveId" clId="{6E62CB57-B7C1-44BE-9515-1C88952032F1}" dt="2026-05-10T08:15:51.378" v="37926" actId="1076"/>
          <ac:spMkLst>
            <pc:docMk/>
            <pc:sldMk cId="3264287960" sldId="441"/>
            <ac:spMk id="16" creationId="{00D5BF60-8A06-BFD8-59C7-D20B4DF9972E}"/>
          </ac:spMkLst>
        </pc:spChg>
        <pc:spChg chg="add mod">
          <ac:chgData name="종현 김" userId="4e62a0cd71f6508f" providerId="LiveId" clId="{6E62CB57-B7C1-44BE-9515-1C88952032F1}" dt="2026-05-10T08:16:53.913" v="37948" actId="1076"/>
          <ac:spMkLst>
            <pc:docMk/>
            <pc:sldMk cId="3264287960" sldId="441"/>
            <ac:spMk id="17" creationId="{651FE7F4-EC19-AB68-9318-5B46C3FC4061}"/>
          </ac:spMkLst>
        </pc:spChg>
        <pc:spChg chg="mod">
          <ac:chgData name="종현 김" userId="4e62a0cd71f6508f" providerId="LiveId" clId="{6E62CB57-B7C1-44BE-9515-1C88952032F1}" dt="2026-05-10T07:41:07.456" v="37900" actId="1076"/>
          <ac:spMkLst>
            <pc:docMk/>
            <pc:sldMk cId="3264287960" sldId="441"/>
            <ac:spMk id="39" creationId="{E9B5EF3F-BCBB-F14A-CB37-A00548B78EA5}"/>
          </ac:spMkLst>
        </pc:spChg>
        <pc:spChg chg="mod">
          <ac:chgData name="종현 김" userId="4e62a0cd71f6508f" providerId="LiveId" clId="{6E62CB57-B7C1-44BE-9515-1C88952032F1}" dt="2026-05-10T07:41:07.456" v="37900" actId="1076"/>
          <ac:spMkLst>
            <pc:docMk/>
            <pc:sldMk cId="3264287960" sldId="441"/>
            <ac:spMk id="40" creationId="{25F10AF1-EB72-1092-4FD3-8BDE03E5ED0A}"/>
          </ac:spMkLst>
        </pc:spChg>
        <pc:spChg chg="mod">
          <ac:chgData name="종현 김" userId="4e62a0cd71f6508f" providerId="LiveId" clId="{6E62CB57-B7C1-44BE-9515-1C88952032F1}" dt="2026-05-10T07:41:07.456" v="37900" actId="1076"/>
          <ac:spMkLst>
            <pc:docMk/>
            <pc:sldMk cId="3264287960" sldId="441"/>
            <ac:spMk id="41" creationId="{D3E13717-FD5F-5BC9-973A-9A55650EB73C}"/>
          </ac:spMkLst>
        </pc:spChg>
        <pc:spChg chg="mod">
          <ac:chgData name="종현 김" userId="4e62a0cd71f6508f" providerId="LiveId" clId="{6E62CB57-B7C1-44BE-9515-1C88952032F1}" dt="2026-05-10T07:41:07.456" v="37900" actId="1076"/>
          <ac:spMkLst>
            <pc:docMk/>
            <pc:sldMk cId="3264287960" sldId="441"/>
            <ac:spMk id="42" creationId="{27F7D985-62C1-E51E-337C-4A7B711545E5}"/>
          </ac:spMkLst>
        </pc:spChg>
        <pc:cxnChg chg="add mod">
          <ac:chgData name="종현 김" userId="4e62a0cd71f6508f" providerId="LiveId" clId="{6E62CB57-B7C1-44BE-9515-1C88952032F1}" dt="2026-05-10T08:17:21.450" v="37952" actId="17032"/>
          <ac:cxnSpMkLst>
            <pc:docMk/>
            <pc:sldMk cId="3264287960" sldId="441"/>
            <ac:cxnSpMk id="20" creationId="{BE43D2E4-F5CE-9668-5CC6-377B8962B25B}"/>
          </ac:cxnSpMkLst>
        </pc:cxnChg>
      </pc:sldChg>
      <pc:sldChg chg="addSp delSp modSp add mod">
        <pc:chgData name="종현 김" userId="4e62a0cd71f6508f" providerId="LiveId" clId="{6E62CB57-B7C1-44BE-9515-1C88952032F1}" dt="2026-05-13T07:44:06.306" v="41962" actId="20577"/>
        <pc:sldMkLst>
          <pc:docMk/>
          <pc:sldMk cId="2431769606" sldId="442"/>
        </pc:sldMkLst>
        <pc:spChg chg="add mod">
          <ac:chgData name="종현 김" userId="4e62a0cd71f6508f" providerId="LiveId" clId="{6E62CB57-B7C1-44BE-9515-1C88952032F1}" dt="2026-05-10T08:18:44.412" v="37958" actId="1076"/>
          <ac:spMkLst>
            <pc:docMk/>
            <pc:sldMk cId="2431769606" sldId="442"/>
            <ac:spMk id="2" creationId="{E25DA59C-DE9F-3F6F-CFA3-50762518C3F6}"/>
          </ac:spMkLst>
        </pc:spChg>
        <pc:spChg chg="mod">
          <ac:chgData name="종현 김" userId="4e62a0cd71f6508f" providerId="LiveId" clId="{6E62CB57-B7C1-44BE-9515-1C88952032F1}" dt="2026-05-13T07:44:06.306" v="41962" actId="20577"/>
          <ac:spMkLst>
            <pc:docMk/>
            <pc:sldMk cId="2431769606" sldId="442"/>
            <ac:spMk id="3" creationId="{77809F4E-16FD-BDCE-BF48-B9B3E7CCB12F}"/>
          </ac:spMkLst>
        </pc:spChg>
        <pc:spChg chg="add mod">
          <ac:chgData name="종현 김" userId="4e62a0cd71f6508f" providerId="LiveId" clId="{6E62CB57-B7C1-44BE-9515-1C88952032F1}" dt="2026-05-10T08:18:44.412" v="37958" actId="1076"/>
          <ac:spMkLst>
            <pc:docMk/>
            <pc:sldMk cId="2431769606" sldId="442"/>
            <ac:spMk id="4" creationId="{34D2758C-E593-2717-137F-AD45EF8B849F}"/>
          </ac:spMkLst>
        </pc:spChg>
        <pc:spChg chg="add mod">
          <ac:chgData name="종현 김" userId="4e62a0cd71f6508f" providerId="LiveId" clId="{6E62CB57-B7C1-44BE-9515-1C88952032F1}" dt="2026-05-10T08:19:03.469" v="37973" actId="20577"/>
          <ac:spMkLst>
            <pc:docMk/>
            <pc:sldMk cId="2431769606" sldId="442"/>
            <ac:spMk id="6" creationId="{4441B7F5-39A6-88FC-46B1-0432C6B0AA4D}"/>
          </ac:spMkLst>
        </pc:spChg>
        <pc:spChg chg="add mod">
          <ac:chgData name="종현 김" userId="4e62a0cd71f6508f" providerId="LiveId" clId="{6E62CB57-B7C1-44BE-9515-1C88952032F1}" dt="2026-05-10T08:19:23.089" v="38034" actId="20577"/>
          <ac:spMkLst>
            <pc:docMk/>
            <pc:sldMk cId="2431769606" sldId="442"/>
            <ac:spMk id="18" creationId="{BDEBAC67-1ADC-2393-F91B-E72B81D37858}"/>
          </ac:spMkLst>
        </pc:spChg>
        <pc:spChg chg="add mod">
          <ac:chgData name="종현 김" userId="4e62a0cd71f6508f" providerId="LiveId" clId="{6E62CB57-B7C1-44BE-9515-1C88952032F1}" dt="2026-05-10T08:18:44.412" v="37958" actId="1076"/>
          <ac:spMkLst>
            <pc:docMk/>
            <pc:sldMk cId="2431769606" sldId="442"/>
            <ac:spMk id="19" creationId="{65186192-FAB1-EDB5-CFD0-17713800F961}"/>
          </ac:spMkLst>
        </pc:spChg>
        <pc:spChg chg="add mod">
          <ac:chgData name="종현 김" userId="4e62a0cd71f6508f" providerId="LiveId" clId="{6E62CB57-B7C1-44BE-9515-1C88952032F1}" dt="2026-05-10T08:18:44.412" v="37958" actId="1076"/>
          <ac:spMkLst>
            <pc:docMk/>
            <pc:sldMk cId="2431769606" sldId="442"/>
            <ac:spMk id="21" creationId="{56EC6618-B77E-65AD-ED18-FB3CCB785968}"/>
          </ac:spMkLst>
        </pc:spChg>
        <pc:spChg chg="add mod">
          <ac:chgData name="종현 김" userId="4e62a0cd71f6508f" providerId="LiveId" clId="{6E62CB57-B7C1-44BE-9515-1C88952032F1}" dt="2026-05-10T08:19:10.002" v="37986" actId="20577"/>
          <ac:spMkLst>
            <pc:docMk/>
            <pc:sldMk cId="2431769606" sldId="442"/>
            <ac:spMk id="22" creationId="{24C43582-8ECF-4C76-EE6F-34877DCC538C}"/>
          </ac:spMkLst>
        </pc:spChg>
        <pc:spChg chg="add mod">
          <ac:chgData name="종현 김" userId="4e62a0cd71f6508f" providerId="LiveId" clId="{6E62CB57-B7C1-44BE-9515-1C88952032F1}" dt="2026-05-10T08:19:38.632" v="38089" actId="20577"/>
          <ac:spMkLst>
            <pc:docMk/>
            <pc:sldMk cId="2431769606" sldId="442"/>
            <ac:spMk id="23" creationId="{0F28564C-F466-D7B5-3471-7FA807B67B10}"/>
          </ac:spMkLst>
        </pc:spChg>
        <pc:spChg chg="add mod">
          <ac:chgData name="종현 김" userId="4e62a0cd71f6508f" providerId="LiveId" clId="{6E62CB57-B7C1-44BE-9515-1C88952032F1}" dt="2026-05-10T08:18:52.781" v="37960" actId="1076"/>
          <ac:spMkLst>
            <pc:docMk/>
            <pc:sldMk cId="2431769606" sldId="442"/>
            <ac:spMk id="24" creationId="{4D315DB8-3B5A-728C-75D6-4EFAAD63ABB0}"/>
          </ac:spMkLst>
        </pc:spChg>
        <pc:spChg chg="add mod">
          <ac:chgData name="종현 김" userId="4e62a0cd71f6508f" providerId="LiveId" clId="{6E62CB57-B7C1-44BE-9515-1C88952032F1}" dt="2026-05-10T08:21:13.840" v="38243" actId="207"/>
          <ac:spMkLst>
            <pc:docMk/>
            <pc:sldMk cId="2431769606" sldId="442"/>
            <ac:spMk id="25" creationId="{2CC3E58E-03D6-824E-537A-ABF1DC8956B6}"/>
          </ac:spMkLst>
        </pc:spChg>
        <pc:spChg chg="add mod">
          <ac:chgData name="종현 김" userId="4e62a0cd71f6508f" providerId="LiveId" clId="{6E62CB57-B7C1-44BE-9515-1C88952032F1}" dt="2026-05-10T08:21:20.005" v="38244" actId="207"/>
          <ac:spMkLst>
            <pc:docMk/>
            <pc:sldMk cId="2431769606" sldId="442"/>
            <ac:spMk id="26" creationId="{2520083F-A9FA-110F-C6EC-00C1EE5323CB}"/>
          </ac:spMkLst>
        </pc:spChg>
        <pc:spChg chg="add mod">
          <ac:chgData name="종현 김" userId="4e62a0cd71f6508f" providerId="LiveId" clId="{6E62CB57-B7C1-44BE-9515-1C88952032F1}" dt="2026-05-10T08:20:00.807" v="38144" actId="20577"/>
          <ac:spMkLst>
            <pc:docMk/>
            <pc:sldMk cId="2431769606" sldId="442"/>
            <ac:spMk id="27" creationId="{A6977855-3BFF-C50F-C49C-58BBC9A87149}"/>
          </ac:spMkLst>
        </pc:spChg>
        <pc:spChg chg="add mod">
          <ac:chgData name="종현 김" userId="4e62a0cd71f6508f" providerId="LiveId" clId="{6E62CB57-B7C1-44BE-9515-1C88952032F1}" dt="2026-05-10T08:18:52.781" v="37960" actId="1076"/>
          <ac:spMkLst>
            <pc:docMk/>
            <pc:sldMk cId="2431769606" sldId="442"/>
            <ac:spMk id="28" creationId="{435BE00F-D418-9069-4AF0-E4380FB21FF8}"/>
          </ac:spMkLst>
        </pc:spChg>
        <pc:spChg chg="add mod">
          <ac:chgData name="종현 김" userId="4e62a0cd71f6508f" providerId="LiveId" clId="{6E62CB57-B7C1-44BE-9515-1C88952032F1}" dt="2026-05-10T08:20:51.018" v="38241" actId="207"/>
          <ac:spMkLst>
            <pc:docMk/>
            <pc:sldMk cId="2431769606" sldId="442"/>
            <ac:spMk id="29" creationId="{227C6FC3-F12B-6358-FDFC-D5BDBCE48124}"/>
          </ac:spMkLst>
        </pc:spChg>
        <pc:spChg chg="add mod">
          <ac:chgData name="종현 김" userId="4e62a0cd71f6508f" providerId="LiveId" clId="{6E62CB57-B7C1-44BE-9515-1C88952032F1}" dt="2026-05-10T08:20:45.993" v="38239" actId="207"/>
          <ac:spMkLst>
            <pc:docMk/>
            <pc:sldMk cId="2431769606" sldId="442"/>
            <ac:spMk id="30" creationId="{F5401352-8E5B-ED31-46DA-5433C40A13AF}"/>
          </ac:spMkLst>
        </pc:spChg>
        <pc:spChg chg="add mod">
          <ac:chgData name="종현 김" userId="4e62a0cd71f6508f" providerId="LiveId" clId="{6E62CB57-B7C1-44BE-9515-1C88952032F1}" dt="2026-05-10T08:20:20.389" v="38224" actId="14100"/>
          <ac:spMkLst>
            <pc:docMk/>
            <pc:sldMk cId="2431769606" sldId="442"/>
            <ac:spMk id="31" creationId="{0DFBDC00-F45C-9DAC-7C39-C5D20BA12086}"/>
          </ac:spMkLst>
        </pc:spChg>
        <pc:spChg chg="add mod">
          <ac:chgData name="종현 김" userId="4e62a0cd71f6508f" providerId="LiveId" clId="{6E62CB57-B7C1-44BE-9515-1C88952032F1}" dt="2026-05-10T08:21:45.845" v="38310" actId="1076"/>
          <ac:spMkLst>
            <pc:docMk/>
            <pc:sldMk cId="2431769606" sldId="442"/>
            <ac:spMk id="32" creationId="{A5C50F9C-8717-557C-8FFB-8ADF8B09557E}"/>
          </ac:spMkLst>
        </pc:spChg>
      </pc:sldChg>
      <pc:sldChg chg="addSp delSp modSp add mod">
        <pc:chgData name="종현 김" userId="4e62a0cd71f6508f" providerId="LiveId" clId="{6E62CB57-B7C1-44BE-9515-1C88952032F1}" dt="2026-05-13T07:44:10.464" v="41964" actId="20577"/>
        <pc:sldMkLst>
          <pc:docMk/>
          <pc:sldMk cId="263632941" sldId="443"/>
        </pc:sldMkLst>
        <pc:spChg chg="mod">
          <ac:chgData name="종현 김" userId="4e62a0cd71f6508f" providerId="LiveId" clId="{6E62CB57-B7C1-44BE-9515-1C88952032F1}" dt="2026-05-13T07:44:10.464" v="41964" actId="20577"/>
          <ac:spMkLst>
            <pc:docMk/>
            <pc:sldMk cId="263632941" sldId="443"/>
            <ac:spMk id="3" creationId="{BAFEA096-B7D3-D9D6-0C05-561E2210E43B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5" creationId="{406158FB-E31E-D168-CC4E-11956752888D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7" creationId="{9B35412D-FCA7-4736-273D-4525D87810BA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8" creationId="{A44E87CD-E1AA-15B4-4F4F-1EFA04E2AB38}"/>
          </ac:spMkLst>
        </pc:spChg>
        <pc:spChg chg="mod">
          <ac:chgData name="종현 김" userId="4e62a0cd71f6508f" providerId="LiveId" clId="{6E62CB57-B7C1-44BE-9515-1C88952032F1}" dt="2026-05-10T08:27:20.471" v="38432" actId="20577"/>
          <ac:spMkLst>
            <pc:docMk/>
            <pc:sldMk cId="263632941" sldId="443"/>
            <ac:spMk id="9" creationId="{2BEC4583-8FD0-6DB9-6162-5259A6EA729D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10" creationId="{3075388F-8277-2977-69AA-5B2E6FEA1152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11" creationId="{257588C5-5FCF-3EE9-825C-56B0C53A8FC6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12" creationId="{B0B86758-CCE4-4C86-BD22-D7FA02A1F87F}"/>
          </ac:spMkLst>
        </pc:spChg>
        <pc:spChg chg="add 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15" creationId="{64A7BCA8-6B2B-E1C4-A424-9B1B065618B5}"/>
          </ac:spMkLst>
        </pc:spChg>
        <pc:spChg chg="add 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16" creationId="{80319843-B7C2-F526-4BC2-C07220CE3096}"/>
          </ac:spMkLst>
        </pc:spChg>
        <pc:spChg chg="add 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17" creationId="{632005C0-BE84-E73F-71E8-6090F2008666}"/>
          </ac:spMkLst>
        </pc:spChg>
        <pc:spChg chg="add 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20" creationId="{8E442878-A188-E58E-56A1-23A4CBA8F74D}"/>
          </ac:spMkLst>
        </pc:spChg>
        <pc:spChg chg="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28" creationId="{78746EA4-7128-B74B-DC19-2D45DAFDA497}"/>
          </ac:spMkLst>
        </pc:spChg>
        <pc:spChg chg="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29" creationId="{7E3395F0-7BF0-8331-A804-6FE92E563181}"/>
          </ac:spMkLst>
        </pc:spChg>
        <pc:spChg chg="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30" creationId="{3A19473E-1164-CDE8-1E8B-0B6C2769F10D}"/>
          </ac:spMkLst>
        </pc:spChg>
        <pc:spChg chg="mod">
          <ac:chgData name="종현 김" userId="4e62a0cd71f6508f" providerId="LiveId" clId="{6E62CB57-B7C1-44BE-9515-1C88952032F1}" dt="2026-05-12T10:12:14.477" v="41560" actId="1076"/>
          <ac:spMkLst>
            <pc:docMk/>
            <pc:sldMk cId="263632941" sldId="443"/>
            <ac:spMk id="31" creationId="{3D4AD9DE-8751-90B7-4A84-B17A752FD7CF}"/>
          </ac:spMkLst>
        </pc:spChg>
        <pc:spChg chg="add mod">
          <ac:chgData name="종현 김" userId="4e62a0cd71f6508f" providerId="LiveId" clId="{6E62CB57-B7C1-44BE-9515-1C88952032F1}" dt="2026-05-12T10:12:10.366" v="41559" actId="1076"/>
          <ac:spMkLst>
            <pc:docMk/>
            <pc:sldMk cId="263632941" sldId="443"/>
            <ac:spMk id="33" creationId="{6CE14B87-AB98-555B-82CE-7A7E8F3D9033}"/>
          </ac:spMkLst>
        </pc:spChg>
        <pc:cxnChg chg="add mod">
          <ac:chgData name="종현 김" userId="4e62a0cd71f6508f" providerId="LiveId" clId="{6E62CB57-B7C1-44BE-9515-1C88952032F1}" dt="2026-05-12T10:12:10.366" v="41559" actId="1076"/>
          <ac:cxnSpMkLst>
            <pc:docMk/>
            <pc:sldMk cId="263632941" sldId="443"/>
            <ac:cxnSpMk id="14" creationId="{6AA413C0-60E2-92E3-E260-29E571DA71EA}"/>
          </ac:cxnSpMkLst>
        </pc:cxnChg>
      </pc:sldChg>
      <pc:sldChg chg="addSp delSp modSp add mod">
        <pc:chgData name="종현 김" userId="4e62a0cd71f6508f" providerId="LiveId" clId="{6E62CB57-B7C1-44BE-9515-1C88952032F1}" dt="2026-05-13T07:44:39.684" v="41969" actId="20577"/>
        <pc:sldMkLst>
          <pc:docMk/>
          <pc:sldMk cId="782351424" sldId="444"/>
        </pc:sldMkLst>
        <pc:spChg chg="mod">
          <ac:chgData name="종현 김" userId="4e62a0cd71f6508f" providerId="LiveId" clId="{6E62CB57-B7C1-44BE-9515-1C88952032F1}" dt="2026-05-13T07:44:39.684" v="41969" actId="20577"/>
          <ac:spMkLst>
            <pc:docMk/>
            <pc:sldMk cId="782351424" sldId="444"/>
            <ac:spMk id="3" creationId="{81821EB1-C304-B2B8-F84E-77B48DF53E6C}"/>
          </ac:spMkLst>
        </pc:spChg>
        <pc:spChg chg="add mod">
          <ac:chgData name="종현 김" userId="4e62a0cd71f6508f" providerId="LiveId" clId="{6E62CB57-B7C1-44BE-9515-1C88952032F1}" dt="2026-05-10T08:43:21.528" v="38665" actId="1076"/>
          <ac:spMkLst>
            <pc:docMk/>
            <pc:sldMk cId="782351424" sldId="444"/>
            <ac:spMk id="4" creationId="{ADF66CD4-225B-1103-F98D-AD37E7058596}"/>
          </ac:spMkLst>
        </pc:spChg>
        <pc:spChg chg="mod">
          <ac:chgData name="종현 김" userId="4e62a0cd71f6508f" providerId="LiveId" clId="{6E62CB57-B7C1-44BE-9515-1C88952032F1}" dt="2026-05-10T08:43:21.528" v="38665" actId="1076"/>
          <ac:spMkLst>
            <pc:docMk/>
            <pc:sldMk cId="782351424" sldId="444"/>
            <ac:spMk id="5" creationId="{265748C4-93FB-DF4C-A5C0-4858EC61E418}"/>
          </ac:spMkLst>
        </pc:spChg>
        <pc:spChg chg="add mod">
          <ac:chgData name="종현 김" userId="4e62a0cd71f6508f" providerId="LiveId" clId="{6E62CB57-B7C1-44BE-9515-1C88952032F1}" dt="2026-05-10T08:44:02.838" v="38762" actId="1076"/>
          <ac:spMkLst>
            <pc:docMk/>
            <pc:sldMk cId="782351424" sldId="444"/>
            <ac:spMk id="6" creationId="{935720B5-6067-DF88-4FAF-49539E6C8783}"/>
          </ac:spMkLst>
        </pc:spChg>
        <pc:spChg chg="mod">
          <ac:chgData name="종현 김" userId="4e62a0cd71f6508f" providerId="LiveId" clId="{6E62CB57-B7C1-44BE-9515-1C88952032F1}" dt="2026-05-10T08:43:28.140" v="38682" actId="20577"/>
          <ac:spMkLst>
            <pc:docMk/>
            <pc:sldMk cId="782351424" sldId="444"/>
            <ac:spMk id="7" creationId="{09703AF5-1D5A-46E1-8996-37382557075E}"/>
          </ac:spMkLst>
        </pc:spChg>
        <pc:spChg chg="mod">
          <ac:chgData name="종현 김" userId="4e62a0cd71f6508f" providerId="LiveId" clId="{6E62CB57-B7C1-44BE-9515-1C88952032F1}" dt="2026-05-10T08:43:21.528" v="38665" actId="1076"/>
          <ac:spMkLst>
            <pc:docMk/>
            <pc:sldMk cId="782351424" sldId="444"/>
            <ac:spMk id="8" creationId="{B0062D38-83B8-EE64-07CC-C3BCECA3CE20}"/>
          </ac:spMkLst>
        </pc:spChg>
        <pc:spChg chg="mod">
          <ac:chgData name="종현 김" userId="4e62a0cd71f6508f" providerId="LiveId" clId="{6E62CB57-B7C1-44BE-9515-1C88952032F1}" dt="2026-05-10T08:43:40.490" v="38706" actId="20577"/>
          <ac:spMkLst>
            <pc:docMk/>
            <pc:sldMk cId="782351424" sldId="444"/>
            <ac:spMk id="10" creationId="{F570EA97-370E-5A56-3E7C-F140829EAF69}"/>
          </ac:spMkLst>
        </pc:spChg>
        <pc:spChg chg="mod">
          <ac:chgData name="종현 김" userId="4e62a0cd71f6508f" providerId="LiveId" clId="{6E62CB57-B7C1-44BE-9515-1C88952032F1}" dt="2026-05-10T08:43:21.528" v="38665" actId="1076"/>
          <ac:spMkLst>
            <pc:docMk/>
            <pc:sldMk cId="782351424" sldId="444"/>
            <ac:spMk id="11" creationId="{9BBAEB1B-E603-4C94-035E-4E8DEDBCB854}"/>
          </ac:spMkLst>
        </pc:spChg>
        <pc:spChg chg="mod">
          <ac:chgData name="종현 김" userId="4e62a0cd71f6508f" providerId="LiveId" clId="{6E62CB57-B7C1-44BE-9515-1C88952032F1}" dt="2026-05-10T08:43:53.201" v="38734" actId="1076"/>
          <ac:spMkLst>
            <pc:docMk/>
            <pc:sldMk cId="782351424" sldId="444"/>
            <ac:spMk id="12" creationId="{F9DBA9A4-7033-6A77-84DB-D4A443930E27}"/>
          </ac:spMkLst>
        </pc:spChg>
        <pc:spChg chg="add mod">
          <ac:chgData name="종현 김" userId="4e62a0cd71f6508f" providerId="LiveId" clId="{6E62CB57-B7C1-44BE-9515-1C88952032F1}" dt="2026-05-10T08:43:21.528" v="38665" actId="1076"/>
          <ac:spMkLst>
            <pc:docMk/>
            <pc:sldMk cId="782351424" sldId="444"/>
            <ac:spMk id="13" creationId="{8A9F7A9C-5003-03EF-F7A4-D3BDE78595D9}"/>
          </ac:spMkLst>
        </pc:spChg>
        <pc:spChg chg="add mod">
          <ac:chgData name="종현 김" userId="4e62a0cd71f6508f" providerId="LiveId" clId="{6E62CB57-B7C1-44BE-9515-1C88952032F1}" dt="2026-05-12T09:03:43.655" v="41076" actId="14100"/>
          <ac:spMkLst>
            <pc:docMk/>
            <pc:sldMk cId="782351424" sldId="444"/>
            <ac:spMk id="14" creationId="{8D3DB1D4-EC2C-9705-5795-F1BD67ECB472}"/>
          </ac:spMkLst>
        </pc:spChg>
        <pc:spChg chg="add mod">
          <ac:chgData name="종현 김" userId="4e62a0cd71f6508f" providerId="LiveId" clId="{6E62CB57-B7C1-44BE-9515-1C88952032F1}" dt="2026-05-12T09:09:37.963" v="41144" actId="1076"/>
          <ac:spMkLst>
            <pc:docMk/>
            <pc:sldMk cId="782351424" sldId="444"/>
            <ac:spMk id="15" creationId="{598B413F-AF00-7B62-EE6E-4A63F78377C7}"/>
          </ac:spMkLst>
        </pc:spChg>
        <pc:spChg chg="add mod">
          <ac:chgData name="종현 김" userId="4e62a0cd71f6508f" providerId="LiveId" clId="{6E62CB57-B7C1-44BE-9515-1C88952032F1}" dt="2026-05-12T09:09:37.963" v="41144" actId="1076"/>
          <ac:spMkLst>
            <pc:docMk/>
            <pc:sldMk cId="782351424" sldId="444"/>
            <ac:spMk id="16" creationId="{3F2F60E7-CF0F-57DC-0759-42D93AEAB74C}"/>
          </ac:spMkLst>
        </pc:spChg>
        <pc:spChg chg="add mod">
          <ac:chgData name="종현 김" userId="4e62a0cd71f6508f" providerId="LiveId" clId="{6E62CB57-B7C1-44BE-9515-1C88952032F1}" dt="2026-05-13T07:44:34.625" v="41966" actId="14100"/>
          <ac:spMkLst>
            <pc:docMk/>
            <pc:sldMk cId="782351424" sldId="444"/>
            <ac:spMk id="17" creationId="{5571249A-CABD-CD52-0FCD-4A5D221906ED}"/>
          </ac:spMkLst>
        </pc:spChg>
        <pc:spChg chg="add mod">
          <ac:chgData name="종현 김" userId="4e62a0cd71f6508f" providerId="LiveId" clId="{6E62CB57-B7C1-44BE-9515-1C88952032F1}" dt="2026-05-10T08:44:07.790" v="38786" actId="20577"/>
          <ac:spMkLst>
            <pc:docMk/>
            <pc:sldMk cId="782351424" sldId="444"/>
            <ac:spMk id="18" creationId="{FCF8913A-C0F0-015B-0EBA-C712B7710FA9}"/>
          </ac:spMkLst>
        </pc:spChg>
        <pc:spChg chg="add mod">
          <ac:chgData name="종현 김" userId="4e62a0cd71f6508f" providerId="LiveId" clId="{6E62CB57-B7C1-44BE-9515-1C88952032F1}" dt="2026-05-12T09:10:03.710" v="41148" actId="20577"/>
          <ac:spMkLst>
            <pc:docMk/>
            <pc:sldMk cId="782351424" sldId="444"/>
            <ac:spMk id="20" creationId="{703969BE-0A71-EF3F-D921-E9F9A2D5722C}"/>
          </ac:spMkLst>
        </pc:spChg>
        <pc:spChg chg="add mod">
          <ac:chgData name="종현 김" userId="4e62a0cd71f6508f" providerId="LiveId" clId="{6E62CB57-B7C1-44BE-9515-1C88952032F1}" dt="2026-05-10T08:46:11.839" v="38920" actId="1076"/>
          <ac:spMkLst>
            <pc:docMk/>
            <pc:sldMk cId="782351424" sldId="444"/>
            <ac:spMk id="21" creationId="{358B11FB-DEFA-F95D-C5DA-F32316A25F3F}"/>
          </ac:spMkLst>
        </pc:spChg>
        <pc:spChg chg="mod">
          <ac:chgData name="종현 김" userId="4e62a0cd71f6508f" providerId="LiveId" clId="{6E62CB57-B7C1-44BE-9515-1C88952032F1}" dt="2026-05-10T08:46:18.336" v="38921" actId="1076"/>
          <ac:spMkLst>
            <pc:docMk/>
            <pc:sldMk cId="782351424" sldId="444"/>
            <ac:spMk id="28" creationId="{96AA42CD-9E8C-F4EA-151A-0BDB41528BD6}"/>
          </ac:spMkLst>
        </pc:spChg>
        <pc:spChg chg="mod">
          <ac:chgData name="종현 김" userId="4e62a0cd71f6508f" providerId="LiveId" clId="{6E62CB57-B7C1-44BE-9515-1C88952032F1}" dt="2026-05-10T08:46:18.336" v="38921" actId="1076"/>
          <ac:spMkLst>
            <pc:docMk/>
            <pc:sldMk cId="782351424" sldId="444"/>
            <ac:spMk id="29" creationId="{8B60DC16-A57E-C3C0-5DDA-D7BCBE680F43}"/>
          </ac:spMkLst>
        </pc:spChg>
        <pc:spChg chg="mod">
          <ac:chgData name="종현 김" userId="4e62a0cd71f6508f" providerId="LiveId" clId="{6E62CB57-B7C1-44BE-9515-1C88952032F1}" dt="2026-05-10T08:46:18.336" v="38921" actId="1076"/>
          <ac:spMkLst>
            <pc:docMk/>
            <pc:sldMk cId="782351424" sldId="444"/>
            <ac:spMk id="30" creationId="{444F298D-25DA-8A0A-7A33-DFFC04D7E3F7}"/>
          </ac:spMkLst>
        </pc:spChg>
        <pc:spChg chg="mod">
          <ac:chgData name="종현 김" userId="4e62a0cd71f6508f" providerId="LiveId" clId="{6E62CB57-B7C1-44BE-9515-1C88952032F1}" dt="2026-05-10T08:46:18.336" v="38921" actId="1076"/>
          <ac:spMkLst>
            <pc:docMk/>
            <pc:sldMk cId="782351424" sldId="444"/>
            <ac:spMk id="31" creationId="{050295EA-F411-6116-05F9-A21FF77A35FA}"/>
          </ac:spMkLst>
        </pc:spChg>
        <pc:cxnChg chg="add mod">
          <ac:chgData name="종현 김" userId="4e62a0cd71f6508f" providerId="LiveId" clId="{6E62CB57-B7C1-44BE-9515-1C88952032F1}" dt="2026-05-10T08:45:18.612" v="38904" actId="14100"/>
          <ac:cxnSpMkLst>
            <pc:docMk/>
            <pc:sldMk cId="782351424" sldId="444"/>
            <ac:cxnSpMk id="23" creationId="{84BBB72E-555A-946B-E2C8-E1C38D3E4231}"/>
          </ac:cxnSpMkLst>
        </pc:cxnChg>
        <pc:cxnChg chg="add mod">
          <ac:chgData name="종현 김" userId="4e62a0cd71f6508f" providerId="LiveId" clId="{6E62CB57-B7C1-44BE-9515-1C88952032F1}" dt="2026-05-10T08:45:24.403" v="38907" actId="14100"/>
          <ac:cxnSpMkLst>
            <pc:docMk/>
            <pc:sldMk cId="782351424" sldId="444"/>
            <ac:cxnSpMk id="25" creationId="{E73E31F1-133E-F909-2A8B-218CADE0515F}"/>
          </ac:cxnSpMkLst>
        </pc:cxnChg>
        <pc:cxnChg chg="add mod">
          <ac:chgData name="종현 김" userId="4e62a0cd71f6508f" providerId="LiveId" clId="{6E62CB57-B7C1-44BE-9515-1C88952032F1}" dt="2026-05-10T08:45:29.651" v="38910" actId="14100"/>
          <ac:cxnSpMkLst>
            <pc:docMk/>
            <pc:sldMk cId="782351424" sldId="444"/>
            <ac:cxnSpMk id="32" creationId="{3905A388-C7D9-A43A-51A7-4ADBF109A3D1}"/>
          </ac:cxnSpMkLst>
        </pc:cxnChg>
        <pc:cxnChg chg="add mod">
          <ac:chgData name="종현 김" userId="4e62a0cd71f6508f" providerId="LiveId" clId="{6E62CB57-B7C1-44BE-9515-1C88952032F1}" dt="2026-05-10T08:45:34.641" v="38913" actId="14100"/>
          <ac:cxnSpMkLst>
            <pc:docMk/>
            <pc:sldMk cId="782351424" sldId="444"/>
            <ac:cxnSpMk id="36" creationId="{6C6A10BE-FA99-1139-5C93-AF1DC581C49D}"/>
          </ac:cxnSpMkLst>
        </pc:cxnChg>
      </pc:sldChg>
      <pc:sldChg chg="addSp delSp modSp add mod">
        <pc:chgData name="종현 김" userId="4e62a0cd71f6508f" providerId="LiveId" clId="{6E62CB57-B7C1-44BE-9515-1C88952032F1}" dt="2026-05-13T07:44:57.705" v="41972" actId="20577"/>
        <pc:sldMkLst>
          <pc:docMk/>
          <pc:sldMk cId="4291116276" sldId="445"/>
        </pc:sldMkLst>
        <pc:spChg chg="add mod">
          <ac:chgData name="종현 김" userId="4e62a0cd71f6508f" providerId="LiveId" clId="{6E62CB57-B7C1-44BE-9515-1C88952032F1}" dt="2026-05-12T10:18:16.251" v="41623" actId="14100"/>
          <ac:spMkLst>
            <pc:docMk/>
            <pc:sldMk cId="4291116276" sldId="445"/>
            <ac:spMk id="2" creationId="{5D2F660D-298C-1829-A459-E48A49DE1874}"/>
          </ac:spMkLst>
        </pc:spChg>
        <pc:spChg chg="mod">
          <ac:chgData name="종현 김" userId="4e62a0cd71f6508f" providerId="LiveId" clId="{6E62CB57-B7C1-44BE-9515-1C88952032F1}" dt="2026-05-13T07:44:57.705" v="41972" actId="20577"/>
          <ac:spMkLst>
            <pc:docMk/>
            <pc:sldMk cId="4291116276" sldId="445"/>
            <ac:spMk id="3" creationId="{49A05EC5-525E-5310-1EA9-6ECA9B7AEE25}"/>
          </ac:spMkLst>
        </pc:spChg>
        <pc:spChg chg="mod">
          <ac:chgData name="종현 김" userId="4e62a0cd71f6508f" providerId="LiveId" clId="{6E62CB57-B7C1-44BE-9515-1C88952032F1}" dt="2026-05-10T09:05:45.217" v="38960" actId="20577"/>
          <ac:spMkLst>
            <pc:docMk/>
            <pc:sldMk cId="4291116276" sldId="445"/>
            <ac:spMk id="9" creationId="{CB218F91-C96C-52AB-9EE2-9FE5319A2A31}"/>
          </ac:spMkLst>
        </pc:spChg>
        <pc:spChg chg="add mod">
          <ac:chgData name="종현 김" userId="4e62a0cd71f6508f" providerId="LiveId" clId="{6E62CB57-B7C1-44BE-9515-1C88952032F1}" dt="2026-05-10T09:06:28.395" v="38965" actId="14100"/>
          <ac:spMkLst>
            <pc:docMk/>
            <pc:sldMk cId="4291116276" sldId="445"/>
            <ac:spMk id="14" creationId="{65D7D58B-3FB2-9796-C213-CD7C7F216FD7}"/>
          </ac:spMkLst>
        </pc:spChg>
        <pc:spChg chg="add mod">
          <ac:chgData name="종현 김" userId="4e62a0cd71f6508f" providerId="LiveId" clId="{6E62CB57-B7C1-44BE-9515-1C88952032F1}" dt="2026-05-10T09:06:18.198" v="38963" actId="1076"/>
          <ac:spMkLst>
            <pc:docMk/>
            <pc:sldMk cId="4291116276" sldId="445"/>
            <ac:spMk id="15" creationId="{8E5CAEC6-64DA-992C-3F01-0548B3F5DD09}"/>
          </ac:spMkLst>
        </pc:spChg>
        <pc:spChg chg="add mod">
          <ac:chgData name="종현 김" userId="4e62a0cd71f6508f" providerId="LiveId" clId="{6E62CB57-B7C1-44BE-9515-1C88952032F1}" dt="2026-05-12T10:16:21.076" v="41588" actId="20577"/>
          <ac:spMkLst>
            <pc:docMk/>
            <pc:sldMk cId="4291116276" sldId="445"/>
            <ac:spMk id="16" creationId="{E864C935-5186-B740-7364-A6CDED7B5E34}"/>
          </ac:spMkLst>
        </pc:spChg>
        <pc:spChg chg="add mod">
          <ac:chgData name="종현 김" userId="4e62a0cd71f6508f" providerId="LiveId" clId="{6E62CB57-B7C1-44BE-9515-1C88952032F1}" dt="2026-05-12T10:18:16.251" v="41623" actId="14100"/>
          <ac:spMkLst>
            <pc:docMk/>
            <pc:sldMk cId="4291116276" sldId="445"/>
            <ac:spMk id="17" creationId="{B1B99CD6-A684-45BF-3B35-A2E522C42F18}"/>
          </ac:spMkLst>
        </pc:spChg>
        <pc:spChg chg="add mod">
          <ac:chgData name="종현 김" userId="4e62a0cd71f6508f" providerId="LiveId" clId="{6E62CB57-B7C1-44BE-9515-1C88952032F1}" dt="2026-05-10T09:06:32.048" v="38966" actId="14100"/>
          <ac:spMkLst>
            <pc:docMk/>
            <pc:sldMk cId="4291116276" sldId="445"/>
            <ac:spMk id="19" creationId="{1B4D71B6-0C4E-713F-568B-1E0F59019B89}"/>
          </ac:spMkLst>
        </pc:spChg>
        <pc:spChg chg="add mod">
          <ac:chgData name="종현 김" userId="4e62a0cd71f6508f" providerId="LiveId" clId="{6E62CB57-B7C1-44BE-9515-1C88952032F1}" dt="2026-05-10T09:06:40.831" v="38973" actId="20577"/>
          <ac:spMkLst>
            <pc:docMk/>
            <pc:sldMk cId="4291116276" sldId="445"/>
            <ac:spMk id="20" creationId="{5C262838-BAE1-3B03-05ED-9A2CA5623183}"/>
          </ac:spMkLst>
        </pc:spChg>
        <pc:spChg chg="add mod">
          <ac:chgData name="종현 김" userId="4e62a0cd71f6508f" providerId="LiveId" clId="{6E62CB57-B7C1-44BE-9515-1C88952032F1}" dt="2026-05-12T10:18:11.444" v="41622" actId="14100"/>
          <ac:spMkLst>
            <pc:docMk/>
            <pc:sldMk cId="4291116276" sldId="445"/>
            <ac:spMk id="24" creationId="{55907876-F8E5-A476-B584-3C7A158C0ECB}"/>
          </ac:spMkLst>
        </pc:spChg>
        <pc:spChg chg="add mod">
          <ac:chgData name="종현 김" userId="4e62a0cd71f6508f" providerId="LiveId" clId="{6E62CB57-B7C1-44BE-9515-1C88952032F1}" dt="2026-05-10T09:08:42.313" v="39415" actId="1076"/>
          <ac:spMkLst>
            <pc:docMk/>
            <pc:sldMk cId="4291116276" sldId="445"/>
            <ac:spMk id="26" creationId="{B623FC7B-D9E8-3F19-EFA4-C0B000FDFEEC}"/>
          </ac:spMkLst>
        </pc:spChg>
      </pc:sldChg>
      <pc:sldChg chg="addSp delSp modSp add mod">
        <pc:chgData name="종현 김" userId="4e62a0cd71f6508f" providerId="LiveId" clId="{6E62CB57-B7C1-44BE-9515-1C88952032F1}" dt="2026-05-13T07:45:01.882" v="41975" actId="20577"/>
        <pc:sldMkLst>
          <pc:docMk/>
          <pc:sldMk cId="2916001621" sldId="446"/>
        </pc:sldMkLst>
        <pc:spChg chg="mod">
          <ac:chgData name="종현 김" userId="4e62a0cd71f6508f" providerId="LiveId" clId="{6E62CB57-B7C1-44BE-9515-1C88952032F1}" dt="2026-05-13T07:45:01.882" v="41975" actId="20577"/>
          <ac:spMkLst>
            <pc:docMk/>
            <pc:sldMk cId="2916001621" sldId="446"/>
            <ac:spMk id="3" creationId="{74E73997-D3DB-DB14-AC15-F3CB22BAB56D}"/>
          </ac:spMkLst>
        </pc:spChg>
        <pc:spChg chg="add mod">
          <ac:chgData name="종현 김" userId="4e62a0cd71f6508f" providerId="LiveId" clId="{6E62CB57-B7C1-44BE-9515-1C88952032F1}" dt="2026-05-12T05:49:35.881" v="39929" actId="1076"/>
          <ac:spMkLst>
            <pc:docMk/>
            <pc:sldMk cId="2916001621" sldId="446"/>
            <ac:spMk id="4" creationId="{C42F50C1-F87C-9B2C-882A-5E618AB6FBDF}"/>
          </ac:spMkLst>
        </pc:spChg>
        <pc:spChg chg="add mod">
          <ac:chgData name="종현 김" userId="4e62a0cd71f6508f" providerId="LiveId" clId="{6E62CB57-B7C1-44BE-9515-1C88952032F1}" dt="2026-05-12T05:48:11.667" v="39872" actId="255"/>
          <ac:spMkLst>
            <pc:docMk/>
            <pc:sldMk cId="2916001621" sldId="446"/>
            <ac:spMk id="5" creationId="{3101D97A-2526-E98E-3B23-D05CF8AEC9BC}"/>
          </ac:spMkLst>
        </pc:spChg>
        <pc:spChg chg="add mod">
          <ac:chgData name="종현 김" userId="4e62a0cd71f6508f" providerId="LiveId" clId="{6E62CB57-B7C1-44BE-9515-1C88952032F1}" dt="2026-05-12T05:47:14.005" v="39863" actId="14100"/>
          <ac:spMkLst>
            <pc:docMk/>
            <pc:sldMk cId="2916001621" sldId="446"/>
            <ac:spMk id="6" creationId="{442C1254-DE81-3E13-BABD-4726D96568EF}"/>
          </ac:spMkLst>
        </pc:spChg>
        <pc:spChg chg="add mod">
          <ac:chgData name="종현 김" userId="4e62a0cd71f6508f" providerId="LiveId" clId="{6E62CB57-B7C1-44BE-9515-1C88952032F1}" dt="2026-05-12T05:48:09.178" v="39871" actId="255"/>
          <ac:spMkLst>
            <pc:docMk/>
            <pc:sldMk cId="2916001621" sldId="446"/>
            <ac:spMk id="7" creationId="{16A259A0-1A9E-911D-7FEB-BC7390B13965}"/>
          </ac:spMkLst>
        </pc:spChg>
        <pc:spChg chg="add mod">
          <ac:chgData name="종현 김" userId="4e62a0cd71f6508f" providerId="LiveId" clId="{6E62CB57-B7C1-44BE-9515-1C88952032F1}" dt="2026-05-12T05:49:38.843" v="39930" actId="1076"/>
          <ac:spMkLst>
            <pc:docMk/>
            <pc:sldMk cId="2916001621" sldId="446"/>
            <ac:spMk id="8" creationId="{69249C02-13D8-1218-218C-D4CE6188F35B}"/>
          </ac:spMkLst>
        </pc:spChg>
        <pc:spChg chg="mod">
          <ac:chgData name="종현 김" userId="4e62a0cd71f6508f" providerId="LiveId" clId="{6E62CB57-B7C1-44BE-9515-1C88952032F1}" dt="2026-05-10T09:09:48.524" v="39432" actId="20577"/>
          <ac:spMkLst>
            <pc:docMk/>
            <pc:sldMk cId="2916001621" sldId="446"/>
            <ac:spMk id="9" creationId="{D074C9B4-3FF3-2C59-0557-F3871F1AAADF}"/>
          </ac:spMkLst>
        </pc:spChg>
        <pc:spChg chg="add mod">
          <ac:chgData name="종현 김" userId="4e62a0cd71f6508f" providerId="LiveId" clId="{6E62CB57-B7C1-44BE-9515-1C88952032F1}" dt="2026-05-12T05:48:18.074" v="39874" actId="14100"/>
          <ac:spMkLst>
            <pc:docMk/>
            <pc:sldMk cId="2916001621" sldId="446"/>
            <ac:spMk id="10" creationId="{FAF25D1D-694C-CE6E-997E-20908B382003}"/>
          </ac:spMkLst>
        </pc:spChg>
        <pc:spChg chg="add mod">
          <ac:chgData name="종현 김" userId="4e62a0cd71f6508f" providerId="LiveId" clId="{6E62CB57-B7C1-44BE-9515-1C88952032F1}" dt="2026-05-12T08:59:40.612" v="41038" actId="1076"/>
          <ac:spMkLst>
            <pc:docMk/>
            <pc:sldMk cId="2916001621" sldId="446"/>
            <ac:spMk id="13" creationId="{14B218F7-8D9A-C0D9-A210-8203C99EEEF5}"/>
          </ac:spMkLst>
        </pc:spChg>
        <pc:spChg chg="add mod">
          <ac:chgData name="종현 김" userId="4e62a0cd71f6508f" providerId="LiveId" clId="{6E62CB57-B7C1-44BE-9515-1C88952032F1}" dt="2026-05-12T08:59:40.612" v="41038" actId="1076"/>
          <ac:spMkLst>
            <pc:docMk/>
            <pc:sldMk cId="2916001621" sldId="446"/>
            <ac:spMk id="18" creationId="{51486002-0C82-F3B4-B75D-0093517AFDF7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20" creationId="{2623798B-F186-0209-7BF4-6129861885E7}"/>
          </ac:spMkLst>
        </pc:spChg>
        <pc:spChg chg="add mod">
          <ac:chgData name="종현 김" userId="4e62a0cd71f6508f" providerId="LiveId" clId="{6E62CB57-B7C1-44BE-9515-1C88952032F1}" dt="2026-05-12T08:59:40.612" v="41038" actId="1076"/>
          <ac:spMkLst>
            <pc:docMk/>
            <pc:sldMk cId="2916001621" sldId="446"/>
            <ac:spMk id="21" creationId="{BE9CF054-D3B6-525C-0CE1-3EAAA2C4FD41}"/>
          </ac:spMkLst>
        </pc:spChg>
        <pc:spChg chg="add mod">
          <ac:chgData name="종현 김" userId="4e62a0cd71f6508f" providerId="LiveId" clId="{6E62CB57-B7C1-44BE-9515-1C88952032F1}" dt="2026-05-12T08:59:40.612" v="41038" actId="1076"/>
          <ac:spMkLst>
            <pc:docMk/>
            <pc:sldMk cId="2916001621" sldId="446"/>
            <ac:spMk id="22" creationId="{1DA2D1CC-DB6D-23E1-F203-D5BDC98A2D92}"/>
          </ac:spMkLst>
        </pc:spChg>
        <pc:spChg chg="add mod">
          <ac:chgData name="종현 김" userId="4e62a0cd71f6508f" providerId="LiveId" clId="{6E62CB57-B7C1-44BE-9515-1C88952032F1}" dt="2026-05-12T08:59:44.837" v="41039" actId="1076"/>
          <ac:spMkLst>
            <pc:docMk/>
            <pc:sldMk cId="2916001621" sldId="446"/>
            <ac:spMk id="23" creationId="{A8B45192-784F-A133-B183-4FB8BC429A55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24" creationId="{6E2FAF24-351A-3408-163B-B344F82ADB91}"/>
          </ac:spMkLst>
        </pc:spChg>
        <pc:spChg chg="add mod">
          <ac:chgData name="종현 김" userId="4e62a0cd71f6508f" providerId="LiveId" clId="{6E62CB57-B7C1-44BE-9515-1C88952032F1}" dt="2026-05-12T08:59:44.837" v="41039" actId="1076"/>
          <ac:spMkLst>
            <pc:docMk/>
            <pc:sldMk cId="2916001621" sldId="446"/>
            <ac:spMk id="25" creationId="{1121ACFD-9B3B-208C-F1CF-43BD2C631073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26" creationId="{9E16D0F5-0FDB-4EEC-3DA3-5AECB7354796}"/>
          </ac:spMkLst>
        </pc:spChg>
        <pc:spChg chg="add mod">
          <ac:chgData name="종현 김" userId="4e62a0cd71f6508f" providerId="LiveId" clId="{6E62CB57-B7C1-44BE-9515-1C88952032F1}" dt="2026-05-12T08:59:44.837" v="41039" actId="1076"/>
          <ac:spMkLst>
            <pc:docMk/>
            <pc:sldMk cId="2916001621" sldId="446"/>
            <ac:spMk id="27" creationId="{6A07A9B6-76E7-F90F-F7A6-C03850DCEDDA}"/>
          </ac:spMkLst>
        </pc:spChg>
        <pc:spChg chg="add mod">
          <ac:chgData name="종현 김" userId="4e62a0cd71f6508f" providerId="LiveId" clId="{6E62CB57-B7C1-44BE-9515-1C88952032F1}" dt="2026-05-12T08:59:44.837" v="41039" actId="1076"/>
          <ac:spMkLst>
            <pc:docMk/>
            <pc:sldMk cId="2916001621" sldId="446"/>
            <ac:spMk id="28" creationId="{181FA7E1-D20D-381B-D189-0E307EF3E1B6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29" creationId="{2EC48FA6-695E-62C2-B9DA-3EA2D8EF85FC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30" creationId="{4E8B22FD-D2F5-0BAB-ADF7-F3F4217DFC18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31" creationId="{62109CB3-1F1D-34A7-0206-660AED252CBE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32" creationId="{629D72BA-82A9-C5C3-1CFC-07DC3E9A4B08}"/>
          </ac:spMkLst>
        </pc:spChg>
        <pc:spChg chg="add mod">
          <ac:chgData name="종현 김" userId="4e62a0cd71f6508f" providerId="LiveId" clId="{6E62CB57-B7C1-44BE-9515-1C88952032F1}" dt="2026-05-12T10:15:25.787" v="41562" actId="113"/>
          <ac:spMkLst>
            <pc:docMk/>
            <pc:sldMk cId="2916001621" sldId="446"/>
            <ac:spMk id="33" creationId="{A7EAD68D-9DA0-B0E4-7F8C-BA58720748C3}"/>
          </ac:spMkLst>
        </pc:spChg>
        <pc:cxnChg chg="add mod">
          <ac:chgData name="종현 김" userId="4e62a0cd71f6508f" providerId="LiveId" clId="{6E62CB57-B7C1-44BE-9515-1C88952032F1}" dt="2026-05-12T05:49:35.881" v="39929" actId="1076"/>
          <ac:cxnSpMkLst>
            <pc:docMk/>
            <pc:sldMk cId="2916001621" sldId="446"/>
            <ac:cxnSpMk id="11" creationId="{85A938E6-8562-7A32-A70A-BD06B1A124E3}"/>
          </ac:cxnSpMkLst>
        </pc:cxnChg>
        <pc:cxnChg chg="add mod">
          <ac:chgData name="종현 김" userId="4e62a0cd71f6508f" providerId="LiveId" clId="{6E62CB57-B7C1-44BE-9515-1C88952032F1}" dt="2026-05-12T05:49:38.843" v="39930" actId="1076"/>
          <ac:cxnSpMkLst>
            <pc:docMk/>
            <pc:sldMk cId="2916001621" sldId="446"/>
            <ac:cxnSpMk id="12" creationId="{B1992FD6-4063-64E5-665E-6C23FC9A74D7}"/>
          </ac:cxnSpMkLst>
        </pc:cxnChg>
      </pc:sldChg>
      <pc:sldChg chg="addSp delSp modSp add mod">
        <pc:chgData name="종현 김" userId="4e62a0cd71f6508f" providerId="LiveId" clId="{6E62CB57-B7C1-44BE-9515-1C88952032F1}" dt="2026-05-13T07:45:14.930" v="41978" actId="20577"/>
        <pc:sldMkLst>
          <pc:docMk/>
          <pc:sldMk cId="225724509" sldId="447"/>
        </pc:sldMkLst>
        <pc:spChg chg="add mod">
          <ac:chgData name="종현 김" userId="4e62a0cd71f6508f" providerId="LiveId" clId="{6E62CB57-B7C1-44BE-9515-1C88952032F1}" dt="2026-05-12T05:28:49.760" v="39659" actId="14100"/>
          <ac:spMkLst>
            <pc:docMk/>
            <pc:sldMk cId="225724509" sldId="447"/>
            <ac:spMk id="2" creationId="{9B5BA934-0660-ACD4-58D3-8D742A4D90C4}"/>
          </ac:spMkLst>
        </pc:spChg>
        <pc:spChg chg="mod">
          <ac:chgData name="종현 김" userId="4e62a0cd71f6508f" providerId="LiveId" clId="{6E62CB57-B7C1-44BE-9515-1C88952032F1}" dt="2026-05-13T07:45:14.930" v="41978" actId="20577"/>
          <ac:spMkLst>
            <pc:docMk/>
            <pc:sldMk cId="225724509" sldId="447"/>
            <ac:spMk id="3" creationId="{C9A79B8C-AC8A-6F5E-EFF2-D71AA17C9448}"/>
          </ac:spMkLst>
        </pc:spChg>
        <pc:spChg chg="mod">
          <ac:chgData name="종현 김" userId="4e62a0cd71f6508f" providerId="LiveId" clId="{6E62CB57-B7C1-44BE-9515-1C88952032F1}" dt="2026-05-10T09:11:27.338" v="39531" actId="20577"/>
          <ac:spMkLst>
            <pc:docMk/>
            <pc:sldMk cId="225724509" sldId="447"/>
            <ac:spMk id="9" creationId="{CE7B4C4F-948A-C541-4D01-27AA21DE69A7}"/>
          </ac:spMkLst>
        </pc:spChg>
        <pc:spChg chg="add mod">
          <ac:chgData name="종현 김" userId="4e62a0cd71f6508f" providerId="LiveId" clId="{6E62CB57-B7C1-44BE-9515-1C88952032F1}" dt="2026-05-12T05:28:49.760" v="39659" actId="14100"/>
          <ac:spMkLst>
            <pc:docMk/>
            <pc:sldMk cId="225724509" sldId="447"/>
            <ac:spMk id="14" creationId="{616251EC-3BCC-495A-C7EE-0B7B62FECC77}"/>
          </ac:spMkLst>
        </pc:spChg>
        <pc:spChg chg="mod">
          <ac:chgData name="종현 김" userId="4e62a0cd71f6508f" providerId="LiveId" clId="{6E62CB57-B7C1-44BE-9515-1C88952032F1}" dt="2026-05-12T05:29:26.977" v="39674" actId="20577"/>
          <ac:spMkLst>
            <pc:docMk/>
            <pc:sldMk cId="225724509" sldId="447"/>
            <ac:spMk id="15" creationId="{8598B065-D5CD-DD2D-2072-B12772E42418}"/>
          </ac:spMkLst>
        </pc:spChg>
        <pc:spChg chg="add mod">
          <ac:chgData name="종현 김" userId="4e62a0cd71f6508f" providerId="LiveId" clId="{6E62CB57-B7C1-44BE-9515-1C88952032F1}" dt="2026-05-12T05:29:51.635" v="39720" actId="20577"/>
          <ac:spMkLst>
            <pc:docMk/>
            <pc:sldMk cId="225724509" sldId="447"/>
            <ac:spMk id="16" creationId="{D3A0AFB0-73C9-5BFD-C0FA-8C0A77505DAD}"/>
          </ac:spMkLst>
        </pc:spChg>
        <pc:spChg chg="add mod">
          <ac:chgData name="종현 김" userId="4e62a0cd71f6508f" providerId="LiveId" clId="{6E62CB57-B7C1-44BE-9515-1C88952032F1}" dt="2026-05-12T05:28:49.760" v="39659" actId="14100"/>
          <ac:spMkLst>
            <pc:docMk/>
            <pc:sldMk cId="225724509" sldId="447"/>
            <ac:spMk id="17" creationId="{AC66945B-281D-1AE8-7A2D-3A0ACBF05B26}"/>
          </ac:spMkLst>
        </pc:spChg>
        <pc:spChg chg="add mod">
          <ac:chgData name="종현 김" userId="4e62a0cd71f6508f" providerId="LiveId" clId="{6E62CB57-B7C1-44BE-9515-1C88952032F1}" dt="2026-05-12T05:28:49.760" v="39659" actId="14100"/>
          <ac:spMkLst>
            <pc:docMk/>
            <pc:sldMk cId="225724509" sldId="447"/>
            <ac:spMk id="19" creationId="{F87AEA62-31CC-C599-DAAC-478FAFF16926}"/>
          </ac:spMkLst>
        </pc:spChg>
        <pc:spChg chg="add mod">
          <ac:chgData name="종현 김" userId="4e62a0cd71f6508f" providerId="LiveId" clId="{6E62CB57-B7C1-44BE-9515-1C88952032F1}" dt="2026-05-12T05:29:34.308" v="39683" actId="20577"/>
          <ac:spMkLst>
            <pc:docMk/>
            <pc:sldMk cId="225724509" sldId="447"/>
            <ac:spMk id="20" creationId="{49AD2B28-F20A-6E1B-3FCB-783EFF24F73A}"/>
          </ac:spMkLst>
        </pc:spChg>
        <pc:spChg chg="add mod">
          <ac:chgData name="종현 김" userId="4e62a0cd71f6508f" providerId="LiveId" clId="{6E62CB57-B7C1-44BE-9515-1C88952032F1}" dt="2026-05-12T05:30:03.059" v="39748" actId="20577"/>
          <ac:spMkLst>
            <pc:docMk/>
            <pc:sldMk cId="225724509" sldId="447"/>
            <ac:spMk id="24" creationId="{2E051EA2-8D39-1247-AA70-6331F5E3339F}"/>
          </ac:spMkLst>
        </pc:spChg>
        <pc:spChg chg="add mod">
          <ac:chgData name="종현 김" userId="4e62a0cd71f6508f" providerId="LiveId" clId="{6E62CB57-B7C1-44BE-9515-1C88952032F1}" dt="2026-05-12T05:28:49.760" v="39659" actId="14100"/>
          <ac:spMkLst>
            <pc:docMk/>
            <pc:sldMk cId="225724509" sldId="447"/>
            <ac:spMk id="26" creationId="{EA45C34A-AF2D-FB88-949E-B5CB81094EDF}"/>
          </ac:spMkLst>
        </pc:spChg>
        <pc:spChg chg="add mod">
          <ac:chgData name="종현 김" userId="4e62a0cd71f6508f" providerId="LiveId" clId="{6E62CB57-B7C1-44BE-9515-1C88952032F1}" dt="2026-05-12T05:28:49.760" v="39659" actId="14100"/>
          <ac:spMkLst>
            <pc:docMk/>
            <pc:sldMk cId="225724509" sldId="447"/>
            <ac:spMk id="29" creationId="{874B2C36-C620-E7F6-B988-016DCBD69BE9}"/>
          </ac:spMkLst>
        </pc:spChg>
        <pc:spChg chg="add mod">
          <ac:chgData name="종현 김" userId="4e62a0cd71f6508f" providerId="LiveId" clId="{6E62CB57-B7C1-44BE-9515-1C88952032F1}" dt="2026-05-12T05:29:40.918" v="39698" actId="20577"/>
          <ac:spMkLst>
            <pc:docMk/>
            <pc:sldMk cId="225724509" sldId="447"/>
            <ac:spMk id="30" creationId="{9958893A-6053-1FC8-1849-E490EFD76520}"/>
          </ac:spMkLst>
        </pc:spChg>
        <pc:spChg chg="mod">
          <ac:chgData name="종현 김" userId="4e62a0cd71f6508f" providerId="LiveId" clId="{6E62CB57-B7C1-44BE-9515-1C88952032F1}" dt="2026-05-12T05:30:22.982" v="39842" actId="20577"/>
          <ac:spMkLst>
            <pc:docMk/>
            <pc:sldMk cId="225724509" sldId="447"/>
            <ac:spMk id="31" creationId="{2DCD4D39-0550-6EF1-908A-CF1FE7BE4937}"/>
          </ac:spMkLst>
        </pc:spChg>
        <pc:picChg chg="add mod">
          <ac:chgData name="종현 김" userId="4e62a0cd71f6508f" providerId="LiveId" clId="{6E62CB57-B7C1-44BE-9515-1C88952032F1}" dt="2026-05-12T05:53:31.890" v="40072" actId="1076"/>
          <ac:picMkLst>
            <pc:docMk/>
            <pc:sldMk cId="225724509" sldId="447"/>
            <ac:picMk id="34" creationId="{2FE6405C-7023-07E0-1BD0-F4669B51E351}"/>
          </ac:picMkLst>
        </pc:picChg>
        <pc:picChg chg="add mod">
          <ac:chgData name="종현 김" userId="4e62a0cd71f6508f" providerId="LiveId" clId="{6E62CB57-B7C1-44BE-9515-1C88952032F1}" dt="2026-05-12T05:53:56.139" v="40081" actId="1076"/>
          <ac:picMkLst>
            <pc:docMk/>
            <pc:sldMk cId="225724509" sldId="447"/>
            <ac:picMk id="36" creationId="{264E1492-3735-B301-FC7D-684F7C5960DE}"/>
          </ac:picMkLst>
        </pc:picChg>
        <pc:picChg chg="add mod">
          <ac:chgData name="종현 김" userId="4e62a0cd71f6508f" providerId="LiveId" clId="{6E62CB57-B7C1-44BE-9515-1C88952032F1}" dt="2026-05-12T05:54:35.979" v="40086" actId="1076"/>
          <ac:picMkLst>
            <pc:docMk/>
            <pc:sldMk cId="225724509" sldId="447"/>
            <ac:picMk id="37" creationId="{4DE62D19-F7BB-B38F-E334-D75373FE54C2}"/>
          </ac:picMkLst>
        </pc:picChg>
      </pc:sldChg>
      <pc:sldChg chg="addSp delSp modSp add mod">
        <pc:chgData name="종현 김" userId="4e62a0cd71f6508f" providerId="LiveId" clId="{6E62CB57-B7C1-44BE-9515-1C88952032F1}" dt="2026-05-13T07:45:19.140" v="41981" actId="20577"/>
        <pc:sldMkLst>
          <pc:docMk/>
          <pc:sldMk cId="2792857260" sldId="448"/>
        </pc:sldMkLst>
        <pc:spChg chg="mod">
          <ac:chgData name="종현 김" userId="4e62a0cd71f6508f" providerId="LiveId" clId="{6E62CB57-B7C1-44BE-9515-1C88952032F1}" dt="2026-05-13T07:45:19.140" v="41981" actId="20577"/>
          <ac:spMkLst>
            <pc:docMk/>
            <pc:sldMk cId="2792857260" sldId="448"/>
            <ac:spMk id="3" creationId="{B62937A6-B4B7-160D-3B82-2EC02708AEC7}"/>
          </ac:spMkLst>
        </pc:spChg>
        <pc:spChg chg="mod">
          <ac:chgData name="종현 김" userId="4e62a0cd71f6508f" providerId="LiveId" clId="{6E62CB57-B7C1-44BE-9515-1C88952032F1}" dt="2026-05-12T05:30:43.557" v="39861" actId="20577"/>
          <ac:spMkLst>
            <pc:docMk/>
            <pc:sldMk cId="2792857260" sldId="448"/>
            <ac:spMk id="9" creationId="{7AB3256B-5983-EC68-B987-2F76954758D1}"/>
          </ac:spMkLst>
        </pc:spChg>
        <pc:spChg chg="add mod">
          <ac:chgData name="종현 김" userId="4e62a0cd71f6508f" providerId="LiveId" clId="{6E62CB57-B7C1-44BE-9515-1C88952032F1}" dt="2026-05-12T05:49:44.651" v="39932"/>
          <ac:spMkLst>
            <pc:docMk/>
            <pc:sldMk cId="2792857260" sldId="448"/>
            <ac:spMk id="32" creationId="{3437EDE4-F4D5-76AA-4B0F-73F5F52658AA}"/>
          </ac:spMkLst>
        </pc:spChg>
        <pc:spChg chg="add mod">
          <ac:chgData name="종현 김" userId="4e62a0cd71f6508f" providerId="LiveId" clId="{6E62CB57-B7C1-44BE-9515-1C88952032F1}" dt="2026-05-12T05:50:09.152" v="39971" actId="20577"/>
          <ac:spMkLst>
            <pc:docMk/>
            <pc:sldMk cId="2792857260" sldId="448"/>
            <ac:spMk id="33" creationId="{BDF5CFB3-DA16-993B-E9EF-405EE070827A}"/>
          </ac:spMkLst>
        </pc:spChg>
        <pc:spChg chg="add mod">
          <ac:chgData name="종현 김" userId="4e62a0cd71f6508f" providerId="LiveId" clId="{6E62CB57-B7C1-44BE-9515-1C88952032F1}" dt="2026-05-12T05:49:44.651" v="39932"/>
          <ac:spMkLst>
            <pc:docMk/>
            <pc:sldMk cId="2792857260" sldId="448"/>
            <ac:spMk id="34" creationId="{FD5290B7-89CC-B0A9-2D1F-889BAD92BC86}"/>
          </ac:spMkLst>
        </pc:spChg>
        <pc:spChg chg="add mod">
          <ac:chgData name="종현 김" userId="4e62a0cd71f6508f" providerId="LiveId" clId="{6E62CB57-B7C1-44BE-9515-1C88952032F1}" dt="2026-05-12T05:50:16.624" v="39999" actId="20577"/>
          <ac:spMkLst>
            <pc:docMk/>
            <pc:sldMk cId="2792857260" sldId="448"/>
            <ac:spMk id="35" creationId="{A9E357D8-D3A3-9A40-63B9-D48E4D4C4D05}"/>
          </ac:spMkLst>
        </pc:spChg>
        <pc:spChg chg="add mod">
          <ac:chgData name="종현 김" userId="4e62a0cd71f6508f" providerId="LiveId" clId="{6E62CB57-B7C1-44BE-9515-1C88952032F1}" dt="2026-05-12T05:49:44.651" v="39932"/>
          <ac:spMkLst>
            <pc:docMk/>
            <pc:sldMk cId="2792857260" sldId="448"/>
            <ac:spMk id="36" creationId="{D5CCE58E-A279-1F58-DA55-CBE3E3E02C4B}"/>
          </ac:spMkLst>
        </pc:spChg>
        <pc:spChg chg="add mod">
          <ac:chgData name="종현 김" userId="4e62a0cd71f6508f" providerId="LiveId" clId="{6E62CB57-B7C1-44BE-9515-1C88952032F1}" dt="2026-05-12T05:50:57.577" v="40060" actId="14100"/>
          <ac:spMkLst>
            <pc:docMk/>
            <pc:sldMk cId="2792857260" sldId="448"/>
            <ac:spMk id="37" creationId="{36A58919-BAAA-9CB4-C237-574EFD1115FE}"/>
          </ac:spMkLst>
        </pc:spChg>
        <pc:spChg chg="add mod">
          <ac:chgData name="종현 김" userId="4e62a0cd71f6508f" providerId="LiveId" clId="{6E62CB57-B7C1-44BE-9515-1C88952032F1}" dt="2026-05-12T05:55:34.989" v="40192" actId="1076"/>
          <ac:spMkLst>
            <pc:docMk/>
            <pc:sldMk cId="2792857260" sldId="448"/>
            <ac:spMk id="40" creationId="{1416FD08-E7B3-F8B7-6510-EBFB7BFF742E}"/>
          </ac:spMkLst>
        </pc:spChg>
        <pc:cxnChg chg="add mod">
          <ac:chgData name="종현 김" userId="4e62a0cd71f6508f" providerId="LiveId" clId="{6E62CB57-B7C1-44BE-9515-1C88952032F1}" dt="2026-05-12T05:49:44.651" v="39932"/>
          <ac:cxnSpMkLst>
            <pc:docMk/>
            <pc:sldMk cId="2792857260" sldId="448"/>
            <ac:cxnSpMk id="38" creationId="{75D93039-2B40-2A6C-6E10-182A69D80272}"/>
          </ac:cxnSpMkLst>
        </pc:cxnChg>
        <pc:cxnChg chg="add mod">
          <ac:chgData name="종현 김" userId="4e62a0cd71f6508f" providerId="LiveId" clId="{6E62CB57-B7C1-44BE-9515-1C88952032F1}" dt="2026-05-12T05:49:44.651" v="39932"/>
          <ac:cxnSpMkLst>
            <pc:docMk/>
            <pc:sldMk cId="2792857260" sldId="448"/>
            <ac:cxnSpMk id="39" creationId="{F7AC7120-6464-B1E6-F51F-1BC47D908861}"/>
          </ac:cxnSpMkLst>
        </pc:cxnChg>
      </pc:sldChg>
      <pc:sldChg chg="addSp delSp modSp add mod">
        <pc:chgData name="종현 김" userId="4e62a0cd71f6508f" providerId="LiveId" clId="{6E62CB57-B7C1-44BE-9515-1C88952032F1}" dt="2026-05-13T07:45:24.693" v="41984" actId="20577"/>
        <pc:sldMkLst>
          <pc:docMk/>
          <pc:sldMk cId="3728112050" sldId="449"/>
        </pc:sldMkLst>
        <pc:spChg chg="mod">
          <ac:chgData name="종현 김" userId="4e62a0cd71f6508f" providerId="LiveId" clId="{6E62CB57-B7C1-44BE-9515-1C88952032F1}" dt="2026-05-13T07:45:24.693" v="41984" actId="20577"/>
          <ac:spMkLst>
            <pc:docMk/>
            <pc:sldMk cId="3728112050" sldId="449"/>
            <ac:spMk id="3" creationId="{9C00A906-15F9-42F9-0CC9-B10CDB2308EF}"/>
          </ac:spMkLst>
        </pc:spChg>
        <pc:spChg chg="add mod">
          <ac:chgData name="종현 김" userId="4e62a0cd71f6508f" providerId="LiveId" clId="{6E62CB57-B7C1-44BE-9515-1C88952032F1}" dt="2026-05-12T06:17:33.873" v="40418" actId="20577"/>
          <ac:spMkLst>
            <pc:docMk/>
            <pc:sldMk cId="3728112050" sldId="449"/>
            <ac:spMk id="4" creationId="{7B8E586A-3254-79D2-80B3-94866C03B84D}"/>
          </ac:spMkLst>
        </pc:spChg>
        <pc:spChg chg="mod">
          <ac:chgData name="종현 김" userId="4e62a0cd71f6508f" providerId="LiveId" clId="{6E62CB57-B7C1-44BE-9515-1C88952032F1}" dt="2026-05-12T05:55:52.371" v="40209" actId="20577"/>
          <ac:spMkLst>
            <pc:docMk/>
            <pc:sldMk cId="3728112050" sldId="449"/>
            <ac:spMk id="9" creationId="{996A56CD-CB97-A219-E499-0A1B4813AB9A}"/>
          </ac:spMkLst>
        </pc:spChg>
        <pc:picChg chg="add mod">
          <ac:chgData name="종현 김" userId="4e62a0cd71f6508f" providerId="LiveId" clId="{6E62CB57-B7C1-44BE-9515-1C88952032F1}" dt="2026-05-12T06:10:49.085" v="40213"/>
          <ac:picMkLst>
            <pc:docMk/>
            <pc:sldMk cId="3728112050" sldId="449"/>
            <ac:picMk id="2" creationId="{8E327BEE-DFEF-1B3F-68F4-50A84EC49EF5}"/>
          </ac:picMkLst>
        </pc:picChg>
      </pc:sldChg>
      <pc:sldChg chg="addSp delSp modSp add mod">
        <pc:chgData name="종현 김" userId="4e62a0cd71f6508f" providerId="LiveId" clId="{6E62CB57-B7C1-44BE-9515-1C88952032F1}" dt="2026-05-13T07:45:29.713" v="41987" actId="20577"/>
        <pc:sldMkLst>
          <pc:docMk/>
          <pc:sldMk cId="2867152311" sldId="450"/>
        </pc:sldMkLst>
        <pc:spChg chg="mod">
          <ac:chgData name="종현 김" userId="4e62a0cd71f6508f" providerId="LiveId" clId="{6E62CB57-B7C1-44BE-9515-1C88952032F1}" dt="2026-05-13T07:45:29.713" v="41987" actId="20577"/>
          <ac:spMkLst>
            <pc:docMk/>
            <pc:sldMk cId="2867152311" sldId="450"/>
            <ac:spMk id="3" creationId="{EC17EEF1-2812-9C58-3FF1-6B57EC7CE7EE}"/>
          </ac:spMkLst>
        </pc:spChg>
        <pc:spChg chg="add mod">
          <ac:chgData name="종현 김" userId="4e62a0cd71f6508f" providerId="LiveId" clId="{6E62CB57-B7C1-44BE-9515-1C88952032F1}" dt="2026-05-12T06:27:32.425" v="40459" actId="1076"/>
          <ac:spMkLst>
            <pc:docMk/>
            <pc:sldMk cId="2867152311" sldId="450"/>
            <ac:spMk id="7" creationId="{37764AC7-8497-5E4E-AB5C-F7DF054D0789}"/>
          </ac:spMkLst>
        </pc:spChg>
        <pc:spChg chg="add mod">
          <ac:chgData name="종현 김" userId="4e62a0cd71f6508f" providerId="LiveId" clId="{6E62CB57-B7C1-44BE-9515-1C88952032F1}" dt="2026-05-12T06:27:32.425" v="40459" actId="1076"/>
          <ac:spMkLst>
            <pc:docMk/>
            <pc:sldMk cId="2867152311" sldId="450"/>
            <ac:spMk id="8" creationId="{3F628717-FA80-56E1-F143-BBF02571041B}"/>
          </ac:spMkLst>
        </pc:spChg>
        <pc:spChg chg="mod">
          <ac:chgData name="종현 김" userId="4e62a0cd71f6508f" providerId="LiveId" clId="{6E62CB57-B7C1-44BE-9515-1C88952032F1}" dt="2026-05-12T06:18:08.604" v="40446" actId="20577"/>
          <ac:spMkLst>
            <pc:docMk/>
            <pc:sldMk cId="2867152311" sldId="450"/>
            <ac:spMk id="9" creationId="{4C87E77C-7275-C434-4F5D-1C46E26B1451}"/>
          </ac:spMkLst>
        </pc:spChg>
        <pc:spChg chg="add mod">
          <ac:chgData name="종현 김" userId="4e62a0cd71f6508f" providerId="LiveId" clId="{6E62CB57-B7C1-44BE-9515-1C88952032F1}" dt="2026-05-12T06:27:53.674" v="40505" actId="20577"/>
          <ac:spMkLst>
            <pc:docMk/>
            <pc:sldMk cId="2867152311" sldId="450"/>
            <ac:spMk id="10" creationId="{EF65C724-4080-5658-2FE2-B3E0D67B75DA}"/>
          </ac:spMkLst>
        </pc:spChg>
        <pc:spChg chg="add mod">
          <ac:chgData name="종현 김" userId="4e62a0cd71f6508f" providerId="LiveId" clId="{6E62CB57-B7C1-44BE-9515-1C88952032F1}" dt="2026-05-12T06:28:11.501" v="40540" actId="20577"/>
          <ac:spMkLst>
            <pc:docMk/>
            <pc:sldMk cId="2867152311" sldId="450"/>
            <ac:spMk id="11" creationId="{89B0563D-42F6-AB08-9BF1-5FF95458F3A9}"/>
          </ac:spMkLst>
        </pc:spChg>
        <pc:spChg chg="add mod">
          <ac:chgData name="종현 김" userId="4e62a0cd71f6508f" providerId="LiveId" clId="{6E62CB57-B7C1-44BE-9515-1C88952032F1}" dt="2026-05-12T06:27:37.742" v="40460" actId="1076"/>
          <ac:spMkLst>
            <pc:docMk/>
            <pc:sldMk cId="2867152311" sldId="450"/>
            <ac:spMk id="12" creationId="{1A1D1A89-CD23-550C-EDE3-D6B162AD6D9C}"/>
          </ac:spMkLst>
        </pc:spChg>
        <pc:spChg chg="add mod">
          <ac:chgData name="종현 김" userId="4e62a0cd71f6508f" providerId="LiveId" clId="{6E62CB57-B7C1-44BE-9515-1C88952032F1}" dt="2026-05-12T06:27:37.742" v="40460" actId="1076"/>
          <ac:spMkLst>
            <pc:docMk/>
            <pc:sldMk cId="2867152311" sldId="450"/>
            <ac:spMk id="13" creationId="{59B5B58F-760D-0F5B-CDE1-ED419F9D9718}"/>
          </ac:spMkLst>
        </pc:spChg>
        <pc:spChg chg="add mod">
          <ac:chgData name="종현 김" userId="4e62a0cd71f6508f" providerId="LiveId" clId="{6E62CB57-B7C1-44BE-9515-1C88952032F1}" dt="2026-05-12T06:28:17.449" v="40554"/>
          <ac:spMkLst>
            <pc:docMk/>
            <pc:sldMk cId="2867152311" sldId="450"/>
            <ac:spMk id="14" creationId="{68486E01-D5EB-9A00-6292-44AFF87763CB}"/>
          </ac:spMkLst>
        </pc:spChg>
        <pc:spChg chg="add mod">
          <ac:chgData name="종현 김" userId="4e62a0cd71f6508f" providerId="LiveId" clId="{6E62CB57-B7C1-44BE-9515-1C88952032F1}" dt="2026-05-12T06:28:27.601" v="40581" actId="20577"/>
          <ac:spMkLst>
            <pc:docMk/>
            <pc:sldMk cId="2867152311" sldId="450"/>
            <ac:spMk id="15" creationId="{C21C17B8-E1F5-C4A6-D49E-1F81E1D30296}"/>
          </ac:spMkLst>
        </pc:spChg>
        <pc:picChg chg="add mod">
          <ac:chgData name="종현 김" userId="4e62a0cd71f6508f" providerId="LiveId" clId="{6E62CB57-B7C1-44BE-9515-1C88952032F1}" dt="2026-05-12T06:18:21.559" v="40449"/>
          <ac:picMkLst>
            <pc:docMk/>
            <pc:sldMk cId="2867152311" sldId="450"/>
            <ac:picMk id="5" creationId="{6F9F0F24-EB35-435E-E7E4-EE08CC7981B6}"/>
          </ac:picMkLst>
        </pc:picChg>
        <pc:picChg chg="add mod modCrop">
          <ac:chgData name="종현 김" userId="4e62a0cd71f6508f" providerId="LiveId" clId="{6E62CB57-B7C1-44BE-9515-1C88952032F1}" dt="2026-05-12T06:27:01.757" v="40457" actId="1076"/>
          <ac:picMkLst>
            <pc:docMk/>
            <pc:sldMk cId="2867152311" sldId="450"/>
            <ac:picMk id="6" creationId="{F40D6318-B0FC-79FF-FA07-368EB6134304}"/>
          </ac:picMkLst>
        </pc:picChg>
      </pc:sldChg>
      <pc:sldChg chg="addSp delSp modSp add mod">
        <pc:chgData name="종현 김" userId="4e62a0cd71f6508f" providerId="LiveId" clId="{6E62CB57-B7C1-44BE-9515-1C88952032F1}" dt="2026-05-13T07:45:33.887" v="41988" actId="20577"/>
        <pc:sldMkLst>
          <pc:docMk/>
          <pc:sldMk cId="3304443035" sldId="451"/>
        </pc:sldMkLst>
        <pc:spChg chg="mod">
          <ac:chgData name="종현 김" userId="4e62a0cd71f6508f" providerId="LiveId" clId="{6E62CB57-B7C1-44BE-9515-1C88952032F1}" dt="2026-05-12T06:30:11.082" v="40636" actId="14100"/>
          <ac:spMkLst>
            <pc:docMk/>
            <pc:sldMk cId="3304443035" sldId="451"/>
            <ac:spMk id="2" creationId="{87608F2D-EBEE-3330-BF30-C0AB327F9714}"/>
          </ac:spMkLst>
        </pc:spChg>
        <pc:spChg chg="mod">
          <ac:chgData name="종현 김" userId="4e62a0cd71f6508f" providerId="LiveId" clId="{6E62CB57-B7C1-44BE-9515-1C88952032F1}" dt="2026-05-13T07:45:33.887" v="41988" actId="20577"/>
          <ac:spMkLst>
            <pc:docMk/>
            <pc:sldMk cId="3304443035" sldId="451"/>
            <ac:spMk id="3" creationId="{91088D78-ACF0-DDF4-93AF-0AD2563A1257}"/>
          </ac:spMkLst>
        </pc:spChg>
        <pc:spChg chg="mod">
          <ac:chgData name="종현 김" userId="4e62a0cd71f6508f" providerId="LiveId" clId="{6E62CB57-B7C1-44BE-9515-1C88952032F1}" dt="2026-05-12T06:29:54.391" v="40633" actId="20577"/>
          <ac:spMkLst>
            <pc:docMk/>
            <pc:sldMk cId="3304443035" sldId="451"/>
            <ac:spMk id="9" creationId="{5F8F45AA-B685-2F8E-85A5-27C0753437AB}"/>
          </ac:spMkLst>
        </pc:spChg>
        <pc:spChg chg="mod">
          <ac:chgData name="종현 김" userId="4e62a0cd71f6508f" providerId="LiveId" clId="{6E62CB57-B7C1-44BE-9515-1C88952032F1}" dt="2026-05-12T06:30:11.082" v="40636" actId="14100"/>
          <ac:spMkLst>
            <pc:docMk/>
            <pc:sldMk cId="3304443035" sldId="451"/>
            <ac:spMk id="14" creationId="{2D66271E-069F-6D5C-9575-EEDD353F9BB1}"/>
          </ac:spMkLst>
        </pc:spChg>
        <pc:spChg chg="mod">
          <ac:chgData name="종현 김" userId="4e62a0cd71f6508f" providerId="LiveId" clId="{6E62CB57-B7C1-44BE-9515-1C88952032F1}" dt="2026-05-12T06:30:40.180" v="40653" actId="20577"/>
          <ac:spMkLst>
            <pc:docMk/>
            <pc:sldMk cId="3304443035" sldId="451"/>
            <ac:spMk id="15" creationId="{FD96A69D-F69E-FBA5-D7E3-A87471F538CD}"/>
          </ac:spMkLst>
        </pc:spChg>
        <pc:spChg chg="mod">
          <ac:chgData name="종현 김" userId="4e62a0cd71f6508f" providerId="LiveId" clId="{6E62CB57-B7C1-44BE-9515-1C88952032F1}" dt="2026-05-12T06:31:08.560" v="40770" actId="27636"/>
          <ac:spMkLst>
            <pc:docMk/>
            <pc:sldMk cId="3304443035" sldId="451"/>
            <ac:spMk id="16" creationId="{438E91C1-A891-20B2-110C-FBD8283D6208}"/>
          </ac:spMkLst>
        </pc:spChg>
        <pc:spChg chg="mod">
          <ac:chgData name="종현 김" userId="4e62a0cd71f6508f" providerId="LiveId" clId="{6E62CB57-B7C1-44BE-9515-1C88952032F1}" dt="2026-05-12T06:30:11.082" v="40636" actId="14100"/>
          <ac:spMkLst>
            <pc:docMk/>
            <pc:sldMk cId="3304443035" sldId="451"/>
            <ac:spMk id="17" creationId="{2B358980-436E-09EA-155F-69287062B83B}"/>
          </ac:spMkLst>
        </pc:spChg>
        <pc:spChg chg="mod">
          <ac:chgData name="종현 김" userId="4e62a0cd71f6508f" providerId="LiveId" clId="{6E62CB57-B7C1-44BE-9515-1C88952032F1}" dt="2026-05-12T06:30:11.082" v="40636" actId="14100"/>
          <ac:spMkLst>
            <pc:docMk/>
            <pc:sldMk cId="3304443035" sldId="451"/>
            <ac:spMk id="19" creationId="{8ABDACD8-492D-1048-BC67-202C0F4D7630}"/>
          </ac:spMkLst>
        </pc:spChg>
        <pc:spChg chg="mod">
          <ac:chgData name="종현 김" userId="4e62a0cd71f6508f" providerId="LiveId" clId="{6E62CB57-B7C1-44BE-9515-1C88952032F1}" dt="2026-05-12T06:30:43.563" v="40662" actId="20577"/>
          <ac:spMkLst>
            <pc:docMk/>
            <pc:sldMk cId="3304443035" sldId="451"/>
            <ac:spMk id="20" creationId="{5D73D7FB-6BEF-2418-9E1D-8564862058CD}"/>
          </ac:spMkLst>
        </pc:spChg>
        <pc:spChg chg="mod">
          <ac:chgData name="종현 김" userId="4e62a0cd71f6508f" providerId="LiveId" clId="{6E62CB57-B7C1-44BE-9515-1C88952032F1}" dt="2026-05-12T06:31:46.735" v="40901" actId="20577"/>
          <ac:spMkLst>
            <pc:docMk/>
            <pc:sldMk cId="3304443035" sldId="451"/>
            <ac:spMk id="24" creationId="{45EBB100-E436-1D11-6293-C44108F3DF4A}"/>
          </ac:spMkLst>
        </pc:spChg>
        <pc:picChg chg="add mod">
          <ac:chgData name="종현 김" userId="4e62a0cd71f6508f" providerId="LiveId" clId="{6E62CB57-B7C1-44BE-9515-1C88952032F1}" dt="2026-05-12T06:30:00.222" v="40635" actId="1076"/>
          <ac:picMkLst>
            <pc:docMk/>
            <pc:sldMk cId="3304443035" sldId="451"/>
            <ac:picMk id="4" creationId="{49CDAFD8-BC36-C8E4-DF89-4D2E4FE62ABE}"/>
          </ac:picMkLst>
        </pc:picChg>
        <pc:picChg chg="mod">
          <ac:chgData name="종현 김" userId="4e62a0cd71f6508f" providerId="LiveId" clId="{6E62CB57-B7C1-44BE-9515-1C88952032F1}" dt="2026-05-12T06:29:44.756" v="40596" actId="1076"/>
          <ac:picMkLst>
            <pc:docMk/>
            <pc:sldMk cId="3304443035" sldId="451"/>
            <ac:picMk id="37" creationId="{9AF377C8-CF5B-FA6C-5E4E-4FF6F6C9BA33}"/>
          </ac:picMkLst>
        </pc:picChg>
      </pc:sldChg>
      <pc:sldChg chg="addSp delSp modSp add mod">
        <pc:chgData name="종현 김" userId="4e62a0cd71f6508f" providerId="LiveId" clId="{6E62CB57-B7C1-44BE-9515-1C88952032F1}" dt="2026-05-13T07:45:42.544" v="41994" actId="20577"/>
        <pc:sldMkLst>
          <pc:docMk/>
          <pc:sldMk cId="2261115371" sldId="452"/>
        </pc:sldMkLst>
        <pc:spChg chg="mod">
          <ac:chgData name="종현 김" userId="4e62a0cd71f6508f" providerId="LiveId" clId="{6E62CB57-B7C1-44BE-9515-1C88952032F1}" dt="2026-05-13T07:45:42.544" v="41994" actId="20577"/>
          <ac:spMkLst>
            <pc:docMk/>
            <pc:sldMk cId="2261115371" sldId="452"/>
            <ac:spMk id="3" creationId="{CA80EC79-59DB-526D-9721-461EFCDE0D94}"/>
          </ac:spMkLst>
        </pc:spChg>
        <pc:spChg chg="add mod">
          <ac:chgData name="종현 김" userId="4e62a0cd71f6508f" providerId="LiveId" clId="{6E62CB57-B7C1-44BE-9515-1C88952032F1}" dt="2026-05-12T10:06:13.619" v="41493" actId="1076"/>
          <ac:spMkLst>
            <pc:docMk/>
            <pc:sldMk cId="2261115371" sldId="452"/>
            <ac:spMk id="4" creationId="{FB508501-9E44-6C2D-8673-D4F1DCCE1688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5" creationId="{C0FD1002-130C-1551-DF9D-FCB0C89D9343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6" creationId="{0A5C5E36-4138-C06D-A15F-B3B732FEEB68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7" creationId="{5A66341F-324A-82CA-CED4-2D7A2FD1ED36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8" creationId="{71B28841-2A2B-7B69-F167-FE52BEE628C1}"/>
          </ac:spMkLst>
        </pc:spChg>
        <pc:spChg chg="mod">
          <ac:chgData name="종현 김" userId="4e62a0cd71f6508f" providerId="LiveId" clId="{6E62CB57-B7C1-44BE-9515-1C88952032F1}" dt="2026-05-12T10:06:16.648" v="41495" actId="1076"/>
          <ac:spMkLst>
            <pc:docMk/>
            <pc:sldMk cId="2261115371" sldId="452"/>
            <ac:spMk id="9" creationId="{1EEBF32D-7C34-3014-31DA-0EE86C9510D1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10" creationId="{42A9F078-7214-D832-7E40-98449919CFAB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11" creationId="{017B1C45-D624-1B94-39CB-055A9F075B7D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12" creationId="{33C40FB8-01A1-8384-BB59-A3FC74CC69CA}"/>
          </ac:spMkLst>
        </pc:spChg>
        <pc:spChg chg="add mod">
          <ac:chgData name="종현 김" userId="4e62a0cd71f6508f" providerId="LiveId" clId="{6E62CB57-B7C1-44BE-9515-1C88952032F1}" dt="2026-05-12T10:06:19.867" v="41496" actId="1076"/>
          <ac:spMkLst>
            <pc:docMk/>
            <pc:sldMk cId="2261115371" sldId="452"/>
            <ac:spMk id="13" creationId="{6B09741B-2FCA-8548-1802-72ADE5B84982}"/>
          </ac:spMkLst>
        </pc:spChg>
        <pc:spChg chg="mod">
          <ac:chgData name="종현 김" userId="4e62a0cd71f6508f" providerId="LiveId" clId="{6E62CB57-B7C1-44BE-9515-1C88952032F1}" dt="2026-05-12T10:07:37.944" v="41539" actId="208"/>
          <ac:spMkLst>
            <pc:docMk/>
            <pc:sldMk cId="2261115371" sldId="452"/>
            <ac:spMk id="14" creationId="{784A997A-7056-386C-B779-C2C3AE00FE5A}"/>
          </ac:spMkLst>
        </pc:spChg>
        <pc:spChg chg="mod">
          <ac:chgData name="종현 김" userId="4e62a0cd71f6508f" providerId="LiveId" clId="{6E62CB57-B7C1-44BE-9515-1C88952032F1}" dt="2026-05-12T10:07:48.251" v="41540" actId="207"/>
          <ac:spMkLst>
            <pc:docMk/>
            <pc:sldMk cId="2261115371" sldId="452"/>
            <ac:spMk id="15" creationId="{919254FE-A045-2D66-0AB9-5E6B0E09A9F5}"/>
          </ac:spMkLst>
        </pc:spChg>
        <pc:spChg chg="add mod">
          <ac:chgData name="종현 김" userId="4e62a0cd71f6508f" providerId="LiveId" clId="{6E62CB57-B7C1-44BE-9515-1C88952032F1}" dt="2026-05-12T10:19:47.485" v="41677" actId="20577"/>
          <ac:spMkLst>
            <pc:docMk/>
            <pc:sldMk cId="2261115371" sldId="452"/>
            <ac:spMk id="16" creationId="{222888D5-672B-35FB-4B0A-A89F5FF54361}"/>
          </ac:spMkLst>
        </pc:spChg>
        <pc:spChg chg="add mod">
          <ac:chgData name="종현 김" userId="4e62a0cd71f6508f" providerId="LiveId" clId="{6E62CB57-B7C1-44BE-9515-1C88952032F1}" dt="2026-05-12T10:06:13.619" v="41493" actId="1076"/>
          <ac:spMkLst>
            <pc:docMk/>
            <pc:sldMk cId="2261115371" sldId="452"/>
            <ac:spMk id="17" creationId="{C580FDCD-6001-CE0E-4233-472A718844BD}"/>
          </ac:spMkLst>
        </pc:spChg>
        <pc:spChg chg="mod">
          <ac:chgData name="종현 김" userId="4e62a0cd71f6508f" providerId="LiveId" clId="{6E62CB57-B7C1-44BE-9515-1C88952032F1}" dt="2026-05-12T10:07:37.944" v="41539" actId="208"/>
          <ac:spMkLst>
            <pc:docMk/>
            <pc:sldMk cId="2261115371" sldId="452"/>
            <ac:spMk id="19" creationId="{458B2AF9-7126-1EF1-6931-E329F0954C9D}"/>
          </ac:spMkLst>
        </pc:spChg>
        <pc:spChg chg="add mod">
          <ac:chgData name="종현 김" userId="4e62a0cd71f6508f" providerId="LiveId" clId="{6E62CB57-B7C1-44BE-9515-1C88952032F1}" dt="2026-05-12T10:07:48.251" v="41540" actId="207"/>
          <ac:spMkLst>
            <pc:docMk/>
            <pc:sldMk cId="2261115371" sldId="452"/>
            <ac:spMk id="20" creationId="{B6A95424-83E8-A6BD-0345-DA51DB477189}"/>
          </ac:spMkLst>
        </pc:spChg>
        <pc:spChg chg="add mod">
          <ac:chgData name="종현 김" userId="4e62a0cd71f6508f" providerId="LiveId" clId="{6E62CB57-B7C1-44BE-9515-1C88952032F1}" dt="2026-05-12T10:20:05.210" v="41759" actId="20577"/>
          <ac:spMkLst>
            <pc:docMk/>
            <pc:sldMk cId="2261115371" sldId="452"/>
            <ac:spMk id="23" creationId="{504F756E-9639-389D-1E65-DC4FB62FCCE6}"/>
          </ac:spMkLst>
        </pc:spChg>
        <pc:spChg chg="mod">
          <ac:chgData name="종현 김" userId="4e62a0cd71f6508f" providerId="LiveId" clId="{6E62CB57-B7C1-44BE-9515-1C88952032F1}" dt="2026-05-12T10:06:01.559" v="41492" actId="1076"/>
          <ac:spMkLst>
            <pc:docMk/>
            <pc:sldMk cId="2261115371" sldId="452"/>
            <ac:spMk id="24" creationId="{D6FA8977-7B79-5D27-9E10-D2C860CDA421}"/>
          </ac:spMkLst>
        </pc:spChg>
        <pc:spChg chg="mod">
          <ac:chgData name="종현 김" userId="4e62a0cd71f6508f" providerId="LiveId" clId="{6E62CB57-B7C1-44BE-9515-1C88952032F1}" dt="2026-05-12T10:07:37.944" v="41539" actId="208"/>
          <ac:spMkLst>
            <pc:docMk/>
            <pc:sldMk cId="2261115371" sldId="452"/>
            <ac:spMk id="25" creationId="{FC5E222D-A33C-1C90-B489-80CAA1DDFE2D}"/>
          </ac:spMkLst>
        </pc:spChg>
        <pc:spChg chg="add mod">
          <ac:chgData name="종현 김" userId="4e62a0cd71f6508f" providerId="LiveId" clId="{6E62CB57-B7C1-44BE-9515-1C88952032F1}" dt="2026-05-12T10:07:48.251" v="41540" actId="207"/>
          <ac:spMkLst>
            <pc:docMk/>
            <pc:sldMk cId="2261115371" sldId="452"/>
            <ac:spMk id="26" creationId="{488854CC-6A76-F0A2-3863-F3D51CDA3B2C}"/>
          </ac:spMkLst>
        </pc:spChg>
        <pc:spChg chg="add mod">
          <ac:chgData name="종현 김" userId="4e62a0cd71f6508f" providerId="LiveId" clId="{6E62CB57-B7C1-44BE-9515-1C88952032F1}" dt="2026-05-12T10:20:14.445" v="41801" actId="20577"/>
          <ac:spMkLst>
            <pc:docMk/>
            <pc:sldMk cId="2261115371" sldId="452"/>
            <ac:spMk id="27" creationId="{11852B49-1A73-4ECC-F953-6D6D439A103B}"/>
          </ac:spMkLst>
        </pc:spChg>
        <pc:spChg chg="add mod">
          <ac:chgData name="종현 김" userId="4e62a0cd71f6508f" providerId="LiveId" clId="{6E62CB57-B7C1-44BE-9515-1C88952032F1}" dt="2026-05-12T10:06:13.619" v="41493" actId="1076"/>
          <ac:spMkLst>
            <pc:docMk/>
            <pc:sldMk cId="2261115371" sldId="452"/>
            <ac:spMk id="28" creationId="{A3F11707-86D2-F2ED-2350-F3529E914A3F}"/>
          </ac:spMkLst>
        </pc:spChg>
        <pc:spChg chg="mod">
          <ac:chgData name="종현 김" userId="4e62a0cd71f6508f" providerId="LiveId" clId="{6E62CB57-B7C1-44BE-9515-1C88952032F1}" dt="2026-05-12T10:07:37.944" v="41539" actId="208"/>
          <ac:spMkLst>
            <pc:docMk/>
            <pc:sldMk cId="2261115371" sldId="452"/>
            <ac:spMk id="29" creationId="{2CFFFC4C-487F-5EE4-7C81-22F9574B4D8F}"/>
          </ac:spMkLst>
        </pc:spChg>
        <pc:spChg chg="add mod">
          <ac:chgData name="종현 김" userId="4e62a0cd71f6508f" providerId="LiveId" clId="{6E62CB57-B7C1-44BE-9515-1C88952032F1}" dt="2026-05-12T10:07:48.251" v="41540" actId="207"/>
          <ac:spMkLst>
            <pc:docMk/>
            <pc:sldMk cId="2261115371" sldId="452"/>
            <ac:spMk id="30" creationId="{E213B2C1-03A1-6F3A-5BB9-34E0862D378E}"/>
          </ac:spMkLst>
        </pc:spChg>
        <pc:spChg chg="add mod">
          <ac:chgData name="종현 김" userId="4e62a0cd71f6508f" providerId="LiveId" clId="{6E62CB57-B7C1-44BE-9515-1C88952032F1}" dt="2026-05-12T10:20:00.076" v="41727" actId="20577"/>
          <ac:spMkLst>
            <pc:docMk/>
            <pc:sldMk cId="2261115371" sldId="452"/>
            <ac:spMk id="31" creationId="{42802AF6-708F-97FD-5110-0F546F496F4A}"/>
          </ac:spMkLst>
        </pc:spChg>
        <pc:cxnChg chg="add mod">
          <ac:chgData name="종현 김" userId="4e62a0cd71f6508f" providerId="LiveId" clId="{6E62CB57-B7C1-44BE-9515-1C88952032F1}" dt="2026-05-12T06:40:10.169" v="40936"/>
          <ac:cxnSpMkLst>
            <pc:docMk/>
            <pc:sldMk cId="2261115371" sldId="452"/>
            <ac:cxnSpMk id="18" creationId="{A4316509-A5E8-52C8-5B90-3A95B7B414DC}"/>
          </ac:cxnSpMkLst>
        </pc:cxnChg>
        <pc:cxnChg chg="add mod">
          <ac:chgData name="종현 김" userId="4e62a0cd71f6508f" providerId="LiveId" clId="{6E62CB57-B7C1-44BE-9515-1C88952032F1}" dt="2026-05-12T10:06:19.867" v="41496" actId="1076"/>
          <ac:cxnSpMkLst>
            <pc:docMk/>
            <pc:sldMk cId="2261115371" sldId="452"/>
            <ac:cxnSpMk id="21" creationId="{587AA829-EB52-7215-C1F4-423F862C78BA}"/>
          </ac:cxnSpMkLst>
        </pc:cxnChg>
        <pc:cxnChg chg="mod">
          <ac:chgData name="종현 김" userId="4e62a0cd71f6508f" providerId="LiveId" clId="{6E62CB57-B7C1-44BE-9515-1C88952032F1}" dt="2026-05-12T10:06:19.867" v="41496" actId="1076"/>
          <ac:cxnSpMkLst>
            <pc:docMk/>
            <pc:sldMk cId="2261115371" sldId="452"/>
            <ac:cxnSpMk id="22" creationId="{A06E0DF2-D1AB-C19E-1874-F4D5970FC027}"/>
          </ac:cxnSpMkLst>
        </pc:cxnChg>
      </pc:sldChg>
      <pc:sldChg chg="modSp add mod">
        <pc:chgData name="종현 김" userId="4e62a0cd71f6508f" providerId="LiveId" clId="{6E62CB57-B7C1-44BE-9515-1C88952032F1}" dt="2026-05-12T10:27:43.119" v="41808" actId="1076"/>
        <pc:sldMkLst>
          <pc:docMk/>
          <pc:sldMk cId="1607539418" sldId="453"/>
        </pc:sldMkLst>
        <pc:spChg chg="mod">
          <ac:chgData name="종현 김" userId="4e62a0cd71f6508f" providerId="LiveId" clId="{6E62CB57-B7C1-44BE-9515-1C88952032F1}" dt="2026-05-12T10:27:43.119" v="41808" actId="1076"/>
          <ac:spMkLst>
            <pc:docMk/>
            <pc:sldMk cId="1607539418" sldId="453"/>
            <ac:spMk id="5" creationId="{EF012BEA-921B-DC5D-9D7C-FA80A22E7BDE}"/>
          </ac:spMkLst>
        </pc:spChg>
      </pc:sldChg>
      <pc:sldChg chg="addSp delSp modSp add mod">
        <pc:chgData name="종현 김" userId="4e62a0cd71f6508f" providerId="LiveId" clId="{6E62CB57-B7C1-44BE-9515-1C88952032F1}" dt="2026-05-13T07:45:38.699" v="41991" actId="20577"/>
        <pc:sldMkLst>
          <pc:docMk/>
          <pc:sldMk cId="2054743150" sldId="454"/>
        </pc:sldMkLst>
        <pc:spChg chg="mod">
          <ac:chgData name="종현 김" userId="4e62a0cd71f6508f" providerId="LiveId" clId="{6E62CB57-B7C1-44BE-9515-1C88952032F1}" dt="2026-05-13T07:45:38.699" v="41991" actId="20577"/>
          <ac:spMkLst>
            <pc:docMk/>
            <pc:sldMk cId="2054743150" sldId="454"/>
            <ac:spMk id="3" creationId="{A2AF9490-DD69-D1DB-D234-BF7B9CA8CED2}"/>
          </ac:spMkLst>
        </pc:spChg>
        <pc:spChg chg="add mod">
          <ac:chgData name="종현 김" userId="4e62a0cd71f6508f" providerId="LiveId" clId="{6E62CB57-B7C1-44BE-9515-1C88952032F1}" dt="2026-05-12T09:54:34.571" v="41474" actId="20577"/>
          <ac:spMkLst>
            <pc:docMk/>
            <pc:sldMk cId="2054743150" sldId="454"/>
            <ac:spMk id="6" creationId="{438CD0CD-F3EA-A524-9C2D-5BD3B3BD6E89}"/>
          </ac:spMkLst>
        </pc:spChg>
        <pc:picChg chg="add mod">
          <ac:chgData name="종현 김" userId="4e62a0cd71f6508f" providerId="LiveId" clId="{6E62CB57-B7C1-44BE-9515-1C88952032F1}" dt="2026-05-12T08:50:14.155" v="40988" actId="1076"/>
          <ac:picMkLst>
            <pc:docMk/>
            <pc:sldMk cId="2054743150" sldId="454"/>
            <ac:picMk id="5" creationId="{2954D04D-33D4-77A4-9F25-7B06F8C09040}"/>
          </ac:picMkLst>
        </pc:picChg>
      </pc:sldChg>
      <pc:sldChg chg="addSp delSp modSp add del mod">
        <pc:chgData name="종현 김" userId="4e62a0cd71f6508f" providerId="LiveId" clId="{6E62CB57-B7C1-44BE-9515-1C88952032F1}" dt="2026-05-28T01:05:13.329" v="41998" actId="47"/>
        <pc:sldMkLst>
          <pc:docMk/>
          <pc:sldMk cId="2088716415" sldId="4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3F2AD-ED4C-4EB7-812B-786B5CD91F28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5A4B-3C4A-4CDC-A882-312DF5063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25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46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336A-DA38-68F6-D243-8DDD88D7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02AB5B-D9D9-FED9-B235-BA03A9377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71A438-FB88-DDAE-629F-210EF9527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01B10E-A1C4-3712-E1CE-38C737A24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339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CBAC-6440-6E47-12F7-358C90F1A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7DFB22-FD0D-C18C-1D55-CE6B10595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AF017F-C571-98B2-8B8E-199542284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C99A65-9949-7B6F-BC95-9AA3D67A5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55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AC93-F5DA-19A4-7EC3-9DF6ABAB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3658CA-1546-D0DF-0DF8-9C6A07486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8CB448-9B51-B3CA-3F65-F9E931F17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ADA6E8-8C03-7374-E44E-3DF479820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841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365AC-4352-B496-1605-83EA0D60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00144A-1B43-2DE5-E555-36FEC2D50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F1BCF3-9C38-373B-50C7-2D61E65AC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207FFA-A67F-FD21-B157-56C0A997A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33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F1F12-F48A-74E6-582C-A6ECA15D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31CBBD-6887-3461-D299-D396A4B2D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1331B5-FB72-C963-1FDB-903250AD7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D63524-BB6B-B879-46C5-0FF45DC2A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848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F478-79EA-9DFF-F051-3B74D169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7B5D8C-2D5D-CB18-EA13-FFD0F6933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628621-C19D-A380-779B-577258689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B6A10-310A-0F43-8B82-3600956EA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29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7114-F43D-E59D-DA7C-795C7819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5FB402-60BD-A305-3471-51A28B2ED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631020-1E5A-4C32-B5FA-3E2C9F56A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B3848C-DB1C-5A38-6924-EC75F1ACC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035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BB4F4-7EC7-A09D-6DE4-C0AA13D92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966795-4B50-F80A-A996-0501CD319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F0AF1E-A4B6-1D2D-B9F7-36C86AF0C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04743-CD10-41DE-BDEE-A80C017960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944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F44A5-4522-01CE-C551-92F4ED11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8756B0-C97E-755B-A10F-E22BD0F58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A30CF9-3709-70E8-3E4E-D24690E02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6D38C6-CF8A-7A15-0236-5EE6847C2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626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A35A-6481-D22C-30F8-9810D8DD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6B0E0-2FAC-BC5C-F91D-721C135A3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C0ABE6-9450-92B1-3255-47B220BC3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11DC3-2DC9-566F-93F2-27C4CF38A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241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C72A-7605-F060-2E65-2F3819651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BC778C-C5A3-12B3-24B5-CF9FCDD9A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018406-2E68-0D71-341B-CA23F89E8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54ED0A-0AF6-3EFB-4A1D-1162659AC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683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A8ACB-551C-B38C-88E0-8CCBDD72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7D4B3-C621-086C-7AEE-2677A40CC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8A2A83-B1D3-EF07-8FB9-31C68E741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D277D-7395-38F1-6991-9A47ADBA1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050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BFCB-DE25-D83A-C25C-4337D7571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8BAEC5-D16E-669B-861A-594055836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3251C-B8E0-F0FA-34D7-41515FCB9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C1895-EA03-223B-1BCA-500C1CE53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73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6877-966B-B1A9-CBD1-D8A2561B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EE5654-FED3-0B6B-C017-ED85E602E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ED1B7D-5410-135B-6D1B-AC3D0ACF4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E687E-FD6A-9543-6811-E700D9EF0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245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A97E-145A-8FDB-D0D2-EC768BC9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9F7748-CB40-131B-2922-9409CA90B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6688C-EBFF-60FB-4D1F-DD3BF829B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071BA-ABD2-6D23-AEB8-7F0F60622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533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12481-6CB2-75A1-1D10-5EED74A5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25939E-4C90-8F79-3261-833D7D679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FD4D-C55E-B2F3-46DD-C834D9C31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7689EF-EBD1-9EE7-842E-603E674B1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250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73017-9DEF-ADF5-E0C1-19084CEB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DCC8C7-1147-8741-0FD1-2906513B3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B53F9D-9C90-C8BF-EEB9-CFB14CB2E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로컬 </a:t>
            </a:r>
            <a:r>
              <a:rPr lang="en-US" altLang="ko-KR" dirty="0"/>
              <a:t>LLM</a:t>
            </a:r>
            <a:r>
              <a:rPr lang="ko-KR" altLang="en-US" dirty="0"/>
              <a:t>의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001C3-AF91-8EFF-DF46-8EB3E995A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09849-A068-4537-BFC6-BDE319C83A55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89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12E85-B4D7-CF69-D3D8-07BAB0A45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323C7C-A4DD-B784-17BE-82950210B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3FE99-E09D-93C6-6FF1-B582684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0CADF6-D64A-8C4E-E384-D72B3CF6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12EBBA-53B5-E5BF-E632-CCA7D01DA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355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54CD1-23AC-2732-15A2-5574248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DB3A8-B149-8368-CD32-2BC9D0DD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D02326-6107-96CE-C34C-02FA58889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EF87E-B2AA-E9B5-F25D-1D85A338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58C4ED-CF1D-E261-663C-B8793C3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39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2F568-2C90-972A-858A-8A0F87F63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92CBD3-2C61-9EF5-7E00-DCACD0AA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3F6E9-047A-EEB5-8FC6-4E4EC5271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D9336-8451-E3ED-C7C1-758315FE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674B3-B5FA-1093-A408-311FD679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00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59FF2-3FB5-BAB2-A63A-DC954B95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6055C-FFF8-78E1-BA65-5E76CD3CE2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2F4AB4-0E26-9B09-C9DF-1A01B3897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C35ED3-C870-BDAF-31C7-D8E0528D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794AF5-B4BB-9E19-396B-79E28070D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751E05-89E6-5541-6CDA-B0031240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4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07599-86BC-035D-65AE-56142602F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FE95EA-DC07-E61E-B26F-981D6359F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A46FA-C1F4-3657-8EA5-17E1D4A0A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DCFFD1-ABCC-60A0-F179-E85FD2BE0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4EFE44-D274-F010-EC31-571F41AF2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BC54F3-9373-4F8B-5A71-E671B839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BAE0C73-4274-4094-15DD-B7F04E9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7BBCCF9-26CE-186E-0A96-9A7F307B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63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1388A-FA2D-B74E-B02E-C0B686689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5FB4BD-FD86-4ADA-BE6E-DB29E0FB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76405D-0187-D48A-DFD8-DC90009EE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067F7-AD47-48BC-1232-A8A940F8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828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DB35C-508E-6BCE-C5E0-493F4406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ABC2B4-0F86-36F4-2F7C-7BA59C59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BF9D0F-EDE0-183E-73BB-ADADC97A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80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8ED61-853E-0214-94F5-97DE712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7EF3C-481E-96A5-1932-5ED0E52F6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F1B9B0-7D12-72FB-B1AD-EB635A8A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14860-7B50-F03D-A0DD-DF772E10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AF1E49-0015-C513-B335-4EF94F3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4EEE7E-AC2C-06D3-58B8-DB765086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84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199C-86E6-B769-5CC3-885FE9C3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2111F3-90DF-6B55-947E-AD3EBF1F1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84A870-FA48-1EAE-ABA4-6FF490911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F9B68A-02EF-F0D7-F9DF-BB65423C0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753C0D-5D4B-F83F-8E43-7297A226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F88229-5E60-8B9B-FD2D-DB836D3E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1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A93291-DC44-253C-D67F-62EE0F374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8FB284-CDD9-8F3A-F9C3-D01653A26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052D9-C9E0-88C2-5CBD-1401C9EE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4588D-2E4D-896C-04E3-B66746C1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738CEF-7B37-7D93-C207-6EF7F4BA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860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56A05B-68C8-46C7-2626-18E9A7487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CF17A9-FE0A-6243-7186-51A13C37B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6BFBD-64DB-6026-9CBF-2DB362E6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1F702A-A76E-1C65-0971-1BA75B70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04C18-0893-C867-F133-B619B662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8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819403-53DF-6604-2F26-99E19AD5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C860CA-87F4-06D3-0DF1-91E6937F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7BEE7-752D-B995-E426-EB07FBE26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E06D2-2A69-4E78-B74D-11F45FE9BC23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53958-31A1-0D7B-75E9-ECDD8AC8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2EE7CD-A15E-F2CC-3777-91CEEB31D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DDE44-0C0B-4395-8E83-3BF7B3AFE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0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A92FA-518A-0B6D-16FB-CD7306E21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091" y="1627762"/>
            <a:ext cx="9466662" cy="126019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ko-KR" sz="4400" b="1" dirty="0"/>
              <a:t>Qwen 3.5 </a:t>
            </a:r>
            <a:r>
              <a:rPr lang="ko-KR" altLang="en-US" sz="4400" b="1" dirty="0"/>
              <a:t>구조 </a:t>
            </a:r>
            <a:r>
              <a:rPr lang="en-US" altLang="ko-KR" sz="4400" b="1" dirty="0"/>
              <a:t>(2)</a:t>
            </a:r>
            <a:br>
              <a:rPr lang="en-US" altLang="ko-KR" sz="4400" b="1" dirty="0"/>
            </a:br>
            <a:r>
              <a:rPr lang="en-US" altLang="ko-KR" sz="4400" b="1" dirty="0" err="1"/>
              <a:t>DeltaNet</a:t>
            </a:r>
            <a:r>
              <a:rPr lang="ko-KR" altLang="en-US" sz="4400" b="1" dirty="0"/>
              <a:t>과 </a:t>
            </a:r>
            <a:r>
              <a:rPr lang="en-US" altLang="ko-KR" sz="4400" b="1" dirty="0"/>
              <a:t>Gating Mechanism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23DAA8-F9CB-F786-B098-04DDD37342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0092" y="4322135"/>
            <a:ext cx="2640418" cy="459599"/>
          </a:xfrm>
        </p:spPr>
        <p:txBody>
          <a:bodyPr/>
          <a:lstStyle/>
          <a:p>
            <a:r>
              <a:rPr lang="en-US" altLang="ko-KR" dirty="0"/>
              <a:t>20220300 </a:t>
            </a:r>
            <a:r>
              <a:rPr lang="ko-KR" altLang="en-US" dirty="0"/>
              <a:t>김종현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87AB0-D8D5-7543-BEEF-A82F9DA2BBE9}"/>
              </a:ext>
            </a:extLst>
          </p:cNvPr>
          <p:cNvSpPr txBox="1"/>
          <p:nvPr/>
        </p:nvSpPr>
        <p:spPr>
          <a:xfrm>
            <a:off x="10403457" y="6211019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2026-05-13</a:t>
            </a:r>
          </a:p>
        </p:txBody>
      </p:sp>
    </p:spTree>
    <p:extLst>
      <p:ext uri="{BB962C8B-B14F-4D97-AF65-F5344CB8AC3E}">
        <p14:creationId xmlns:p14="http://schemas.microsoft.com/office/powerpoint/2010/main" val="2937531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79DAF-772F-2876-1F59-FA07EEFA7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78E5D-C179-E5E5-01C2-F5C104F2A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90168"/>
            <a:ext cx="10515600" cy="377004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주제를 선정한 이유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복습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 err="1"/>
              <a:t>DeltaNet</a:t>
            </a:r>
            <a:r>
              <a:rPr lang="en-US" altLang="ko-KR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Gating mechanism</a:t>
            </a:r>
          </a:p>
          <a:p>
            <a:pPr marL="514350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결론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936FC-1DB7-7421-7323-CCD407A1E8F2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-2-</a:t>
            </a:r>
          </a:p>
        </p:txBody>
      </p:sp>
    </p:spTree>
    <p:extLst>
      <p:ext uri="{BB962C8B-B14F-4D97-AF65-F5344CB8AC3E}">
        <p14:creationId xmlns:p14="http://schemas.microsoft.com/office/powerpoint/2010/main" val="390622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3F11-2436-5C61-BF56-B28933BF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74462-FE98-741B-07BD-9ED2CE655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46936" cy="666007"/>
          </a:xfrm>
        </p:spPr>
        <p:txBody>
          <a:bodyPr>
            <a:normAutofit/>
          </a:bodyPr>
          <a:lstStyle/>
          <a:p>
            <a:r>
              <a:rPr lang="ko-KR" altLang="en-US" sz="3200" b="1" dirty="0"/>
              <a:t>오늘의 주제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왜 </a:t>
            </a:r>
            <a:r>
              <a:rPr lang="en-US" altLang="ko-KR" sz="3200" b="1" dirty="0" err="1"/>
              <a:t>DeltaNet</a:t>
            </a:r>
            <a:r>
              <a:rPr lang="ko-KR" altLang="en-US" sz="3200" b="1" dirty="0"/>
              <a:t>과 </a:t>
            </a:r>
            <a:r>
              <a:rPr lang="en-US" altLang="ko-KR" sz="3200" b="1" dirty="0"/>
              <a:t>Gate</a:t>
            </a:r>
            <a:r>
              <a:rPr lang="ko-KR" altLang="en-US" sz="3200" b="1" dirty="0"/>
              <a:t>가 필요한가</a:t>
            </a:r>
            <a:r>
              <a:rPr lang="en-US" altLang="ko-KR" sz="3200" b="1" dirty="0"/>
              <a:t>?</a:t>
            </a:r>
            <a:r>
              <a:rPr lang="ko-KR" altLang="en-US" sz="3200" b="1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6AFD46-211A-EF3D-7AC9-907E604D5E83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-3-</a:t>
            </a:r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CD179E85-3F74-EAC3-5B1E-5A5C7D6F3FA9}"/>
              </a:ext>
            </a:extLst>
          </p:cNvPr>
          <p:cNvSpPr/>
          <p:nvPr/>
        </p:nvSpPr>
        <p:spPr>
          <a:xfrm>
            <a:off x="838200" y="1872772"/>
            <a:ext cx="324612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BBC70D38-4790-146E-7E48-8DF5E573FACA}"/>
              </a:ext>
            </a:extLst>
          </p:cNvPr>
          <p:cNvSpPr/>
          <p:nvPr/>
        </p:nvSpPr>
        <p:spPr>
          <a:xfrm>
            <a:off x="838200" y="1872772"/>
            <a:ext cx="73152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D0CDC244-7D24-3103-FE1D-9A572A7D5BA0}"/>
              </a:ext>
            </a:extLst>
          </p:cNvPr>
          <p:cNvSpPr/>
          <p:nvPr/>
        </p:nvSpPr>
        <p:spPr>
          <a:xfrm>
            <a:off x="1094232" y="207394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비용 문제</a:t>
            </a:r>
            <a:endParaRPr lang="en-US" sz="13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D31F2FA6-A962-750D-D0CC-950A36C11775}"/>
              </a:ext>
            </a:extLst>
          </p:cNvPr>
          <p:cNvSpPr/>
          <p:nvPr/>
        </p:nvSpPr>
        <p:spPr>
          <a:xfrm>
            <a:off x="1094232" y="2531140"/>
            <a:ext cx="2807208" cy="1618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Attention은 모든 토큰 쌍을 비교하므로 긴 입력에서 </a:t>
            </a:r>
            <a:r>
              <a:rPr lang="en-US" sz="122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부담이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sz="122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2FB5C456-B317-2680-7D2A-D03D58E26BFC}"/>
              </a:ext>
            </a:extLst>
          </p:cNvPr>
          <p:cNvSpPr/>
          <p:nvPr/>
        </p:nvSpPr>
        <p:spPr>
          <a:xfrm>
            <a:off x="4495800" y="1872772"/>
            <a:ext cx="324612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FB3524F-6AB8-41B3-393B-D529F13A7138}"/>
              </a:ext>
            </a:extLst>
          </p:cNvPr>
          <p:cNvSpPr/>
          <p:nvPr/>
        </p:nvSpPr>
        <p:spPr>
          <a:xfrm>
            <a:off x="4495800" y="1872772"/>
            <a:ext cx="73152" cy="2423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41D08AAE-297A-C950-A342-B22099132AD9}"/>
              </a:ext>
            </a:extLst>
          </p:cNvPr>
          <p:cNvSpPr/>
          <p:nvPr/>
        </p:nvSpPr>
        <p:spPr>
          <a:xfrm>
            <a:off x="4751832" y="207394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압축 문제</a:t>
            </a:r>
            <a:endParaRPr lang="en-US" sz="13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745E091-4BC2-DCE3-B571-9ED3ECC12590}"/>
              </a:ext>
            </a:extLst>
          </p:cNvPr>
          <p:cNvSpPr/>
          <p:nvPr/>
        </p:nvSpPr>
        <p:spPr>
          <a:xfrm>
            <a:off x="4751832" y="2531140"/>
            <a:ext cx="2807208" cy="1618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Linear Attention은 상태 S에 정보를 압축해 </a:t>
            </a:r>
            <a:r>
              <a:rPr lang="en-US" sz="122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효율을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높임</a:t>
            </a:r>
            <a:endParaRPr lang="en-US" sz="122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5428491D-0D4A-E343-3FC1-3ECA848B23DB}"/>
              </a:ext>
            </a:extLst>
          </p:cNvPr>
          <p:cNvSpPr/>
          <p:nvPr/>
        </p:nvSpPr>
        <p:spPr>
          <a:xfrm>
            <a:off x="8153400" y="1872772"/>
            <a:ext cx="324612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2F88DB26-ED32-E243-A5FE-804FD008603A}"/>
              </a:ext>
            </a:extLst>
          </p:cNvPr>
          <p:cNvSpPr/>
          <p:nvPr/>
        </p:nvSpPr>
        <p:spPr>
          <a:xfrm>
            <a:off x="8153400" y="1872772"/>
            <a:ext cx="73152" cy="2423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736A4F55-E450-C5AA-75A1-BD448C5F07D1}"/>
              </a:ext>
            </a:extLst>
          </p:cNvPr>
          <p:cNvSpPr/>
          <p:nvPr/>
        </p:nvSpPr>
        <p:spPr>
          <a:xfrm>
            <a:off x="8409432" y="207394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상태 관리</a:t>
            </a:r>
            <a:endParaRPr lang="en-US" sz="135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7914946D-2C89-DE91-0A15-B9DAF382B34D}"/>
              </a:ext>
            </a:extLst>
          </p:cNvPr>
          <p:cNvSpPr/>
          <p:nvPr/>
        </p:nvSpPr>
        <p:spPr>
          <a:xfrm>
            <a:off x="8409432" y="2531140"/>
            <a:ext cx="2807208" cy="1618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압축된 상태를 어떻게 수정하고 조절할지가 핵심</a:t>
            </a:r>
            <a:endParaRPr lang="en-US" sz="122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598050-7C8B-4F06-95BB-4A68EB864B66}"/>
              </a:ext>
            </a:extLst>
          </p:cNvPr>
          <p:cNvSpPr txBox="1"/>
          <p:nvPr/>
        </p:nvSpPr>
        <p:spPr>
          <a:xfrm>
            <a:off x="911352" y="4881792"/>
            <a:ext cx="874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-&gt; </a:t>
            </a:r>
            <a:r>
              <a:rPr lang="ko-KR" altLang="en-US" b="1" dirty="0"/>
              <a:t>즉 </a:t>
            </a:r>
            <a:r>
              <a:rPr lang="en-US" altLang="ko-KR" b="1" dirty="0"/>
              <a:t>Gated </a:t>
            </a:r>
            <a:r>
              <a:rPr lang="en-US" altLang="ko-KR" b="1" dirty="0" err="1"/>
              <a:t>DeltaNet</a:t>
            </a:r>
            <a:r>
              <a:rPr lang="ko-KR" altLang="en-US" b="1" dirty="0"/>
              <a:t>은 빠른 계산과 선택적 상태 업데이트를 위해 만들어진 구조</a:t>
            </a:r>
          </a:p>
        </p:txBody>
      </p:sp>
    </p:spTree>
    <p:extLst>
      <p:ext uri="{BB962C8B-B14F-4D97-AF65-F5344CB8AC3E}">
        <p14:creationId xmlns:p14="http://schemas.microsoft.com/office/powerpoint/2010/main" val="625091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A2B-8620-3886-2C18-34DC9401D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C839F4-00CF-B48F-F842-B90666AD3CA1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-4-</a:t>
            </a:r>
          </a:p>
        </p:txBody>
      </p:sp>
      <p:pic>
        <p:nvPicPr>
          <p:cNvPr id="6" name="그림 5" descr="The image is a colorful bar chart with five bars representing variables k1 to k5 and five more representing q1 to q4, with numerical values 92 and 95 marked on q4.&#10;&#10;AI 생성 콘텐츠는 정확하지 않을 수 있습니다.">
            <a:extLst>
              <a:ext uri="{FF2B5EF4-FFF2-40B4-BE49-F238E27FC236}">
                <a16:creationId xmlns:a16="http://schemas.microsoft.com/office/drawing/2014/main" id="{34479734-427F-C85E-BA6E-3885A947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70"/>
          <a:stretch>
            <a:fillRect/>
          </a:stretch>
        </p:blipFill>
        <p:spPr>
          <a:xfrm>
            <a:off x="1297021" y="1688178"/>
            <a:ext cx="3329690" cy="3162985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B724D360-C967-E499-6580-2D5F93B7E4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복습 </a:t>
            </a:r>
            <a:r>
              <a:rPr lang="en-US" altLang="ko-KR" sz="3200" b="1" dirty="0"/>
              <a:t>– </a:t>
            </a:r>
            <a:r>
              <a:rPr lang="ko-KR" altLang="en-US" sz="3200" b="1" dirty="0"/>
              <a:t>기존 </a:t>
            </a:r>
            <a:r>
              <a:rPr lang="en-US" altLang="ko-KR" sz="3200" b="1" dirty="0"/>
              <a:t>Attention</a:t>
            </a:r>
            <a:r>
              <a:rPr lang="ko-KR" altLang="en-US" sz="3200" b="1" dirty="0"/>
              <a:t>은 무엇이 문제였나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6E73103E-2AA5-0F4C-726F-301A6F65CC25}"/>
              </a:ext>
            </a:extLst>
          </p:cNvPr>
          <p:cNvSpPr/>
          <p:nvPr/>
        </p:nvSpPr>
        <p:spPr>
          <a:xfrm>
            <a:off x="6476841" y="1690688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F2AC742-2838-343D-E7EF-BD0FABFF51B2}"/>
              </a:ext>
            </a:extLst>
          </p:cNvPr>
          <p:cNvSpPr/>
          <p:nvPr/>
        </p:nvSpPr>
        <p:spPr>
          <a:xfrm>
            <a:off x="6476841" y="1690688"/>
            <a:ext cx="73152" cy="142216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4E1DE99-1578-4B9A-3643-1BC903E099AF}"/>
              </a:ext>
            </a:extLst>
          </p:cNvPr>
          <p:cNvSpPr/>
          <p:nvPr/>
        </p:nvSpPr>
        <p:spPr>
          <a:xfrm>
            <a:off x="6732873" y="1891856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3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9D7635F-D91B-1D34-78D0-686CBA8C1ADA}"/>
              </a:ext>
            </a:extLst>
          </p:cNvPr>
          <p:cNvSpPr/>
          <p:nvPr/>
        </p:nvSpPr>
        <p:spPr>
          <a:xfrm>
            <a:off x="6732872" y="2349056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토큰에서 필요한 과거 토큰 직접 참조 가능 </a:t>
            </a:r>
            <a:endParaRPr lang="en-US" sz="122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CFDC02AF-4C9F-60AA-05BF-6F22049F065C}"/>
              </a:ext>
            </a:extLst>
          </p:cNvPr>
          <p:cNvSpPr/>
          <p:nvPr/>
        </p:nvSpPr>
        <p:spPr>
          <a:xfrm>
            <a:off x="6476841" y="3429000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16580024-66F8-42DC-1078-121AE450632A}"/>
              </a:ext>
            </a:extLst>
          </p:cNvPr>
          <p:cNvSpPr/>
          <p:nvPr/>
        </p:nvSpPr>
        <p:spPr>
          <a:xfrm>
            <a:off x="6476841" y="3429000"/>
            <a:ext cx="73152" cy="142216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9D33E277-7904-3F44-79F9-7704FA28E31C}"/>
              </a:ext>
            </a:extLst>
          </p:cNvPr>
          <p:cNvSpPr/>
          <p:nvPr/>
        </p:nvSpPr>
        <p:spPr>
          <a:xfrm>
            <a:off x="6732873" y="3630168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350" dirty="0">
              <a:solidFill>
                <a:srgbClr val="D97706"/>
              </a:solidFill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82F17C0-3A61-B688-2A13-752C673FA91E}"/>
              </a:ext>
            </a:extLst>
          </p:cNvPr>
          <p:cNvSpPr/>
          <p:nvPr/>
        </p:nvSpPr>
        <p:spPr>
          <a:xfrm>
            <a:off x="6732872" y="4087368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수가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개면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x n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계산</a:t>
            </a:r>
            <a:endParaRPr lang="en-US" sz="122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651BA5-DAF6-43E0-453C-50C0D754F786}"/>
              </a:ext>
            </a:extLst>
          </p:cNvPr>
          <p:cNvSpPr txBox="1"/>
          <p:nvPr/>
        </p:nvSpPr>
        <p:spPr>
          <a:xfrm>
            <a:off x="2524487" y="5509531"/>
            <a:ext cx="6328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-&gt; </a:t>
            </a:r>
            <a:r>
              <a:rPr lang="ko-KR" altLang="en-US" b="1" dirty="0"/>
              <a:t>표현력은 좋지만 긴 문맥에서는 </a:t>
            </a:r>
            <a:r>
              <a:rPr lang="ko-KR" altLang="en-US" b="1" dirty="0" err="1"/>
              <a:t>계산량과</a:t>
            </a:r>
            <a:r>
              <a:rPr lang="ko-KR" altLang="en-US" b="1" dirty="0"/>
              <a:t> 메모리가 문제</a:t>
            </a:r>
          </a:p>
        </p:txBody>
      </p:sp>
    </p:spTree>
    <p:extLst>
      <p:ext uri="{BB962C8B-B14F-4D97-AF65-F5344CB8AC3E}">
        <p14:creationId xmlns:p14="http://schemas.microsoft.com/office/powerpoint/2010/main" val="335743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3F8F-AC59-5074-1437-B6996481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21F4EE-A1E7-6E34-1859-64AEBE485B1E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-5-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C57E536-FBAD-B53B-6F8C-3460B8FC439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복습 </a:t>
            </a:r>
            <a:r>
              <a:rPr lang="en-US" altLang="ko-KR" sz="3200" b="1" dirty="0"/>
              <a:t>– Linear Attention</a:t>
            </a:r>
            <a:r>
              <a:rPr lang="ko-KR" altLang="en-US" sz="3200" b="1" dirty="0"/>
              <a:t>은 어떻게 개선을 했나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0116456-1EA3-3F5E-1D96-0C9520714DA9}"/>
              </a:ext>
            </a:extLst>
          </p:cNvPr>
          <p:cNvSpPr/>
          <p:nvPr/>
        </p:nvSpPr>
        <p:spPr>
          <a:xfrm>
            <a:off x="6009913" y="1885232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A1EB052C-22DB-25B8-E79D-6CE1D1F67F65}"/>
              </a:ext>
            </a:extLst>
          </p:cNvPr>
          <p:cNvSpPr/>
          <p:nvPr/>
        </p:nvSpPr>
        <p:spPr>
          <a:xfrm>
            <a:off x="6009913" y="1885232"/>
            <a:ext cx="73152" cy="142216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43344AE-7E60-6AE3-9E16-6EBE2BA82C25}"/>
              </a:ext>
            </a:extLst>
          </p:cNvPr>
          <p:cNvSpPr/>
          <p:nvPr/>
        </p:nvSpPr>
        <p:spPr>
          <a:xfrm>
            <a:off x="6265945" y="208640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핵심</a:t>
            </a:r>
            <a:endParaRPr lang="en-US" sz="1350" dirty="0">
              <a:solidFill>
                <a:srgbClr val="2563EB"/>
              </a:solidFill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47ACCEB-D720-A4FC-26D3-57393E45B169}"/>
              </a:ext>
            </a:extLst>
          </p:cNvPr>
          <p:cNvSpPr/>
          <p:nvPr/>
        </p:nvSpPr>
        <p:spPr>
          <a:xfrm>
            <a:off x="6265944" y="2543600"/>
            <a:ext cx="3935128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정보들을 상태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누적하고 현재 토큰은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조회 </a:t>
            </a:r>
            <a:endParaRPr lang="en-US" sz="122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2F48FCF-3ABE-3A98-EA03-9877404C7871}"/>
              </a:ext>
            </a:extLst>
          </p:cNvPr>
          <p:cNvSpPr/>
          <p:nvPr/>
        </p:nvSpPr>
        <p:spPr>
          <a:xfrm>
            <a:off x="6009913" y="4148524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F5C7A95-5A90-BF23-A351-D915695A69AF}"/>
              </a:ext>
            </a:extLst>
          </p:cNvPr>
          <p:cNvSpPr/>
          <p:nvPr/>
        </p:nvSpPr>
        <p:spPr>
          <a:xfrm>
            <a:off x="6009913" y="4148524"/>
            <a:ext cx="73152" cy="142216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75002E7-0380-600A-8CD7-B5B287DD100B}"/>
              </a:ext>
            </a:extLst>
          </p:cNvPr>
          <p:cNvSpPr/>
          <p:nvPr/>
        </p:nvSpPr>
        <p:spPr>
          <a:xfrm>
            <a:off x="6265945" y="4349692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간단한 예시</a:t>
            </a:r>
            <a:endParaRPr lang="en-US" sz="1350" dirty="0">
              <a:solidFill>
                <a:srgbClr val="059669"/>
              </a:solidFill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326DC53-9662-A18B-38D5-3E06778F1574}"/>
              </a:ext>
            </a:extLst>
          </p:cNvPr>
          <p:cNvSpPr/>
          <p:nvPr/>
        </p:nvSpPr>
        <p:spPr>
          <a:xfrm>
            <a:off x="6265944" y="4806892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전체를 보는 것이 아닌 요약을 참고 </a:t>
            </a:r>
            <a:endParaRPr lang="en-US" sz="122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9AEC493-B2A2-3BF4-2FD6-6265B81B2B81}"/>
              </a:ext>
            </a:extLst>
          </p:cNvPr>
          <p:cNvSpPr/>
          <p:nvPr/>
        </p:nvSpPr>
        <p:spPr>
          <a:xfrm>
            <a:off x="1943551" y="1703659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1B532D41-3382-5E37-E33A-ACCE7DA1EE05}"/>
              </a:ext>
            </a:extLst>
          </p:cNvPr>
          <p:cNvSpPr/>
          <p:nvPr/>
        </p:nvSpPr>
        <p:spPr>
          <a:xfrm>
            <a:off x="2322645" y="1930480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토큰들</a:t>
            </a:r>
            <a:endParaRPr lang="en-US" sz="1220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ED077C-8CD8-D523-B8EB-52CC3925FB57}"/>
              </a:ext>
            </a:extLst>
          </p:cNvPr>
          <p:cNvSpPr/>
          <p:nvPr/>
        </p:nvSpPr>
        <p:spPr>
          <a:xfrm>
            <a:off x="1943551" y="2812681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CCE9E9-65DD-8BC9-E4A9-9C8487EE51FC}"/>
              </a:ext>
            </a:extLst>
          </p:cNvPr>
          <p:cNvSpPr/>
          <p:nvPr/>
        </p:nvSpPr>
        <p:spPr>
          <a:xfrm>
            <a:off x="2204434" y="2992565"/>
            <a:ext cx="1127432" cy="4024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상태 </a:t>
            </a: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S</a:t>
            </a:r>
          </a:p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누적 메모리</a:t>
            </a:r>
            <a:endParaRPr lang="en-US" altLang="ko-KR" sz="122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463FFE-D622-C62B-D93C-4850BB22F926}"/>
              </a:ext>
            </a:extLst>
          </p:cNvPr>
          <p:cNvSpPr/>
          <p:nvPr/>
        </p:nvSpPr>
        <p:spPr>
          <a:xfrm>
            <a:off x="1943551" y="3921703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1A1A481-C3DA-1F0D-EE99-4AED4B623A34}"/>
              </a:ext>
            </a:extLst>
          </p:cNvPr>
          <p:cNvSpPr/>
          <p:nvPr/>
        </p:nvSpPr>
        <p:spPr>
          <a:xfrm>
            <a:off x="2405472" y="4148524"/>
            <a:ext cx="725356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쿼리</a:t>
            </a:r>
            <a:endParaRPr lang="en-US" sz="1220" b="1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9705A99-2008-49D6-6237-3C1A355CEE85}"/>
              </a:ext>
            </a:extLst>
          </p:cNvPr>
          <p:cNvSpPr/>
          <p:nvPr/>
        </p:nvSpPr>
        <p:spPr>
          <a:xfrm>
            <a:off x="1943551" y="5030725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EFD8B8CC-308D-697D-26CE-B7F348BE58ED}"/>
              </a:ext>
            </a:extLst>
          </p:cNvPr>
          <p:cNvSpPr/>
          <p:nvPr/>
        </p:nvSpPr>
        <p:spPr>
          <a:xfrm>
            <a:off x="2596783" y="5257546"/>
            <a:ext cx="342734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220" b="1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F8BDD00-3000-3A00-4BA0-A3D72CE10C90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2768151" y="2465897"/>
            <a:ext cx="0" cy="34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C4401EB-D83E-71C0-D244-C185CF74172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2768151" y="3574919"/>
            <a:ext cx="0" cy="34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FB4D5F8-DF66-DE15-88DB-F407C5D67F43}"/>
              </a:ext>
            </a:extLst>
          </p:cNvPr>
          <p:cNvCxnSpPr>
            <a:cxnSpLocks/>
            <a:stCxn id="8" idx="2"/>
            <a:endCxn id="20" idx="0"/>
          </p:cNvCxnSpPr>
          <p:nvPr/>
        </p:nvCxnSpPr>
        <p:spPr>
          <a:xfrm>
            <a:off x="2768151" y="4683941"/>
            <a:ext cx="0" cy="34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186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DABB-7556-399D-E0F7-AD19E549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2890E7-844B-BF90-60CC-04B710F3BA8B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-6-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074F343-CF84-E722-14EA-3B0C8D44CEC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Linear Attention</a:t>
            </a:r>
            <a:r>
              <a:rPr lang="ko-KR" altLang="en-US" sz="3200" b="1" dirty="0"/>
              <a:t>의 문제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AE115D6-80CC-3F46-D66B-5FE3E80A377B}"/>
              </a:ext>
            </a:extLst>
          </p:cNvPr>
          <p:cNvSpPr/>
          <p:nvPr/>
        </p:nvSpPr>
        <p:spPr>
          <a:xfrm>
            <a:off x="838200" y="1924996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0AF32CC-4676-D881-7F4C-CF01E1C996C2}"/>
              </a:ext>
            </a:extLst>
          </p:cNvPr>
          <p:cNvSpPr/>
          <p:nvPr/>
        </p:nvSpPr>
        <p:spPr>
          <a:xfrm>
            <a:off x="1217294" y="2151817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토큰</a:t>
            </a: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</a:t>
            </a:r>
            <a:endParaRPr lang="en-US" sz="1220" b="1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315CE98-56E6-EECF-B9D4-F0B7DB48E149}"/>
              </a:ext>
            </a:extLst>
          </p:cNvPr>
          <p:cNvCxnSpPr>
            <a:cxnSpLocks/>
            <a:stCxn id="2" idx="2"/>
            <a:endCxn id="29" idx="0"/>
          </p:cNvCxnSpPr>
          <p:nvPr/>
        </p:nvCxnSpPr>
        <p:spPr>
          <a:xfrm>
            <a:off x="1662800" y="2687234"/>
            <a:ext cx="1793397" cy="96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BA40C0F-58D7-3368-FF0E-58D26226A945}"/>
              </a:ext>
            </a:extLst>
          </p:cNvPr>
          <p:cNvSpPr/>
          <p:nvPr/>
        </p:nvSpPr>
        <p:spPr>
          <a:xfrm>
            <a:off x="2631597" y="1924996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4716BB6-2BE2-7D04-166B-C7BDE30CBF26}"/>
              </a:ext>
            </a:extLst>
          </p:cNvPr>
          <p:cNvSpPr/>
          <p:nvPr/>
        </p:nvSpPr>
        <p:spPr>
          <a:xfrm>
            <a:off x="3010691" y="2151817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토큰 </a:t>
            </a: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220" b="1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F7AF4C4-1748-785F-E291-362B7139F5F9}"/>
              </a:ext>
            </a:extLst>
          </p:cNvPr>
          <p:cNvCxnSpPr>
            <a:cxnSpLocks/>
            <a:stCxn id="6" idx="2"/>
            <a:endCxn id="29" idx="0"/>
          </p:cNvCxnSpPr>
          <p:nvPr/>
        </p:nvCxnSpPr>
        <p:spPr>
          <a:xfrm>
            <a:off x="3456197" y="2687234"/>
            <a:ext cx="0" cy="96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40BDF0C-3C73-7EAA-6108-0C7079376189}"/>
              </a:ext>
            </a:extLst>
          </p:cNvPr>
          <p:cNvSpPr/>
          <p:nvPr/>
        </p:nvSpPr>
        <p:spPr>
          <a:xfrm>
            <a:off x="4424993" y="1924996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7C0D1711-A48B-BD32-6B9D-72C36F088E14}"/>
              </a:ext>
            </a:extLst>
          </p:cNvPr>
          <p:cNvSpPr/>
          <p:nvPr/>
        </p:nvSpPr>
        <p:spPr>
          <a:xfrm>
            <a:off x="4804087" y="2151817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토큰</a:t>
            </a: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</a:t>
            </a:r>
            <a:endParaRPr lang="en-US" sz="1220" b="1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6123D1C-FB50-D999-9FD7-402C10E9A59C}"/>
              </a:ext>
            </a:extLst>
          </p:cNvPr>
          <p:cNvCxnSpPr>
            <a:cxnSpLocks/>
            <a:stCxn id="24" idx="2"/>
            <a:endCxn id="29" idx="0"/>
          </p:cNvCxnSpPr>
          <p:nvPr/>
        </p:nvCxnSpPr>
        <p:spPr>
          <a:xfrm flipH="1">
            <a:off x="3456197" y="2687234"/>
            <a:ext cx="1793396" cy="961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416FC88-306F-B946-6A62-9FCB5C1D5423}"/>
              </a:ext>
            </a:extLst>
          </p:cNvPr>
          <p:cNvSpPr/>
          <p:nvPr/>
        </p:nvSpPr>
        <p:spPr>
          <a:xfrm>
            <a:off x="2631597" y="3648715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4A173AF-E81C-1FF6-B422-EF770ADE60CF}"/>
              </a:ext>
            </a:extLst>
          </p:cNvPr>
          <p:cNvSpPr/>
          <p:nvPr/>
        </p:nvSpPr>
        <p:spPr>
          <a:xfrm>
            <a:off x="2892480" y="3828599"/>
            <a:ext cx="1127432" cy="4024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상태 </a:t>
            </a: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S</a:t>
            </a:r>
          </a:p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누적 메모리</a:t>
            </a:r>
            <a:endParaRPr lang="en-US" altLang="ko-KR" sz="122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3536FAE-4646-36FA-4E78-FC58D2815807}"/>
              </a:ext>
            </a:extLst>
          </p:cNvPr>
          <p:cNvSpPr/>
          <p:nvPr/>
        </p:nvSpPr>
        <p:spPr>
          <a:xfrm>
            <a:off x="5695097" y="3648715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D2099643-A920-EA81-E29D-DD17D7497189}"/>
              </a:ext>
            </a:extLst>
          </p:cNvPr>
          <p:cNvSpPr/>
          <p:nvPr/>
        </p:nvSpPr>
        <p:spPr>
          <a:xfrm>
            <a:off x="5955980" y="3828599"/>
            <a:ext cx="1127432" cy="4024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현재 토큰이</a:t>
            </a:r>
            <a:endParaRPr lang="en-US" altLang="ko-KR" sz="122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ctr">
              <a:buNone/>
            </a:pP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S</a:t>
            </a: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를 조회</a:t>
            </a:r>
            <a:endParaRPr lang="en-US" altLang="ko-KR" sz="122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6E2DC83-A691-69AF-8AD4-19AD0EEFE6AD}"/>
              </a:ext>
            </a:extLst>
          </p:cNvPr>
          <p:cNvCxnSpPr>
            <a:cxnSpLocks/>
            <a:stCxn id="29" idx="3"/>
            <a:endCxn id="34" idx="1"/>
          </p:cNvCxnSpPr>
          <p:nvPr/>
        </p:nvCxnSpPr>
        <p:spPr>
          <a:xfrm>
            <a:off x="4280796" y="4029834"/>
            <a:ext cx="141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Shape 2">
            <a:extLst>
              <a:ext uri="{FF2B5EF4-FFF2-40B4-BE49-F238E27FC236}">
                <a16:creationId xmlns:a16="http://schemas.microsoft.com/office/drawing/2014/main" id="{A0230C17-177A-CE43-4D27-A1CEE0270CF6}"/>
              </a:ext>
            </a:extLst>
          </p:cNvPr>
          <p:cNvSpPr/>
          <p:nvPr/>
        </p:nvSpPr>
        <p:spPr>
          <a:xfrm>
            <a:off x="7129709" y="1924996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B960AAFD-F378-39CF-0AE7-71863CBC3ED3}"/>
              </a:ext>
            </a:extLst>
          </p:cNvPr>
          <p:cNvSpPr/>
          <p:nvPr/>
        </p:nvSpPr>
        <p:spPr>
          <a:xfrm>
            <a:off x="7129709" y="1924996"/>
            <a:ext cx="73152" cy="142216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5D94B951-4B00-15AA-2C68-777E983C22E9}"/>
              </a:ext>
            </a:extLst>
          </p:cNvPr>
          <p:cNvSpPr/>
          <p:nvPr/>
        </p:nvSpPr>
        <p:spPr>
          <a:xfrm>
            <a:off x="7385741" y="2126164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350" dirty="0">
              <a:solidFill>
                <a:srgbClr val="D97706"/>
              </a:solidFill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489695D6-1A69-4C19-90CE-41B7DB1F613A}"/>
              </a:ext>
            </a:extLst>
          </p:cNvPr>
          <p:cNvSpPr/>
          <p:nvPr/>
        </p:nvSpPr>
        <p:spPr>
          <a:xfrm>
            <a:off x="7385740" y="2583364"/>
            <a:ext cx="3584933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원본이 아닌 여러 정보가 섞인 압축 상태</a:t>
            </a:r>
            <a:endParaRPr lang="en-US" sz="122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29CF4C-3960-F0C8-7734-882FBE06C799}"/>
              </a:ext>
            </a:extLst>
          </p:cNvPr>
          <p:cNvSpPr txBox="1"/>
          <p:nvPr/>
        </p:nvSpPr>
        <p:spPr>
          <a:xfrm>
            <a:off x="1780388" y="5304817"/>
            <a:ext cx="8587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-&gt; </a:t>
            </a:r>
            <a:r>
              <a:rPr lang="ko-KR" altLang="en-US" b="1" dirty="0"/>
              <a:t>속도는 빨라졌지만 직접 과거 토큰들을 보는 것과는 차이가 있다</a:t>
            </a:r>
            <a:r>
              <a:rPr lang="en-US" altLang="ko-KR" b="1" dirty="0"/>
              <a:t>(</a:t>
            </a:r>
            <a:r>
              <a:rPr lang="ko-KR" altLang="en-US" b="1" dirty="0"/>
              <a:t>표현력 감소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96671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E2B7A-C5FF-D342-0D5B-585C18A1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2AB6B6-FFE2-2357-623F-8B17D96DFEF6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-7-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C328EF8-15DC-1010-1D12-DB1EFFC733E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Linear Attention</a:t>
            </a:r>
            <a:r>
              <a:rPr lang="ko-KR" altLang="en-US" sz="3200" b="1" dirty="0"/>
              <a:t>의 문제</a:t>
            </a:r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E9B5EF3F-BCBB-F14A-CB37-A00548B78EA5}"/>
              </a:ext>
            </a:extLst>
          </p:cNvPr>
          <p:cNvSpPr/>
          <p:nvPr/>
        </p:nvSpPr>
        <p:spPr>
          <a:xfrm>
            <a:off x="6096000" y="1894195"/>
            <a:ext cx="4418138" cy="166775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25F10AF1-EB72-1092-4FD3-8BDE03E5ED0A}"/>
              </a:ext>
            </a:extLst>
          </p:cNvPr>
          <p:cNvSpPr/>
          <p:nvPr/>
        </p:nvSpPr>
        <p:spPr>
          <a:xfrm>
            <a:off x="6096000" y="1894195"/>
            <a:ext cx="73152" cy="166775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D3E13717-FD5F-5BC9-973A-9A55650EB73C}"/>
              </a:ext>
            </a:extLst>
          </p:cNvPr>
          <p:cNvSpPr/>
          <p:nvPr/>
        </p:nvSpPr>
        <p:spPr>
          <a:xfrm>
            <a:off x="6352032" y="2095363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</a:t>
            </a:r>
            <a:endParaRPr lang="en-US" sz="1350" dirty="0">
              <a:solidFill>
                <a:srgbClr val="D97706"/>
              </a:solidFill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27F7D985-62C1-E51E-337C-4A7B711545E5}"/>
              </a:ext>
            </a:extLst>
          </p:cNvPr>
          <p:cNvSpPr/>
          <p:nvPr/>
        </p:nvSpPr>
        <p:spPr>
          <a:xfrm>
            <a:off x="6352031" y="2552563"/>
            <a:ext cx="3584933" cy="7637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중복된 정보가 계속 쌓인다 </a:t>
            </a:r>
            <a:endParaRPr lang="en-US" altLang="ko-KR" sz="1220" dirty="0"/>
          </a:p>
          <a:p>
            <a:pPr marL="0" indent="0">
              <a:buNone/>
            </a:pPr>
            <a:r>
              <a:rPr lang="ko-KR" altLang="en-US" sz="1220" dirty="0"/>
              <a:t>오래된 정보가 남는다 </a:t>
            </a:r>
            <a:endParaRPr lang="en-US" altLang="ko-KR" sz="1220" dirty="0"/>
          </a:p>
          <a:p>
            <a:pPr marL="0" indent="0">
              <a:buNone/>
            </a:pPr>
            <a:r>
              <a:rPr lang="ko-KR" altLang="en-US" sz="1220" dirty="0"/>
              <a:t>불필요한 정보가 섞인다</a:t>
            </a:r>
            <a:endParaRPr lang="en-US" altLang="ko-KR" sz="1220" dirty="0"/>
          </a:p>
          <a:p>
            <a:pPr marL="0" indent="0">
              <a:buNone/>
            </a:pPr>
            <a:r>
              <a:rPr lang="en-US" sz="1220" dirty="0"/>
              <a:t>….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1744F4C-8D9A-B335-1DA1-18F404C6C8EA}"/>
              </a:ext>
            </a:extLst>
          </p:cNvPr>
          <p:cNvSpPr/>
          <p:nvPr/>
        </p:nvSpPr>
        <p:spPr>
          <a:xfrm>
            <a:off x="1018162" y="1703659"/>
            <a:ext cx="36575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7547D9-EAE5-51B8-4162-5000DBA4B4C0}"/>
              </a:ext>
            </a:extLst>
          </p:cNvPr>
          <p:cNvSpPr/>
          <p:nvPr/>
        </p:nvSpPr>
        <p:spPr>
          <a:xfrm>
            <a:off x="2322645" y="1930480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요약된 정보</a:t>
            </a:r>
            <a:endParaRPr lang="en-US" sz="122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40B69AF-9231-53EC-EC45-D710F2445AA8}"/>
              </a:ext>
            </a:extLst>
          </p:cNvPr>
          <p:cNvSpPr/>
          <p:nvPr/>
        </p:nvSpPr>
        <p:spPr>
          <a:xfrm>
            <a:off x="1018161" y="2666762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0EF66A7-2BF2-2F72-D1B4-87B2439721CC}"/>
              </a:ext>
            </a:extLst>
          </p:cNvPr>
          <p:cNvSpPr/>
          <p:nvPr/>
        </p:nvSpPr>
        <p:spPr>
          <a:xfrm>
            <a:off x="1018161" y="2960969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369B0F4-7813-9F10-582C-A33478AAAC28}"/>
              </a:ext>
            </a:extLst>
          </p:cNvPr>
          <p:cNvSpPr/>
          <p:nvPr/>
        </p:nvSpPr>
        <p:spPr>
          <a:xfrm>
            <a:off x="1021688" y="3255176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19E17B3-B3CC-06F8-ED79-7141A59647EF}"/>
              </a:ext>
            </a:extLst>
          </p:cNvPr>
          <p:cNvSpPr/>
          <p:nvPr/>
        </p:nvSpPr>
        <p:spPr>
          <a:xfrm>
            <a:off x="1021688" y="3549383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804950B-9DDC-6203-0CCA-796BB4901F95}"/>
              </a:ext>
            </a:extLst>
          </p:cNvPr>
          <p:cNvSpPr/>
          <p:nvPr/>
        </p:nvSpPr>
        <p:spPr>
          <a:xfrm>
            <a:off x="1018161" y="3843590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63FD9C7-2EF6-4158-144F-F035E6A41C18}"/>
              </a:ext>
            </a:extLst>
          </p:cNvPr>
          <p:cNvSpPr/>
          <p:nvPr/>
        </p:nvSpPr>
        <p:spPr>
          <a:xfrm>
            <a:off x="1018161" y="4137797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7757C7-5183-195C-1C2E-D19808B88196}"/>
              </a:ext>
            </a:extLst>
          </p:cNvPr>
          <p:cNvSpPr/>
          <p:nvPr/>
        </p:nvSpPr>
        <p:spPr>
          <a:xfrm>
            <a:off x="1021688" y="4432004"/>
            <a:ext cx="3657599" cy="186685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0D5BF60-8A06-BFD8-59C7-D20B4DF9972E}"/>
              </a:ext>
            </a:extLst>
          </p:cNvPr>
          <p:cNvSpPr/>
          <p:nvPr/>
        </p:nvSpPr>
        <p:spPr>
          <a:xfrm>
            <a:off x="1021688" y="4726211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51FE7F4-EC19-AB68-9318-5B46C3FC4061}"/>
              </a:ext>
            </a:extLst>
          </p:cNvPr>
          <p:cNvSpPr/>
          <p:nvPr/>
        </p:nvSpPr>
        <p:spPr>
          <a:xfrm>
            <a:off x="1018161" y="5479220"/>
            <a:ext cx="3657599" cy="186685"/>
          </a:xfrm>
          <a:prstGeom prst="roundRect">
            <a:avLst/>
          </a:prstGeom>
          <a:solidFill>
            <a:srgbClr val="E5E7EB"/>
          </a:solidFill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E43D2E4-F5CE-9668-5CC6-377B8962B25B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2846961" y="4912896"/>
            <a:ext cx="3527" cy="56632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28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57AC-B4CF-9AC5-9D9D-EC244B32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809F4E-16FD-BDCE-BF48-B9B3E7CCB12F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-8-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2D39571-12B5-98CE-D2EF-07787EAF8D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Linear Attention</a:t>
            </a:r>
            <a:r>
              <a:rPr lang="ko-KR" altLang="en-US" sz="3200" b="1" dirty="0"/>
              <a:t>의 문제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E25DA59C-DE9F-3F6F-CFA3-50762518C3F6}"/>
              </a:ext>
            </a:extLst>
          </p:cNvPr>
          <p:cNvSpPr/>
          <p:nvPr/>
        </p:nvSpPr>
        <p:spPr>
          <a:xfrm>
            <a:off x="838200" y="1580442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4D2758C-E593-2717-137F-AD45EF8B849F}"/>
              </a:ext>
            </a:extLst>
          </p:cNvPr>
          <p:cNvSpPr/>
          <p:nvPr/>
        </p:nvSpPr>
        <p:spPr>
          <a:xfrm>
            <a:off x="838200" y="1580442"/>
            <a:ext cx="73152" cy="142216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441B7F5-39A6-88FC-46B1-0432C6B0AA4D}"/>
              </a:ext>
            </a:extLst>
          </p:cNvPr>
          <p:cNvSpPr/>
          <p:nvPr/>
        </p:nvSpPr>
        <p:spPr>
          <a:xfrm>
            <a:off x="1094232" y="178161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문장</a:t>
            </a:r>
            <a:endParaRPr lang="en-US" sz="13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BDEBAC67-1ADC-2393-F91B-E72B81D37858}"/>
              </a:ext>
            </a:extLst>
          </p:cNvPr>
          <p:cNvSpPr/>
          <p:nvPr/>
        </p:nvSpPr>
        <p:spPr>
          <a:xfrm>
            <a:off x="1094231" y="2238810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사용자는 </a:t>
            </a:r>
            <a:r>
              <a:rPr lang="en-US" altLang="ko-KR" sz="1220" dirty="0"/>
              <a:t>python</a:t>
            </a:r>
            <a:r>
              <a:rPr lang="ko-KR" altLang="en-US" sz="1220" dirty="0"/>
              <a:t>을 사용한다</a:t>
            </a:r>
            <a:endParaRPr lang="en-US" sz="122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65186192-FAB1-EDB5-CFD0-17713800F961}"/>
              </a:ext>
            </a:extLst>
          </p:cNvPr>
          <p:cNvSpPr/>
          <p:nvPr/>
        </p:nvSpPr>
        <p:spPr>
          <a:xfrm>
            <a:off x="838200" y="3318754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56EC6618-B77E-65AD-ED18-FB3CCB785968}"/>
              </a:ext>
            </a:extLst>
          </p:cNvPr>
          <p:cNvSpPr/>
          <p:nvPr/>
        </p:nvSpPr>
        <p:spPr>
          <a:xfrm>
            <a:off x="838200" y="3318754"/>
            <a:ext cx="73152" cy="142216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4C43582-8ECF-4C76-EE6F-34877DCC538C}"/>
              </a:ext>
            </a:extLst>
          </p:cNvPr>
          <p:cNvSpPr/>
          <p:nvPr/>
        </p:nvSpPr>
        <p:spPr>
          <a:xfrm>
            <a:off x="1094232" y="3519922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 문장</a:t>
            </a:r>
            <a:endParaRPr lang="en-US" sz="1350" dirty="0">
              <a:solidFill>
                <a:srgbClr val="D97706"/>
              </a:solidFill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0F28564C-F466-D7B5-3471-7FA807B67B10}"/>
              </a:ext>
            </a:extLst>
          </p:cNvPr>
          <p:cNvSpPr/>
          <p:nvPr/>
        </p:nvSpPr>
        <p:spPr>
          <a:xfrm>
            <a:off x="1094231" y="3977122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이번에는 </a:t>
            </a:r>
            <a:r>
              <a:rPr lang="en-US" altLang="ko-KR" sz="1220" dirty="0"/>
              <a:t>C</a:t>
            </a:r>
            <a:r>
              <a:rPr lang="ko-KR" altLang="en-US" sz="1220" dirty="0"/>
              <a:t>를 사용하기로 했다</a:t>
            </a:r>
            <a:r>
              <a:rPr lang="en-US" altLang="ko-KR" sz="1220" dirty="0"/>
              <a:t>.</a:t>
            </a:r>
            <a:endParaRPr lang="en-US" sz="122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4D315DB8-3B5A-728C-75D6-4EFAAD63ABB0}"/>
              </a:ext>
            </a:extLst>
          </p:cNvPr>
          <p:cNvSpPr/>
          <p:nvPr/>
        </p:nvSpPr>
        <p:spPr>
          <a:xfrm>
            <a:off x="6096000" y="1580442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2CC3E58E-03D6-824E-537A-ABF1DC8956B6}"/>
              </a:ext>
            </a:extLst>
          </p:cNvPr>
          <p:cNvSpPr/>
          <p:nvPr/>
        </p:nvSpPr>
        <p:spPr>
          <a:xfrm>
            <a:off x="6096000" y="1580442"/>
            <a:ext cx="73152" cy="1422163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2520083F-A9FA-110F-C6EC-00C1EE5323CB}"/>
              </a:ext>
            </a:extLst>
          </p:cNvPr>
          <p:cNvSpPr/>
          <p:nvPr/>
        </p:nvSpPr>
        <p:spPr>
          <a:xfrm>
            <a:off x="6352032" y="178161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누적</a:t>
            </a:r>
            <a:endParaRPr lang="en-US" sz="1350" dirty="0">
              <a:solidFill>
                <a:srgbClr val="C00000"/>
              </a:solidFill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A6977855-3BFF-C50F-C49C-58BBC9A87149}"/>
              </a:ext>
            </a:extLst>
          </p:cNvPr>
          <p:cNvSpPr/>
          <p:nvPr/>
        </p:nvSpPr>
        <p:spPr>
          <a:xfrm>
            <a:off x="6352031" y="2238810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누적된다</a:t>
            </a:r>
            <a:endParaRPr lang="en-US" sz="122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435BE00F-D418-9069-4AF0-E4380FB21FF8}"/>
              </a:ext>
            </a:extLst>
          </p:cNvPr>
          <p:cNvSpPr/>
          <p:nvPr/>
        </p:nvSpPr>
        <p:spPr>
          <a:xfrm>
            <a:off x="6096000" y="3318754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27C6FC3-F12B-6358-FDFC-D5BDBCE48124}"/>
              </a:ext>
            </a:extLst>
          </p:cNvPr>
          <p:cNvSpPr/>
          <p:nvPr/>
        </p:nvSpPr>
        <p:spPr>
          <a:xfrm>
            <a:off x="6096000" y="3318754"/>
            <a:ext cx="73152" cy="142216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5401352-8E5B-ED31-46DA-5433C40A13AF}"/>
              </a:ext>
            </a:extLst>
          </p:cNvPr>
          <p:cNvSpPr/>
          <p:nvPr/>
        </p:nvSpPr>
        <p:spPr>
          <a:xfrm>
            <a:off x="6352032" y="3519922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방향</a:t>
            </a:r>
            <a:endParaRPr lang="en-US" sz="1350" dirty="0">
              <a:solidFill>
                <a:srgbClr val="059669"/>
              </a:solidFill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0DFBDC00-F45C-9DAC-7C39-C5D20BA12086}"/>
              </a:ext>
            </a:extLst>
          </p:cNvPr>
          <p:cNvSpPr/>
          <p:nvPr/>
        </p:nvSpPr>
        <p:spPr>
          <a:xfrm>
            <a:off x="6352031" y="3977122"/>
            <a:ext cx="3764735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문맥에서는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더 </a:t>
            </a:r>
            <a:r>
              <a:rPr lang="ko-KR" altLang="en-US" sz="122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강해야한다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2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C50F9C-8717-557C-8FFB-8ADF8B09557E}"/>
              </a:ext>
            </a:extLst>
          </p:cNvPr>
          <p:cNvSpPr txBox="1"/>
          <p:nvPr/>
        </p:nvSpPr>
        <p:spPr>
          <a:xfrm>
            <a:off x="3135775" y="5399285"/>
            <a:ext cx="486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-&gt; </a:t>
            </a:r>
            <a:r>
              <a:rPr lang="ko-KR" altLang="en-US" b="1" dirty="0"/>
              <a:t>단순 저장이 아닌 상태의 보정이 필요하다</a:t>
            </a:r>
          </a:p>
        </p:txBody>
      </p:sp>
    </p:spTree>
    <p:extLst>
      <p:ext uri="{BB962C8B-B14F-4D97-AF65-F5344CB8AC3E}">
        <p14:creationId xmlns:p14="http://schemas.microsoft.com/office/powerpoint/2010/main" val="2431769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2CA32-81DF-1CE7-44E0-DCD054CF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EA096-B7D3-D9D6-0C05-561E2210E43B}"/>
              </a:ext>
            </a:extLst>
          </p:cNvPr>
          <p:cNvSpPr txBox="1"/>
          <p:nvPr/>
        </p:nvSpPr>
        <p:spPr>
          <a:xfrm>
            <a:off x="11085136" y="6092765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-9-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BEC4583-8FD0-6DB9-6162-5259A6EA729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 err="1"/>
              <a:t>DeltaNet</a:t>
            </a:r>
            <a:endParaRPr lang="ko-KR" altLang="en-US" sz="3200" b="1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78746EA4-7128-B74B-DC19-2D45DAFDA497}"/>
              </a:ext>
            </a:extLst>
          </p:cNvPr>
          <p:cNvSpPr/>
          <p:nvPr/>
        </p:nvSpPr>
        <p:spPr>
          <a:xfrm>
            <a:off x="5772150" y="3868431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7E3395F0-7BF0-8331-A804-6FE92E563181}"/>
              </a:ext>
            </a:extLst>
          </p:cNvPr>
          <p:cNvSpPr/>
          <p:nvPr/>
        </p:nvSpPr>
        <p:spPr>
          <a:xfrm>
            <a:off x="5772150" y="3868431"/>
            <a:ext cx="73152" cy="142216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3A19473E-1164-CDE8-1E8B-0B6C2769F10D}"/>
              </a:ext>
            </a:extLst>
          </p:cNvPr>
          <p:cNvSpPr/>
          <p:nvPr/>
        </p:nvSpPr>
        <p:spPr>
          <a:xfrm>
            <a:off x="6028182" y="4069599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DeltaNet</a:t>
            </a: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의 방향</a:t>
            </a:r>
            <a:endParaRPr lang="en-US" sz="1350" dirty="0">
              <a:solidFill>
                <a:srgbClr val="059669"/>
              </a:solidFill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D4AD9DE-8751-90B7-4A84-B17A752FD7CF}"/>
              </a:ext>
            </a:extLst>
          </p:cNvPr>
          <p:cNvSpPr/>
          <p:nvPr/>
        </p:nvSpPr>
        <p:spPr>
          <a:xfrm>
            <a:off x="6028181" y="4526799"/>
            <a:ext cx="3764735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정보를 무조건 더하는 것이 아니라 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기존 상태와 새 정보의 차이를 이용하여 상태를 수정</a:t>
            </a:r>
            <a:endParaRPr lang="en-US" sz="122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06158FB-E31E-D168-CC4E-11956752888D}"/>
              </a:ext>
            </a:extLst>
          </p:cNvPr>
          <p:cNvSpPr/>
          <p:nvPr/>
        </p:nvSpPr>
        <p:spPr>
          <a:xfrm>
            <a:off x="2075234" y="1298773"/>
            <a:ext cx="1971037" cy="1148397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35412D-FCA7-4736-273D-4525D87810BA}"/>
              </a:ext>
            </a:extLst>
          </p:cNvPr>
          <p:cNvSpPr/>
          <p:nvPr/>
        </p:nvSpPr>
        <p:spPr>
          <a:xfrm>
            <a:off x="2454326" y="1620818"/>
            <a:ext cx="1209450" cy="4649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상태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6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4E87CD-E1AA-15B4-4F4F-1EFA04E2AB38}"/>
              </a:ext>
            </a:extLst>
          </p:cNvPr>
          <p:cNvSpPr/>
          <p:nvPr/>
        </p:nvSpPr>
        <p:spPr>
          <a:xfrm>
            <a:off x="2075234" y="2812680"/>
            <a:ext cx="1971037" cy="1148397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075388F-8277-2977-69AA-5B2E6FEA1152}"/>
              </a:ext>
            </a:extLst>
          </p:cNvPr>
          <p:cNvSpPr/>
          <p:nvPr/>
        </p:nvSpPr>
        <p:spPr>
          <a:xfrm>
            <a:off x="2293868" y="3083695"/>
            <a:ext cx="1530367" cy="60636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새 정보</a:t>
            </a:r>
            <a:endParaRPr lang="en-US" altLang="ko-KR" sz="160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57588C5-5FCF-3EE9-825C-56B0C53A8FC6}"/>
              </a:ext>
            </a:extLst>
          </p:cNvPr>
          <p:cNvSpPr/>
          <p:nvPr/>
        </p:nvSpPr>
        <p:spPr>
          <a:xfrm>
            <a:off x="2075234" y="4495900"/>
            <a:ext cx="1971037" cy="1148397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0B86758-CCE4-4C86-BD22-D7FA02A1F87F}"/>
              </a:ext>
            </a:extLst>
          </p:cNvPr>
          <p:cNvSpPr/>
          <p:nvPr/>
        </p:nvSpPr>
        <p:spPr>
          <a:xfrm>
            <a:off x="2432013" y="4837631"/>
            <a:ext cx="1257479" cy="4649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차이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Delta</a:t>
            </a:r>
            <a:endParaRPr lang="en-US" sz="16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AA413C0-60E2-92E3-E260-29E571DA71E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3060753" y="3961077"/>
            <a:ext cx="0" cy="534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Shape 2">
            <a:extLst>
              <a:ext uri="{FF2B5EF4-FFF2-40B4-BE49-F238E27FC236}">
                <a16:creationId xmlns:a16="http://schemas.microsoft.com/office/drawing/2014/main" id="{64A7BCA8-6B2B-E1C4-A424-9B1B065618B5}"/>
              </a:ext>
            </a:extLst>
          </p:cNvPr>
          <p:cNvSpPr/>
          <p:nvPr/>
        </p:nvSpPr>
        <p:spPr>
          <a:xfrm>
            <a:off x="5772150" y="1567407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80319843-B7C2-F526-4BC2-C07220CE3096}"/>
              </a:ext>
            </a:extLst>
          </p:cNvPr>
          <p:cNvSpPr/>
          <p:nvPr/>
        </p:nvSpPr>
        <p:spPr>
          <a:xfrm>
            <a:off x="5772150" y="1567407"/>
            <a:ext cx="73152" cy="142216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32005C0-BE84-E73F-71E8-6090F2008666}"/>
              </a:ext>
            </a:extLst>
          </p:cNvPr>
          <p:cNvSpPr/>
          <p:nvPr/>
        </p:nvSpPr>
        <p:spPr>
          <a:xfrm>
            <a:off x="6028182" y="1768575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</a:t>
            </a:r>
            <a:r>
              <a:rPr lang="ko-KR" alt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의미</a:t>
            </a:r>
            <a:endParaRPr lang="en-US" sz="13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8E442878-A188-E58E-56A1-23A4CBA8F74D}"/>
              </a:ext>
            </a:extLst>
          </p:cNvPr>
          <p:cNvSpPr/>
          <p:nvPr/>
        </p:nvSpPr>
        <p:spPr>
          <a:xfrm>
            <a:off x="6028181" y="2225775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변화량</a:t>
            </a:r>
            <a:r>
              <a:rPr lang="en-US" altLang="ko-KR" sz="1220" dirty="0"/>
              <a:t>, </a:t>
            </a:r>
            <a:r>
              <a:rPr lang="ko-KR" altLang="en-US" sz="1220" dirty="0"/>
              <a:t>차이를 의미</a:t>
            </a:r>
            <a:endParaRPr lang="en-US" sz="1220" dirty="0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6CE14B87-AB98-555B-82CE-7A7E8F3D9033}"/>
              </a:ext>
            </a:extLst>
          </p:cNvPr>
          <p:cNvSpPr/>
          <p:nvPr/>
        </p:nvSpPr>
        <p:spPr>
          <a:xfrm>
            <a:off x="2526606" y="2347745"/>
            <a:ext cx="1064889" cy="46493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363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E3FC3-5E5C-2EFF-96F0-04785875E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21EB1-C304-B2B8-F84E-77B48DF53E6C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-10-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65F8507-8F42-E87A-F9CE-93D908AC39C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 err="1"/>
              <a:t>DeltaNet</a:t>
            </a:r>
            <a:endParaRPr lang="ko-KR" altLang="en-US" sz="3200" b="1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96AA42CD-9E8C-F4EA-151A-0BDB41528BD6}"/>
              </a:ext>
            </a:extLst>
          </p:cNvPr>
          <p:cNvSpPr/>
          <p:nvPr/>
        </p:nvSpPr>
        <p:spPr>
          <a:xfrm>
            <a:off x="1217294" y="3944358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8B60DC16-A57E-C3C0-5DDA-D7BCBE680F43}"/>
              </a:ext>
            </a:extLst>
          </p:cNvPr>
          <p:cNvSpPr/>
          <p:nvPr/>
        </p:nvSpPr>
        <p:spPr>
          <a:xfrm>
            <a:off x="1217294" y="3944358"/>
            <a:ext cx="73152" cy="142216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44F298D-25DA-8A0A-7A33-DFFC04D7E3F7}"/>
              </a:ext>
            </a:extLst>
          </p:cNvPr>
          <p:cNvSpPr/>
          <p:nvPr/>
        </p:nvSpPr>
        <p:spPr>
          <a:xfrm>
            <a:off x="1473326" y="4145526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해석</a:t>
            </a:r>
            <a:endParaRPr lang="en-US" sz="1350" dirty="0">
              <a:solidFill>
                <a:srgbClr val="059669"/>
              </a:solidFill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050295EA-F411-6116-05F9-A21FF77A35FA}"/>
              </a:ext>
            </a:extLst>
          </p:cNvPr>
          <p:cNvSpPr/>
          <p:nvPr/>
        </p:nvSpPr>
        <p:spPr>
          <a:xfrm>
            <a:off x="1473325" y="4602726"/>
            <a:ext cx="3764735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차이가 작으면 크게 고칠 필요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</a:p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차이가 크다면 상태를 더 수정</a:t>
            </a:r>
            <a:endParaRPr lang="en-US" sz="1220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65748C4-93FB-DF4C-A5C0-4858EC61E418}"/>
              </a:ext>
            </a:extLst>
          </p:cNvPr>
          <p:cNvSpPr/>
          <p:nvPr/>
        </p:nvSpPr>
        <p:spPr>
          <a:xfrm>
            <a:off x="838200" y="1689500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703AF5-1D5A-46E1-8996-37382557075E}"/>
              </a:ext>
            </a:extLst>
          </p:cNvPr>
          <p:cNvSpPr/>
          <p:nvPr/>
        </p:nvSpPr>
        <p:spPr>
          <a:xfrm>
            <a:off x="1217294" y="1916321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 </a:t>
            </a: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22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0062D38-83B8-EE64-07CC-C3BCECA3CE20}"/>
              </a:ext>
            </a:extLst>
          </p:cNvPr>
          <p:cNvSpPr/>
          <p:nvPr/>
        </p:nvSpPr>
        <p:spPr>
          <a:xfrm>
            <a:off x="2866493" y="1689500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570EA97-370E-5A56-3E7C-F140829EAF69}"/>
              </a:ext>
            </a:extLst>
          </p:cNvPr>
          <p:cNvSpPr/>
          <p:nvPr/>
        </p:nvSpPr>
        <p:spPr>
          <a:xfrm>
            <a:off x="3127376" y="1869384"/>
            <a:ext cx="1127432" cy="4024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새로운 </a:t>
            </a:r>
            <a:endParaRPr lang="en-US" altLang="ko-KR" sz="122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ctr">
              <a:buNone/>
            </a:pP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key, value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BAEB1B-E603-4C94-035E-4E8DEDBCB854}"/>
              </a:ext>
            </a:extLst>
          </p:cNvPr>
          <p:cNvSpPr/>
          <p:nvPr/>
        </p:nvSpPr>
        <p:spPr>
          <a:xfrm>
            <a:off x="4894786" y="1689500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F9DBA9A4-7033-6A77-84DB-D4A443930E27}"/>
              </a:ext>
            </a:extLst>
          </p:cNvPr>
          <p:cNvSpPr/>
          <p:nvPr/>
        </p:nvSpPr>
        <p:spPr>
          <a:xfrm>
            <a:off x="5195717" y="1916321"/>
            <a:ext cx="1047335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/>
              <a:t>S</a:t>
            </a:r>
            <a:r>
              <a:rPr lang="ko-KR" altLang="en-US" sz="1220" b="1" dirty="0"/>
              <a:t>가 예측한 값</a:t>
            </a:r>
            <a:endParaRPr lang="en-US" sz="1220" b="1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DF66CD4-225B-1103-F98D-AD37E7058596}"/>
              </a:ext>
            </a:extLst>
          </p:cNvPr>
          <p:cNvSpPr/>
          <p:nvPr/>
        </p:nvSpPr>
        <p:spPr>
          <a:xfrm>
            <a:off x="6923079" y="1689500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35720B5-6067-DF88-4FAF-49539E6C8783}"/>
              </a:ext>
            </a:extLst>
          </p:cNvPr>
          <p:cNvSpPr/>
          <p:nvPr/>
        </p:nvSpPr>
        <p:spPr>
          <a:xfrm>
            <a:off x="7215871" y="1916321"/>
            <a:ext cx="1063614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값과 비교</a:t>
            </a:r>
            <a:endParaRPr lang="en-US" sz="122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A9F7A9C-5003-03EF-F7A4-D3BDE78595D9}"/>
              </a:ext>
            </a:extLst>
          </p:cNvPr>
          <p:cNvSpPr/>
          <p:nvPr/>
        </p:nvSpPr>
        <p:spPr>
          <a:xfrm>
            <a:off x="8951372" y="1689500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FCF8913A-C0F0-015B-0EBA-C712B7710FA9}"/>
              </a:ext>
            </a:extLst>
          </p:cNvPr>
          <p:cNvSpPr/>
          <p:nvPr/>
        </p:nvSpPr>
        <p:spPr>
          <a:xfrm>
            <a:off x="9212255" y="1869384"/>
            <a:ext cx="1127432" cy="4024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차이만큼 수정</a:t>
            </a:r>
            <a:endParaRPr lang="en-US" altLang="ko-KR" sz="122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8B11FB-DEFA-F95D-C5DA-F32316A25F3F}"/>
                  </a:ext>
                </a:extLst>
              </p:cNvPr>
              <p:cNvSpPr txBox="1"/>
              <p:nvPr/>
            </p:nvSpPr>
            <p:spPr>
              <a:xfrm>
                <a:off x="2665825" y="2769711"/>
                <a:ext cx="6096000" cy="528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b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bSup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8B11FB-DEFA-F95D-C5DA-F32316A25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825" y="2769711"/>
                <a:ext cx="6096000" cy="5281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84BBB72E-555A-946B-E2C8-E1C38D3E4231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487399" y="2070619"/>
            <a:ext cx="379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73E31F1-133E-F909-2A8B-218CADE0515F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515692" y="2070619"/>
            <a:ext cx="379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3905A388-C7D9-A43A-51A7-4ADBF109A3D1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>
            <a:off x="6543985" y="2070619"/>
            <a:ext cx="379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C6A10BE-FA99-1139-5C93-AF1DC581C49D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8572278" y="2070619"/>
            <a:ext cx="379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3DB1D4-EC2C-9705-5795-F1BD67ECB472}"/>
                  </a:ext>
                </a:extLst>
              </p:cNvPr>
              <p:cNvSpPr txBox="1"/>
              <p:nvPr/>
            </p:nvSpPr>
            <p:spPr>
              <a:xfrm>
                <a:off x="9350889" y="3941211"/>
                <a:ext cx="111988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3DB1D4-EC2C-9705-5795-F1BD67ECB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889" y="3941211"/>
                <a:ext cx="1119887" cy="246221"/>
              </a:xfrm>
              <a:prstGeom prst="rect">
                <a:avLst/>
              </a:prstGeom>
              <a:blipFill>
                <a:blip r:embed="rId4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8B413F-AF00-7B62-EE6E-4A63F78377C7}"/>
                  </a:ext>
                </a:extLst>
              </p:cNvPr>
              <p:cNvSpPr txBox="1"/>
              <p:nvPr/>
            </p:nvSpPr>
            <p:spPr>
              <a:xfrm>
                <a:off x="6412428" y="3996960"/>
                <a:ext cx="1406881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8B413F-AF00-7B62-EE6E-4A63F7837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28" y="3996960"/>
                <a:ext cx="1406881" cy="258212"/>
              </a:xfrm>
              <a:prstGeom prst="rect">
                <a:avLst/>
              </a:prstGeom>
              <a:blipFill>
                <a:blip r:embed="rId5"/>
                <a:stretch>
                  <a:fillRect l="-3896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2F60E7-CF0F-57DC-0759-42D93AEAB74C}"/>
                  </a:ext>
                </a:extLst>
              </p:cNvPr>
              <p:cNvSpPr txBox="1"/>
              <p:nvPr/>
            </p:nvSpPr>
            <p:spPr>
              <a:xfrm>
                <a:off x="6412428" y="4334764"/>
                <a:ext cx="92836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𝒏𝒆𝒘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2F60E7-CF0F-57DC-0759-42D93AEAB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28" y="4334764"/>
                <a:ext cx="928368" cy="246221"/>
              </a:xfrm>
              <a:prstGeom prst="rect">
                <a:avLst/>
              </a:prstGeom>
              <a:blipFill>
                <a:blip r:embed="rId6"/>
                <a:stretch>
                  <a:fillRect l="-5921" r="-1316" b="-2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71249A-CABD-CD52-0FCD-4A5D221906ED}"/>
                  </a:ext>
                </a:extLst>
              </p:cNvPr>
              <p:cNvSpPr txBox="1"/>
              <p:nvPr/>
            </p:nvSpPr>
            <p:spPr>
              <a:xfrm>
                <a:off x="6412428" y="4656474"/>
                <a:ext cx="2670499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71249A-CABD-CD52-0FCD-4A5D22190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28" y="4656474"/>
                <a:ext cx="2670499" cy="258212"/>
              </a:xfrm>
              <a:prstGeom prst="rect">
                <a:avLst/>
              </a:prstGeom>
              <a:blipFill>
                <a:blip r:embed="rId7"/>
                <a:stretch>
                  <a:fillRect l="-2740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3969BE-0A71-EF3F-D921-E9F9A2D5722C}"/>
                  </a:ext>
                </a:extLst>
              </p:cNvPr>
              <p:cNvSpPr txBox="1"/>
              <p:nvPr/>
            </p:nvSpPr>
            <p:spPr>
              <a:xfrm>
                <a:off x="6412428" y="4990175"/>
                <a:ext cx="2670499" cy="252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03969BE-0A71-EF3F-D921-E9F9A2D57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428" y="4990175"/>
                <a:ext cx="2670499" cy="252570"/>
              </a:xfrm>
              <a:prstGeom prst="rect">
                <a:avLst/>
              </a:prstGeom>
              <a:blipFill>
                <a:blip r:embed="rId8"/>
                <a:stretch>
                  <a:fillRect l="-2740" b="-365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351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44C37-DD40-5FCD-A8AF-90C65879D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A05EC5-525E-5310-1EA9-6ECA9B7AEE25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-11-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B218F91-C96C-52AB-9EE2-9FE5319A2A3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 err="1"/>
              <a:t>DeltaNet</a:t>
            </a:r>
            <a:r>
              <a:rPr lang="ko-KR" altLang="en-US" sz="3200" b="1" dirty="0"/>
              <a:t>의 장점과 한계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5D2F660D-298C-1829-A459-E48A49DE1874}"/>
              </a:ext>
            </a:extLst>
          </p:cNvPr>
          <p:cNvSpPr/>
          <p:nvPr/>
        </p:nvSpPr>
        <p:spPr>
          <a:xfrm>
            <a:off x="838199" y="1632322"/>
            <a:ext cx="4652963" cy="260245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65D7D58B-3FB2-9796-C213-CD7C7F216FD7}"/>
              </a:ext>
            </a:extLst>
          </p:cNvPr>
          <p:cNvSpPr/>
          <p:nvPr/>
        </p:nvSpPr>
        <p:spPr>
          <a:xfrm>
            <a:off x="838200" y="1632322"/>
            <a:ext cx="73152" cy="26024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5CAEC6-64DA-992C-3F01-0548B3F5DD09}"/>
              </a:ext>
            </a:extLst>
          </p:cNvPr>
          <p:cNvSpPr/>
          <p:nvPr/>
        </p:nvSpPr>
        <p:spPr>
          <a:xfrm>
            <a:off x="1094232" y="183349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13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E864C935-5186-B740-7364-A6CDED7B5E34}"/>
              </a:ext>
            </a:extLst>
          </p:cNvPr>
          <p:cNvSpPr/>
          <p:nvPr/>
        </p:nvSpPr>
        <p:spPr>
          <a:xfrm>
            <a:off x="1094231" y="2290690"/>
            <a:ext cx="3455229" cy="172359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누적보다 정교한 상태 업데이트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중복 정보 누적을 줄이는 것이 가능 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-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기존 상태 보정가능 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20" dirty="0"/>
              <a:t>- Linear Attention</a:t>
            </a:r>
            <a:r>
              <a:rPr lang="ko-KR" altLang="en-US" sz="1220" dirty="0"/>
              <a:t> 계열의 효율 유지 가능 </a:t>
            </a:r>
            <a:endParaRPr lang="en-US" sz="12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B1B99CD6-A684-45BF-3B35-A2E522C42F18}"/>
              </a:ext>
            </a:extLst>
          </p:cNvPr>
          <p:cNvSpPr/>
          <p:nvPr/>
        </p:nvSpPr>
        <p:spPr>
          <a:xfrm>
            <a:off x="6095999" y="1632322"/>
            <a:ext cx="4652963" cy="260245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1B4D71B6-0C4E-713F-568B-1E0F59019B89}"/>
              </a:ext>
            </a:extLst>
          </p:cNvPr>
          <p:cNvSpPr/>
          <p:nvPr/>
        </p:nvSpPr>
        <p:spPr>
          <a:xfrm>
            <a:off x="6096000" y="1632322"/>
            <a:ext cx="73152" cy="26024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C262838-BAE1-3B03-05ED-9A2CA5623183}"/>
              </a:ext>
            </a:extLst>
          </p:cNvPr>
          <p:cNvSpPr/>
          <p:nvPr/>
        </p:nvSpPr>
        <p:spPr>
          <a:xfrm>
            <a:off x="6352032" y="183349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350" dirty="0">
              <a:solidFill>
                <a:srgbClr val="D97706"/>
              </a:solidFill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55907876-F8E5-A476-B584-3C7A158C0ECB}"/>
              </a:ext>
            </a:extLst>
          </p:cNvPr>
          <p:cNvSpPr/>
          <p:nvPr/>
        </p:nvSpPr>
        <p:spPr>
          <a:xfrm>
            <a:off x="6352032" y="2272402"/>
            <a:ext cx="4335018" cy="172359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</a:t>
            </a:r>
            <a:r>
              <a:rPr lang="en-US" altLang="ko-KR" sz="122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DeltaNet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업데이트 강도를 세밀하게 조절하기 어렵다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정보는 오래 유지되어야 하고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정보는 빠르게 약해져야 한다</a:t>
            </a:r>
            <a:endParaRPr lang="en-US" sz="122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23FC7B-D9E8-3F19-EFA4-C0B000FDFEEC}"/>
              </a:ext>
            </a:extLst>
          </p:cNvPr>
          <p:cNvSpPr txBox="1"/>
          <p:nvPr/>
        </p:nvSpPr>
        <p:spPr>
          <a:xfrm>
            <a:off x="3460030" y="5041012"/>
            <a:ext cx="4140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-&gt; </a:t>
            </a:r>
            <a:r>
              <a:rPr lang="ko-KR" altLang="en-US" b="1" dirty="0"/>
              <a:t>이후의 구조가 </a:t>
            </a:r>
            <a:r>
              <a:rPr lang="en-US" altLang="ko-KR" b="1" dirty="0"/>
              <a:t>Gating Mechanism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9111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41E30-727D-C078-A4A3-57035B48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E73997-D3DB-DB14-AC15-F3CB22BAB56D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-12-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D074C9B4-3FF3-2C59-0557-F3871F1AAAD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Gate</a:t>
            </a:r>
            <a:r>
              <a:rPr lang="ko-KR" altLang="en-US" sz="3200" b="1" dirty="0"/>
              <a:t>의 이해 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42F50C1-F87C-9B2C-882A-5E618AB6FBDF}"/>
              </a:ext>
            </a:extLst>
          </p:cNvPr>
          <p:cNvSpPr/>
          <p:nvPr/>
        </p:nvSpPr>
        <p:spPr>
          <a:xfrm>
            <a:off x="1117843" y="1702470"/>
            <a:ext cx="2125200" cy="123795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3101D97A-2526-E98E-3B23-D05CF8AEC9BC}"/>
              </a:ext>
            </a:extLst>
          </p:cNvPr>
          <p:cNvSpPr/>
          <p:nvPr/>
        </p:nvSpPr>
        <p:spPr>
          <a:xfrm>
            <a:off x="1745655" y="2154178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정보</a:t>
            </a:r>
            <a:endParaRPr lang="en-US" sz="1600" b="1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42C1254-DE81-3E13-BABD-4726D96568EF}"/>
              </a:ext>
            </a:extLst>
          </p:cNvPr>
          <p:cNvSpPr/>
          <p:nvPr/>
        </p:nvSpPr>
        <p:spPr>
          <a:xfrm>
            <a:off x="4795400" y="1702470"/>
            <a:ext cx="2125200" cy="123795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A259A0-1A9E-911D-7FEB-BC7390B13965}"/>
              </a:ext>
            </a:extLst>
          </p:cNvPr>
          <p:cNvSpPr/>
          <p:nvPr/>
        </p:nvSpPr>
        <p:spPr>
          <a:xfrm>
            <a:off x="5128436" y="1951649"/>
            <a:ext cx="1459128" cy="7136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Gate</a:t>
            </a:r>
          </a:p>
          <a:p>
            <a:pPr marL="0" indent="0" algn="ctr">
              <a:buNone/>
            </a:pP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0 ~ 1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9249C02-13D8-1218-218C-D4CE6188F35B}"/>
              </a:ext>
            </a:extLst>
          </p:cNvPr>
          <p:cNvSpPr/>
          <p:nvPr/>
        </p:nvSpPr>
        <p:spPr>
          <a:xfrm>
            <a:off x="8462946" y="1707430"/>
            <a:ext cx="2125200" cy="123795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AF25D1D-694C-CE6E-997E-20908B382003}"/>
              </a:ext>
            </a:extLst>
          </p:cNvPr>
          <p:cNvSpPr/>
          <p:nvPr/>
        </p:nvSpPr>
        <p:spPr>
          <a:xfrm>
            <a:off x="9001112" y="2160664"/>
            <a:ext cx="1115654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600" b="1" dirty="0"/>
              <a:t>상태 </a:t>
            </a:r>
            <a:r>
              <a:rPr lang="en-US" altLang="ko-KR" sz="1600" b="1" dirty="0"/>
              <a:t>S </a:t>
            </a:r>
            <a:r>
              <a:rPr lang="ko-KR" altLang="en-US" sz="1600" b="1" dirty="0"/>
              <a:t>반영</a:t>
            </a:r>
            <a:endParaRPr lang="en-US" sz="1600" b="1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5A938E6-8562-7A32-A70A-BD06B1A124E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243043" y="2321447"/>
            <a:ext cx="15523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1992FD6-4063-64E5-665E-6C23FC9A74D7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6920600" y="2321447"/>
            <a:ext cx="1542346" cy="4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Shape 2">
            <a:extLst>
              <a:ext uri="{FF2B5EF4-FFF2-40B4-BE49-F238E27FC236}">
                <a16:creationId xmlns:a16="http://schemas.microsoft.com/office/drawing/2014/main" id="{14B218F7-8D9A-C0D9-A210-8203C99EEEF5}"/>
              </a:ext>
            </a:extLst>
          </p:cNvPr>
          <p:cNvSpPr/>
          <p:nvPr/>
        </p:nvSpPr>
        <p:spPr>
          <a:xfrm>
            <a:off x="1033974" y="3284278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51486002-0C82-F3B4-B75D-0093517AFDF7}"/>
              </a:ext>
            </a:extLst>
          </p:cNvPr>
          <p:cNvSpPr/>
          <p:nvPr/>
        </p:nvSpPr>
        <p:spPr>
          <a:xfrm>
            <a:off x="1033974" y="3284278"/>
            <a:ext cx="73152" cy="142216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E9CF054-D3B6-525C-0CE1-3EAAA2C4FD41}"/>
              </a:ext>
            </a:extLst>
          </p:cNvPr>
          <p:cNvSpPr/>
          <p:nvPr/>
        </p:nvSpPr>
        <p:spPr>
          <a:xfrm>
            <a:off x="1290006" y="3485446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</a:rPr>
              <a:t>Gate</a:t>
            </a: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</a:rPr>
              <a:t> 값이 크면 </a:t>
            </a:r>
            <a:endParaRPr lang="en-US" sz="1350" dirty="0">
              <a:solidFill>
                <a:srgbClr val="D97706"/>
              </a:solidFill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1DA2D1CC-DB6D-23E1-F203-D5BDC98A2D92}"/>
              </a:ext>
            </a:extLst>
          </p:cNvPr>
          <p:cNvSpPr/>
          <p:nvPr/>
        </p:nvSpPr>
        <p:spPr>
          <a:xfrm>
            <a:off x="1290005" y="3942646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정보를 많이 반영 </a:t>
            </a:r>
            <a:endParaRPr lang="en-US" sz="122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A8B45192-784F-A133-B183-4FB8BC429A55}"/>
              </a:ext>
            </a:extLst>
          </p:cNvPr>
          <p:cNvSpPr/>
          <p:nvPr/>
        </p:nvSpPr>
        <p:spPr>
          <a:xfrm>
            <a:off x="1033974" y="4958189"/>
            <a:ext cx="4418138" cy="1422163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1121ACFD-9B3B-208C-F1CF-43BD2C631073}"/>
              </a:ext>
            </a:extLst>
          </p:cNvPr>
          <p:cNvSpPr/>
          <p:nvPr/>
        </p:nvSpPr>
        <p:spPr>
          <a:xfrm>
            <a:off x="1033974" y="4958189"/>
            <a:ext cx="73152" cy="1422163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A07A9B6-76E7-F90F-F7A6-C03850DCEDDA}"/>
              </a:ext>
            </a:extLst>
          </p:cNvPr>
          <p:cNvSpPr/>
          <p:nvPr/>
        </p:nvSpPr>
        <p:spPr>
          <a:xfrm>
            <a:off x="1290006" y="5159357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Gate </a:t>
            </a: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</a:rPr>
              <a:t>값이 작으면 </a:t>
            </a:r>
            <a:endParaRPr lang="en-US" sz="1350" dirty="0">
              <a:solidFill>
                <a:srgbClr val="059669"/>
              </a:solidFill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81FA7E1-D20D-381B-D189-0E307EF3E1B6}"/>
              </a:ext>
            </a:extLst>
          </p:cNvPr>
          <p:cNvSpPr/>
          <p:nvPr/>
        </p:nvSpPr>
        <p:spPr>
          <a:xfrm>
            <a:off x="1290005" y="5616557"/>
            <a:ext cx="3764735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적게 반영 </a:t>
            </a:r>
            <a:endParaRPr lang="en-US" sz="122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23798B-F186-0209-7BF4-6129861885E7}"/>
                  </a:ext>
                </a:extLst>
              </p:cNvPr>
              <p:cNvSpPr txBox="1"/>
              <p:nvPr/>
            </p:nvSpPr>
            <p:spPr>
              <a:xfrm>
                <a:off x="6344915" y="3311791"/>
                <a:ext cx="2960925" cy="252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600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623798B-F186-0209-7BF4-612986188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5" y="3311791"/>
                <a:ext cx="2960925" cy="252570"/>
              </a:xfrm>
              <a:prstGeom prst="rect">
                <a:avLst/>
              </a:prstGeom>
              <a:blipFill>
                <a:blip r:embed="rId3"/>
                <a:stretch>
                  <a:fillRect l="-2469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2FAF24-351A-3408-163B-B344F82ADB91}"/>
                  </a:ext>
                </a:extLst>
              </p:cNvPr>
              <p:cNvSpPr txBox="1"/>
              <p:nvPr/>
            </p:nvSpPr>
            <p:spPr>
              <a:xfrm>
                <a:off x="9350890" y="3314966"/>
                <a:ext cx="111988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2FAF24-351A-3408-163B-B344F82AD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890" y="3314966"/>
                <a:ext cx="1119887" cy="246221"/>
              </a:xfrm>
              <a:prstGeom prst="rect">
                <a:avLst/>
              </a:prstGeom>
              <a:blipFill>
                <a:blip r:embed="rId4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E16D0F5-0FDB-4EEC-3DA3-5AECB7354796}"/>
                  </a:ext>
                </a:extLst>
              </p:cNvPr>
              <p:cNvSpPr txBox="1"/>
              <p:nvPr/>
            </p:nvSpPr>
            <p:spPr>
              <a:xfrm>
                <a:off x="6344915" y="3674852"/>
                <a:ext cx="1480495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 =</m:t>
                      </m:r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E16D0F5-0FDB-4EEC-3DA3-5AECB7354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5" y="3674852"/>
                <a:ext cx="1480495" cy="258212"/>
              </a:xfrm>
              <a:prstGeom prst="rect">
                <a:avLst/>
              </a:prstGeom>
              <a:blipFill>
                <a:blip r:embed="rId5"/>
                <a:stretch>
                  <a:fillRect l="-3704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C48FA6-695E-62C2-B9DA-3EA2D8EF85FC}"/>
                  </a:ext>
                </a:extLst>
              </p:cNvPr>
              <p:cNvSpPr txBox="1"/>
              <p:nvPr/>
            </p:nvSpPr>
            <p:spPr>
              <a:xfrm>
                <a:off x="6344915" y="4052399"/>
                <a:ext cx="2546354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𝒏𝒆𝒘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  <m:sSubSup>
                      <m:sSubSup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𝒐𝒍𝒅</m:t>
                        </m:r>
                      </m:sup>
                    </m:sSubSup>
                  </m:oMath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C48FA6-695E-62C2-B9DA-3EA2D8EF8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5" y="4052399"/>
                <a:ext cx="2546354" cy="258212"/>
              </a:xfrm>
              <a:prstGeom prst="rect">
                <a:avLst/>
              </a:prstGeom>
              <a:blipFill>
                <a:blip r:embed="rId6"/>
                <a:stretch>
                  <a:fillRect l="-2153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8B22FD-D2F5-0BAB-ADF7-F3F4217DFC18}"/>
                  </a:ext>
                </a:extLst>
              </p:cNvPr>
              <p:cNvSpPr txBox="1"/>
              <p:nvPr/>
            </p:nvSpPr>
            <p:spPr>
              <a:xfrm>
                <a:off x="6344915" y="5640960"/>
                <a:ext cx="2648647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𝒏𝒆𝒘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𝒐𝒍𝒅</m:t>
                          </m:r>
                        </m:sup>
                      </m:sSubSup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8B22FD-D2F5-0BAB-ADF7-F3F4217DF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5" y="5640960"/>
                <a:ext cx="2648647" cy="258212"/>
              </a:xfrm>
              <a:prstGeom prst="rect">
                <a:avLst/>
              </a:prstGeom>
              <a:blipFill>
                <a:blip r:embed="rId7"/>
                <a:stretch>
                  <a:fillRect l="-2765" b="-348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2109CB3-1F1D-34A7-0206-660AED252CBE}"/>
                  </a:ext>
                </a:extLst>
              </p:cNvPr>
              <p:cNvSpPr txBox="1"/>
              <p:nvPr/>
            </p:nvSpPr>
            <p:spPr>
              <a:xfrm>
                <a:off x="6344915" y="5049707"/>
                <a:ext cx="2693718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𝒏𝒆𝒘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𝒐𝒍𝒅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bSup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2109CB3-1F1D-34A7-0206-660AED252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5" y="5049707"/>
                <a:ext cx="2693718" cy="258212"/>
              </a:xfrm>
              <a:prstGeom prst="rect">
                <a:avLst/>
              </a:prstGeom>
              <a:blipFill>
                <a:blip r:embed="rId8"/>
                <a:stretch>
                  <a:fillRect l="-2036" r="-1584" b="-348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29D72BA-82A9-C5C3-1CFC-07DC3E9A4B08}"/>
                  </a:ext>
                </a:extLst>
              </p:cNvPr>
              <p:cNvSpPr txBox="1"/>
              <p:nvPr/>
            </p:nvSpPr>
            <p:spPr>
              <a:xfrm>
                <a:off x="6344915" y="4672160"/>
                <a:ext cx="2693718" cy="258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𝒏𝒆𝒘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𝒐𝒍𝒅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6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sSub>
                      <m:sSubPr>
                        <m:ctrlP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𝒐𝒍𝒅</m:t>
                        </m:r>
                      </m:sup>
                    </m:sSubSup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600" b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29D72BA-82A9-C5C3-1CFC-07DC3E9A4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915" y="4672160"/>
                <a:ext cx="2693718" cy="258212"/>
              </a:xfrm>
              <a:prstGeom prst="rect">
                <a:avLst/>
              </a:prstGeom>
              <a:blipFill>
                <a:blip r:embed="rId9"/>
                <a:stretch>
                  <a:fillRect l="-2036" b="-3488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EAD68D-9DA0-B0E4-7F8C-BA58720748C3}"/>
                  </a:ext>
                </a:extLst>
              </p:cNvPr>
              <p:cNvSpPr txBox="1"/>
              <p:nvPr/>
            </p:nvSpPr>
            <p:spPr>
              <a:xfrm>
                <a:off x="6352466" y="6004931"/>
                <a:ext cx="2648647" cy="2525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b="1" i="1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600" b="1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EAD68D-9DA0-B0E4-7F8C-BA5872074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466" y="6004931"/>
                <a:ext cx="2648647" cy="252570"/>
              </a:xfrm>
              <a:prstGeom prst="rect">
                <a:avLst/>
              </a:prstGeom>
              <a:blipFill>
                <a:blip r:embed="rId10"/>
                <a:stretch>
                  <a:fillRect l="-2529" r="-2989" b="-390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001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0390B-083C-6828-5EE0-8B46A7F88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79B8C-AC8A-6F5E-EFF2-D71AA17C9448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-13-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CE7B4C4F-948A-C541-4D01-27AA21DE69A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Gate</a:t>
            </a:r>
            <a:r>
              <a:rPr lang="ko-KR" altLang="en-US" sz="3200" b="1"/>
              <a:t>는 기존에도 있던 개념  </a:t>
            </a:r>
            <a:endParaRPr lang="ko-KR" altLang="en-US" sz="3200" b="1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B5BA934-0660-ACD4-58D3-8D742A4D90C4}"/>
              </a:ext>
            </a:extLst>
          </p:cNvPr>
          <p:cNvSpPr/>
          <p:nvPr/>
        </p:nvSpPr>
        <p:spPr>
          <a:xfrm>
            <a:off x="838200" y="4149628"/>
            <a:ext cx="3246120" cy="953127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616251EC-3BCC-495A-C7EE-0B7B62FECC77}"/>
              </a:ext>
            </a:extLst>
          </p:cNvPr>
          <p:cNvSpPr/>
          <p:nvPr/>
        </p:nvSpPr>
        <p:spPr>
          <a:xfrm>
            <a:off x="838200" y="4149628"/>
            <a:ext cx="73152" cy="95312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598B065-D5CD-DD2D-2072-B12772E42418}"/>
              </a:ext>
            </a:extLst>
          </p:cNvPr>
          <p:cNvSpPr/>
          <p:nvPr/>
        </p:nvSpPr>
        <p:spPr>
          <a:xfrm>
            <a:off x="1094232" y="4288017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LSTM</a:t>
            </a:r>
            <a:endParaRPr lang="en-US" sz="13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3A0AFB0-73C9-5BFD-C0FA-8C0A77505DAD}"/>
              </a:ext>
            </a:extLst>
          </p:cNvPr>
          <p:cNvSpPr/>
          <p:nvPr/>
        </p:nvSpPr>
        <p:spPr>
          <a:xfrm>
            <a:off x="1094232" y="4525761"/>
            <a:ext cx="2807208" cy="5159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Forget Gate</a:t>
            </a:r>
          </a:p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Input Gate</a:t>
            </a:r>
            <a:endParaRPr lang="en-US" sz="122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AC66945B-281D-1AE8-7A2D-3A0ACBF05B26}"/>
              </a:ext>
            </a:extLst>
          </p:cNvPr>
          <p:cNvSpPr/>
          <p:nvPr/>
        </p:nvSpPr>
        <p:spPr>
          <a:xfrm>
            <a:off x="4495800" y="4149628"/>
            <a:ext cx="3246120" cy="953127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F87AEA62-31CC-C599-DAAC-478FAFF16926}"/>
              </a:ext>
            </a:extLst>
          </p:cNvPr>
          <p:cNvSpPr/>
          <p:nvPr/>
        </p:nvSpPr>
        <p:spPr>
          <a:xfrm>
            <a:off x="4495800" y="4149628"/>
            <a:ext cx="73152" cy="953127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9AD2B28-F20A-6E1B-3FCB-783EFF24F73A}"/>
              </a:ext>
            </a:extLst>
          </p:cNvPr>
          <p:cNvSpPr/>
          <p:nvPr/>
        </p:nvSpPr>
        <p:spPr>
          <a:xfrm>
            <a:off x="4751832" y="4288017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</a:t>
            </a:r>
            <a:endParaRPr lang="en-US" sz="13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E051EA2-8D39-1247-AA70-6331F5E3339F}"/>
              </a:ext>
            </a:extLst>
          </p:cNvPr>
          <p:cNvSpPr/>
          <p:nvPr/>
        </p:nvSpPr>
        <p:spPr>
          <a:xfrm>
            <a:off x="4751832" y="4525761"/>
            <a:ext cx="2807208" cy="5159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Update Gate</a:t>
            </a:r>
          </a:p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Reset Gate</a:t>
            </a:r>
            <a:endParaRPr lang="en-US" sz="122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A45C34A-AF2D-FB88-949E-B5CB81094EDF}"/>
              </a:ext>
            </a:extLst>
          </p:cNvPr>
          <p:cNvSpPr/>
          <p:nvPr/>
        </p:nvSpPr>
        <p:spPr>
          <a:xfrm>
            <a:off x="8153400" y="4149628"/>
            <a:ext cx="3246120" cy="953127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874B2C36-C620-E7F6-B988-016DCBD69BE9}"/>
              </a:ext>
            </a:extLst>
          </p:cNvPr>
          <p:cNvSpPr/>
          <p:nvPr/>
        </p:nvSpPr>
        <p:spPr>
          <a:xfrm>
            <a:off x="8153400" y="4149628"/>
            <a:ext cx="73152" cy="95312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9958893A-6053-1FC8-1849-E490EFD76520}"/>
              </a:ext>
            </a:extLst>
          </p:cNvPr>
          <p:cNvSpPr/>
          <p:nvPr/>
        </p:nvSpPr>
        <p:spPr>
          <a:xfrm>
            <a:off x="8409432" y="4288017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35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</a:t>
            </a:r>
            <a:endParaRPr lang="en-US" sz="135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DCD4D39-0550-6EF1-908A-CF1FE7BE4937}"/>
              </a:ext>
            </a:extLst>
          </p:cNvPr>
          <p:cNvSpPr/>
          <p:nvPr/>
        </p:nvSpPr>
        <p:spPr>
          <a:xfrm>
            <a:off x="8409432" y="4525761"/>
            <a:ext cx="2807208" cy="5159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상태를 무조건 바꾸지 않고 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필요한 만큼만 유지하거나 갱신</a:t>
            </a:r>
            <a:endParaRPr lang="en-US" sz="1220" dirty="0"/>
          </a:p>
        </p:txBody>
      </p:sp>
      <p:pic>
        <p:nvPicPr>
          <p:cNvPr id="34" name="그림 33" descr="The diagram illustrates a neural network component with input, forget, and output gates, and their associated mathematical operations.&#10;&#10;AI 생성 콘텐츠는 정확하지 않을 수 있습니다.">
            <a:extLst>
              <a:ext uri="{FF2B5EF4-FFF2-40B4-BE49-F238E27FC236}">
                <a16:creationId xmlns:a16="http://schemas.microsoft.com/office/drawing/2014/main" id="{2FE6405C-7023-07E0-1BD0-F4669B51E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68" y="1258720"/>
            <a:ext cx="3113383" cy="2663319"/>
          </a:xfrm>
          <a:prstGeom prst="rect">
            <a:avLst/>
          </a:prstGeom>
        </p:spPr>
      </p:pic>
      <p:pic>
        <p:nvPicPr>
          <p:cNvPr id="36" name="그림 35" descr="The diagram illustrates a neural network component, specifically a Reset Gate in an LSTM (Long Short-Term Memory) cell, showing the gate's structure and its interaction with the cell state.&#10;&#10;AI 생성 콘텐츠는 정확하지 않을 수 있습니다.">
            <a:extLst>
              <a:ext uri="{FF2B5EF4-FFF2-40B4-BE49-F238E27FC236}">
                <a16:creationId xmlns:a16="http://schemas.microsoft.com/office/drawing/2014/main" id="{264E1492-3735-B301-FC7D-684F7C596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952" y="1169521"/>
            <a:ext cx="3246120" cy="2752754"/>
          </a:xfrm>
          <a:prstGeom prst="rect">
            <a:avLst/>
          </a:prstGeom>
        </p:spPr>
      </p:pic>
      <p:pic>
        <p:nvPicPr>
          <p:cNvPr id="37" name="그림 36" descr="The image illustrates a neural network architecture involving a sequence of layers including a linear layer, convolutional layers, an output gate, and a gated delta rule, with specific parameters such as 'q', 'k', 'L2', and 'yLin'.&#10;&#10;AI 생성 콘텐츠는 정확하지 않을 수 있습니다.">
            <a:extLst>
              <a:ext uri="{FF2B5EF4-FFF2-40B4-BE49-F238E27FC236}">
                <a16:creationId xmlns:a16="http://schemas.microsoft.com/office/drawing/2014/main" id="{4DE62D19-F7BB-B38F-E334-D75373FE5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231" y="1369410"/>
            <a:ext cx="2701648" cy="240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D75A-57B7-6998-5C0E-C18A6B645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2937A6-B4B7-160D-3B82-2EC02708AEC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-14-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AB3256B-5983-EC68-B987-2F76954758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Gated </a:t>
            </a:r>
            <a:r>
              <a:rPr lang="en-US" altLang="ko-KR" sz="3200" b="1" dirty="0" err="1"/>
              <a:t>DeltaNet</a:t>
            </a:r>
            <a:endParaRPr lang="ko-KR" altLang="en-US" sz="3200" b="1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437EDE4-F4D5-76AA-4B0F-73F5F52658AA}"/>
              </a:ext>
            </a:extLst>
          </p:cNvPr>
          <p:cNvSpPr/>
          <p:nvPr/>
        </p:nvSpPr>
        <p:spPr>
          <a:xfrm>
            <a:off x="1117843" y="1702470"/>
            <a:ext cx="2125200" cy="123795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BDF5CFB3-DA16-993B-E9EF-405EE070827A}"/>
              </a:ext>
            </a:extLst>
          </p:cNvPr>
          <p:cNvSpPr/>
          <p:nvPr/>
        </p:nvSpPr>
        <p:spPr>
          <a:xfrm>
            <a:off x="1452282" y="1906494"/>
            <a:ext cx="1457725" cy="75880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 Update</a:t>
            </a:r>
          </a:p>
          <a:p>
            <a:pPr marL="0" indent="0" algn="ctr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무엇을 바꿀지</a:t>
            </a:r>
            <a:endParaRPr lang="en-US" sz="1600" b="1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D5290B7-89CC-B0A9-2D1F-889BAD92BC86}"/>
              </a:ext>
            </a:extLst>
          </p:cNvPr>
          <p:cNvSpPr/>
          <p:nvPr/>
        </p:nvSpPr>
        <p:spPr>
          <a:xfrm>
            <a:off x="4795400" y="1702470"/>
            <a:ext cx="2125200" cy="123795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A9E357D8-D3A3-9A40-63B9-D48E4D4C4D05}"/>
              </a:ext>
            </a:extLst>
          </p:cNvPr>
          <p:cNvSpPr/>
          <p:nvPr/>
        </p:nvSpPr>
        <p:spPr>
          <a:xfrm>
            <a:off x="5128436" y="1951649"/>
            <a:ext cx="1459128" cy="7136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Gate</a:t>
            </a:r>
          </a:p>
          <a:p>
            <a:pPr marL="0" indent="0" algn="ctr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얼마나 바꿀지</a:t>
            </a:r>
            <a:endParaRPr lang="en-US" altLang="ko-KR" sz="1600" b="1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5CCE58E-A279-1F58-DA55-CBE3E3E02C4B}"/>
              </a:ext>
            </a:extLst>
          </p:cNvPr>
          <p:cNvSpPr/>
          <p:nvPr/>
        </p:nvSpPr>
        <p:spPr>
          <a:xfrm>
            <a:off x="8462946" y="1707430"/>
            <a:ext cx="2125200" cy="123795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36A58919-BAAA-9CB4-C237-574EFD1115FE}"/>
              </a:ext>
            </a:extLst>
          </p:cNvPr>
          <p:cNvSpPr/>
          <p:nvPr/>
        </p:nvSpPr>
        <p:spPr>
          <a:xfrm>
            <a:off x="8472957" y="1951649"/>
            <a:ext cx="2115189" cy="74182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altLang="ko-KR" sz="1600" b="1" dirty="0"/>
              <a:t>Gated </a:t>
            </a:r>
            <a:r>
              <a:rPr lang="en-US" altLang="ko-KR" sz="1600" b="1" dirty="0" err="1"/>
              <a:t>DeltaNet</a:t>
            </a:r>
            <a:endParaRPr lang="en-US" altLang="ko-KR" sz="1600" b="1" dirty="0"/>
          </a:p>
          <a:p>
            <a:pPr marL="0" indent="0" algn="ctr">
              <a:buNone/>
            </a:pPr>
            <a:r>
              <a:rPr lang="ko-KR" altLang="en-US" sz="1600" b="1" dirty="0"/>
              <a:t>선택적 상태 업데이트</a:t>
            </a:r>
            <a:endParaRPr lang="en-US" sz="1600" b="1" dirty="0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5D93039-2B40-2A6C-6E10-182A69D80272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3243043" y="2321447"/>
            <a:ext cx="15523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7AC7120-6464-B1E6-F51F-1BC47D908861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6920600" y="2321447"/>
            <a:ext cx="1542346" cy="4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416FD08-E7B3-F8B7-6510-EBFB7BFF742E}"/>
              </a:ext>
            </a:extLst>
          </p:cNvPr>
          <p:cNvSpPr txBox="1"/>
          <p:nvPr/>
        </p:nvSpPr>
        <p:spPr>
          <a:xfrm>
            <a:off x="1956643" y="4531594"/>
            <a:ext cx="7802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-&gt; </a:t>
            </a:r>
            <a:r>
              <a:rPr lang="en-US" altLang="ko-KR" b="1" dirty="0" err="1"/>
              <a:t>DeltaNet</a:t>
            </a:r>
            <a:r>
              <a:rPr lang="ko-KR" altLang="en-US" b="1" dirty="0"/>
              <a:t>은 무엇을 수정할지</a:t>
            </a:r>
            <a:r>
              <a:rPr lang="en-US" altLang="ko-KR" b="1" dirty="0"/>
              <a:t>, Gate</a:t>
            </a:r>
            <a:r>
              <a:rPr lang="ko-KR" altLang="en-US" b="1" dirty="0"/>
              <a:t>는 얼마나 수정할지 관여하게 된다 </a:t>
            </a:r>
          </a:p>
        </p:txBody>
      </p:sp>
    </p:spTree>
    <p:extLst>
      <p:ext uri="{BB962C8B-B14F-4D97-AF65-F5344CB8AC3E}">
        <p14:creationId xmlns:p14="http://schemas.microsoft.com/office/powerpoint/2010/main" val="2792857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3038-A7E4-EFB0-78EA-07F983ABF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0A906-15F9-42F9-0CC9-B10CDB2308EF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-15-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996A56CD-CB97-A219-E499-0A1B4813AB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Gated </a:t>
            </a:r>
            <a:r>
              <a:rPr lang="en-US" altLang="ko-KR" sz="3200" b="1" dirty="0" err="1"/>
              <a:t>DeltaNet</a:t>
            </a:r>
            <a:r>
              <a:rPr lang="ko-KR" altLang="en-US" sz="3200" b="1" dirty="0"/>
              <a:t>의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의의</a:t>
            </a:r>
          </a:p>
        </p:txBody>
      </p:sp>
      <p:pic>
        <p:nvPicPr>
          <p:cNvPr id="2" name="그림 1" descr="The image illustrates a neural network architecture involving a sequence of layers including a linear layer, convolutional layers, an output gate, and a gated delta rule, with specific parameters such as 'q', 'k', 'L2', and 'yLin'.&#10;&#10;AI 생성 콘텐츠는 정확하지 않을 수 있습니다.">
            <a:extLst>
              <a:ext uri="{FF2B5EF4-FFF2-40B4-BE49-F238E27FC236}">
                <a16:creationId xmlns:a16="http://schemas.microsoft.com/office/drawing/2014/main" id="{8E327BEE-DFEF-1B3F-68F4-50A84EC49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82127"/>
            <a:ext cx="4734586" cy="4210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E586A-3254-79D2-80B3-94866C03B84D}"/>
              </a:ext>
            </a:extLst>
          </p:cNvPr>
          <p:cNvSpPr txBox="1"/>
          <p:nvPr/>
        </p:nvSpPr>
        <p:spPr>
          <a:xfrm>
            <a:off x="6719500" y="2370857"/>
            <a:ext cx="4392164" cy="25317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Linear Attention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효율 유지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단순 누적보다 정교하게 상태 보정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목표는 </a:t>
            </a:r>
            <a:r>
              <a:rPr lang="en-US" altLang="ko-KR" dirty="0"/>
              <a:t>Attention</a:t>
            </a:r>
            <a:r>
              <a:rPr lang="ko-KR" altLang="en-US" dirty="0"/>
              <a:t>을 없애는 것이 아닌 </a:t>
            </a:r>
            <a:br>
              <a:rPr lang="en-US" altLang="ko-KR" dirty="0"/>
            </a:br>
            <a:r>
              <a:rPr lang="ko-KR" altLang="en-US" dirty="0"/>
              <a:t>비용과 표현력 사이 균형 잡기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2811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0403-437B-75A7-85A2-B5A07BB7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17EEF1-2812-9C58-3FF1-6B57EC7CE7EE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-16-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4C87E77C-7275-C434-4F5D-1C46E26B145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 dirty="0"/>
              <a:t>Qwen 3.5	 </a:t>
            </a:r>
            <a:r>
              <a:rPr lang="ko-KR" altLang="en-US" sz="3200" b="1" dirty="0"/>
              <a:t>구조</a:t>
            </a:r>
          </a:p>
        </p:txBody>
      </p:sp>
      <p:pic>
        <p:nvPicPr>
          <p:cNvPr id="5" name="그림 4" descr="The image illustrates a complex neural network architecture, featuring various layers with attention mechanisms, gated attention, and multiple experts, including a vocabulary size of 248k and a final output of 17 billion parameters.&#10;&#10;AI 생성 콘텐츠는 정확하지 않을 수 있습니다.">
            <a:extLst>
              <a:ext uri="{FF2B5EF4-FFF2-40B4-BE49-F238E27FC236}">
                <a16:creationId xmlns:a16="http://schemas.microsoft.com/office/drawing/2014/main" id="{6F9F0F24-EB35-435E-E7E4-EE08CC798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30" y="1690688"/>
            <a:ext cx="3879152" cy="4944488"/>
          </a:xfrm>
          <a:prstGeom prst="rect">
            <a:avLst/>
          </a:prstGeom>
        </p:spPr>
      </p:pic>
      <p:pic>
        <p:nvPicPr>
          <p:cNvPr id="6" name="그림 5" descr="The image illustrates a complex neural network architecture, featuring various layers with attention mechanisms, gated attention, and multiple experts, including a vocabulary size of 248k and a final output of 17 billion parameters.&#10;&#10;AI 생성 콘텐츠는 정확하지 않을 수 있습니다.">
            <a:extLst>
              <a:ext uri="{FF2B5EF4-FFF2-40B4-BE49-F238E27FC236}">
                <a16:creationId xmlns:a16="http://schemas.microsoft.com/office/drawing/2014/main" id="{F40D6318-B0FC-79FF-FA07-368EB6134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41" t="76464"/>
          <a:stretch>
            <a:fillRect/>
          </a:stretch>
        </p:blipFill>
        <p:spPr>
          <a:xfrm>
            <a:off x="7202792" y="1031132"/>
            <a:ext cx="3453678" cy="2215777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37764AC7-8497-5E4E-AB5C-F7DF054D0789}"/>
              </a:ext>
            </a:extLst>
          </p:cNvPr>
          <p:cNvSpPr/>
          <p:nvPr/>
        </p:nvSpPr>
        <p:spPr>
          <a:xfrm>
            <a:off x="6970059" y="3611092"/>
            <a:ext cx="3246120" cy="953127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F628717-FA80-56E1-F143-BBF02571041B}"/>
              </a:ext>
            </a:extLst>
          </p:cNvPr>
          <p:cNvSpPr/>
          <p:nvPr/>
        </p:nvSpPr>
        <p:spPr>
          <a:xfrm>
            <a:off x="6970059" y="3611092"/>
            <a:ext cx="73152" cy="95312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F65C724-4080-5658-2FE2-B3E0D67B75DA}"/>
              </a:ext>
            </a:extLst>
          </p:cNvPr>
          <p:cNvSpPr/>
          <p:nvPr/>
        </p:nvSpPr>
        <p:spPr>
          <a:xfrm>
            <a:off x="7226091" y="3749481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75%</a:t>
            </a:r>
            <a:r>
              <a:rPr lang="ko-KR" alt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의 층</a:t>
            </a:r>
            <a:endParaRPr lang="en-US" sz="13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9B0563D-42F6-AB08-9BF1-5FF95458F3A9}"/>
              </a:ext>
            </a:extLst>
          </p:cNvPr>
          <p:cNvSpPr/>
          <p:nvPr/>
        </p:nvSpPr>
        <p:spPr>
          <a:xfrm>
            <a:off x="7226091" y="3987225"/>
            <a:ext cx="2807208" cy="5159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 err="1"/>
              <a:t>DeltaNet</a:t>
            </a:r>
            <a:r>
              <a:rPr lang="ko-KR" altLang="en-US" sz="1220" dirty="0"/>
              <a:t>구조를 사용</a:t>
            </a:r>
            <a:endParaRPr lang="en-US" sz="122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A1D1A89-CD23-550C-EDE3-D6B162AD6D9C}"/>
              </a:ext>
            </a:extLst>
          </p:cNvPr>
          <p:cNvSpPr/>
          <p:nvPr/>
        </p:nvSpPr>
        <p:spPr>
          <a:xfrm>
            <a:off x="6970059" y="4928402"/>
            <a:ext cx="3246120" cy="953127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9B5B58F-760D-0F5B-CDE1-ED419F9D9718}"/>
              </a:ext>
            </a:extLst>
          </p:cNvPr>
          <p:cNvSpPr/>
          <p:nvPr/>
        </p:nvSpPr>
        <p:spPr>
          <a:xfrm>
            <a:off x="6970059" y="4928402"/>
            <a:ext cx="73152" cy="953127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8486E01-D5EB-9A00-6292-44AFF87763CB}"/>
              </a:ext>
            </a:extLst>
          </p:cNvPr>
          <p:cNvSpPr/>
          <p:nvPr/>
        </p:nvSpPr>
        <p:spPr>
          <a:xfrm>
            <a:off x="7226091" y="5066791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25%</a:t>
            </a: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</a:t>
            </a:r>
            <a:endParaRPr lang="en-US" sz="13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21C17B8-E1F5-C4A6-D49E-1F81E1D30296}"/>
              </a:ext>
            </a:extLst>
          </p:cNvPr>
          <p:cNvSpPr/>
          <p:nvPr/>
        </p:nvSpPr>
        <p:spPr>
          <a:xfrm>
            <a:off x="7226091" y="5304535"/>
            <a:ext cx="2807208" cy="5159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사용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2867152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86258-771D-31FC-C1EF-0D83E1B61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088D78-ACF0-DDF4-93AF-0AD2563A1257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-17-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F8F45AA-B685-2F8E-85A5-27C0753437A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왜 </a:t>
            </a:r>
            <a:r>
              <a:rPr lang="en-US" altLang="ko-KR" sz="3200" b="1" dirty="0"/>
              <a:t>Attention</a:t>
            </a:r>
            <a:r>
              <a:rPr lang="ko-KR" altLang="en-US" sz="3200" b="1" dirty="0"/>
              <a:t>이 남아있나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87608F2D-EBEE-3330-BF30-C0AB327F9714}"/>
              </a:ext>
            </a:extLst>
          </p:cNvPr>
          <p:cNvSpPr/>
          <p:nvPr/>
        </p:nvSpPr>
        <p:spPr>
          <a:xfrm>
            <a:off x="1606271" y="4842168"/>
            <a:ext cx="3440953" cy="1188091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2D66271E-069F-6D5C-9575-EEDD353F9BB1}"/>
              </a:ext>
            </a:extLst>
          </p:cNvPr>
          <p:cNvSpPr/>
          <p:nvPr/>
        </p:nvSpPr>
        <p:spPr>
          <a:xfrm>
            <a:off x="1606271" y="4842168"/>
            <a:ext cx="77543" cy="118809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D96A69D-F69E-FBA5-D7E3-A87471F538CD}"/>
              </a:ext>
            </a:extLst>
          </p:cNvPr>
          <p:cNvSpPr/>
          <p:nvPr/>
        </p:nvSpPr>
        <p:spPr>
          <a:xfrm>
            <a:off x="1862304" y="4980557"/>
            <a:ext cx="300477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DeltaNet</a:t>
            </a:r>
            <a:endParaRPr lang="en-US" sz="13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438E91C1-A891-20B2-110C-FBD8283D6208}"/>
              </a:ext>
            </a:extLst>
          </p:cNvPr>
          <p:cNvSpPr/>
          <p:nvPr/>
        </p:nvSpPr>
        <p:spPr>
          <a:xfrm>
            <a:off x="1862303" y="5218300"/>
            <a:ext cx="2975697" cy="68047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문맥에서 효율적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상태 기반 계산</a:t>
            </a:r>
            <a:endParaRPr lang="en-US" altLang="ko-KR" sz="122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>
              <a:buNone/>
            </a:pPr>
            <a:r>
              <a:rPr lang="ko-KR" altLang="en-US" sz="122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계산량과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메모리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부담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감소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22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2B358980-436E-09EA-155F-69287062B83B}"/>
              </a:ext>
            </a:extLst>
          </p:cNvPr>
          <p:cNvSpPr/>
          <p:nvPr/>
        </p:nvSpPr>
        <p:spPr>
          <a:xfrm>
            <a:off x="6460565" y="4842168"/>
            <a:ext cx="3440953" cy="1188091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8ABDACD8-492D-1048-BC67-202C0F4D7630}"/>
              </a:ext>
            </a:extLst>
          </p:cNvPr>
          <p:cNvSpPr/>
          <p:nvPr/>
        </p:nvSpPr>
        <p:spPr>
          <a:xfrm>
            <a:off x="6460565" y="4842168"/>
            <a:ext cx="77543" cy="1188091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D73D7FB-6BEF-2418-9E1D-8564862058CD}"/>
              </a:ext>
            </a:extLst>
          </p:cNvPr>
          <p:cNvSpPr/>
          <p:nvPr/>
        </p:nvSpPr>
        <p:spPr>
          <a:xfrm>
            <a:off x="6716598" y="4980557"/>
            <a:ext cx="3004776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45EBB100-E436-1D11-6293-C44108F3DF4A}"/>
              </a:ext>
            </a:extLst>
          </p:cNvPr>
          <p:cNvSpPr/>
          <p:nvPr/>
        </p:nvSpPr>
        <p:spPr>
          <a:xfrm>
            <a:off x="6716597" y="5218301"/>
            <a:ext cx="2975697" cy="68047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토큰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간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직접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비교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가능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</a:p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표현력이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강함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</a:p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중요한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관계를</a:t>
            </a:r>
            <a:r>
              <a:rPr 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직접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잡기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쉬움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endParaRPr lang="en-US" sz="1220" dirty="0"/>
          </a:p>
        </p:txBody>
      </p:sp>
      <p:pic>
        <p:nvPicPr>
          <p:cNvPr id="37" name="그림 36" descr="The image illustrates a neural network architecture involving a sequence of layers including a linear layer, convolutional layers, an output gate, and a gated delta rule, with specific parameters such as 'q', 'k', 'L2', and 'yLin'.&#10;&#10;AI 생성 콘텐츠는 정확하지 않을 수 있습니다.">
            <a:extLst>
              <a:ext uri="{FF2B5EF4-FFF2-40B4-BE49-F238E27FC236}">
                <a16:creationId xmlns:a16="http://schemas.microsoft.com/office/drawing/2014/main" id="{9AF377C8-CF5B-FA6C-5E4E-4FF6F6C9B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271" y="1575792"/>
            <a:ext cx="3300605" cy="2935347"/>
          </a:xfrm>
          <a:prstGeom prst="rect">
            <a:avLst/>
          </a:prstGeom>
        </p:spPr>
      </p:pic>
      <p:pic>
        <p:nvPicPr>
          <p:cNvPr id="4" name="그림 3" descr="The image depicts a diagram illustrating various components of an attention mechanism in neural networks, including linear layers, sigmoid functions, scaled dot product attention, and normalization processes.&#10;&#10;AI 생성 콘텐츠는 정확하지 않을 수 있습니다.">
            <a:extLst>
              <a:ext uri="{FF2B5EF4-FFF2-40B4-BE49-F238E27FC236}">
                <a16:creationId xmlns:a16="http://schemas.microsoft.com/office/drawing/2014/main" id="{49CDAFD8-BC36-C8E4-DF89-4D2E4FE62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354" y="1605111"/>
            <a:ext cx="3452164" cy="279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43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443A-94EF-62EC-EAE4-BE7B8515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F9490-DD69-D1DB-D234-BF7B9CA8CED2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-18-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955ACAC-80D2-AF08-F023-822B7F81532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왜 </a:t>
            </a:r>
            <a:r>
              <a:rPr lang="en-US" altLang="ko-KR" sz="3200" b="1" dirty="0"/>
              <a:t>Attention</a:t>
            </a:r>
            <a:r>
              <a:rPr lang="ko-KR" altLang="en-US" sz="3200" b="1" dirty="0"/>
              <a:t>이 남아있나</a:t>
            </a:r>
            <a:r>
              <a:rPr lang="en-US" altLang="ko-KR" sz="3200" b="1" dirty="0"/>
              <a:t>?</a:t>
            </a:r>
            <a:endParaRPr lang="ko-KR" altLang="en-US" sz="3200" b="1" dirty="0"/>
          </a:p>
        </p:txBody>
      </p:sp>
      <p:pic>
        <p:nvPicPr>
          <p:cNvPr id="5" name="그림 4" descr="KV-cache memory comparison for full attention, pure Gated DeltaNet, and a 3:1 hybrid stack">
            <a:extLst>
              <a:ext uri="{FF2B5EF4-FFF2-40B4-BE49-F238E27FC236}">
                <a16:creationId xmlns:a16="http://schemas.microsoft.com/office/drawing/2014/main" id="{2954D04D-33D4-77A4-9F25-7B06F8C09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80447"/>
            <a:ext cx="6201862" cy="3986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8CD0CD-F3EA-A524-9C2D-5BD3B3BD6E89}"/>
              </a:ext>
            </a:extLst>
          </p:cNvPr>
          <p:cNvSpPr txBox="1"/>
          <p:nvPr/>
        </p:nvSpPr>
        <p:spPr>
          <a:xfrm>
            <a:off x="7040062" y="2307872"/>
            <a:ext cx="4195379" cy="2116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컨텍스트 길이 </a:t>
            </a:r>
            <a:r>
              <a:rPr lang="en-US" altLang="ko-KR" dirty="0"/>
              <a:t>(</a:t>
            </a:r>
            <a:r>
              <a:rPr lang="ko-KR" altLang="en-US" dirty="0"/>
              <a:t>토큰들의 수</a:t>
            </a:r>
            <a:r>
              <a:rPr lang="en-US" altLang="ko-KR" dirty="0"/>
              <a:t>)</a:t>
            </a:r>
            <a:r>
              <a:rPr lang="ko-KR" altLang="en-US" dirty="0"/>
              <a:t>당 </a:t>
            </a:r>
            <a:br>
              <a:rPr lang="en-US" altLang="ko-KR" dirty="0"/>
            </a:br>
            <a:r>
              <a:rPr lang="ko-KR" altLang="en-US" dirty="0"/>
              <a:t>용량의 크기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실제로 두 구조를 섞었을 때 효율이 </a:t>
            </a:r>
            <a:br>
              <a:rPr lang="en-US" altLang="ko-KR" dirty="0"/>
            </a:br>
            <a:r>
              <a:rPr lang="ko-KR" altLang="en-US" dirty="0"/>
              <a:t>유의미한 차이가 존재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54743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A9F28-A4FC-EB4B-C4D3-07CDAD811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80EC79-59DB-526D-9721-461EFCDE0D94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-19-</a:t>
            </a: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1EEBF32D-7C34-3014-31DA-0EE86C9510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246936" cy="666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/>
              <a:t>전체 흐름 정리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FD1002-130C-1551-DF9D-FCB0C89D9343}"/>
              </a:ext>
            </a:extLst>
          </p:cNvPr>
          <p:cNvSpPr/>
          <p:nvPr/>
        </p:nvSpPr>
        <p:spPr>
          <a:xfrm>
            <a:off x="2018941" y="1708021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A5C5E36-4138-C06D-A15F-B3B732FEEB68}"/>
              </a:ext>
            </a:extLst>
          </p:cNvPr>
          <p:cNvSpPr/>
          <p:nvPr/>
        </p:nvSpPr>
        <p:spPr>
          <a:xfrm>
            <a:off x="2398035" y="1934842"/>
            <a:ext cx="891010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endParaRPr lang="en-US" sz="1220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A66341F-324A-82CA-CED4-2D7A2FD1ED36}"/>
              </a:ext>
            </a:extLst>
          </p:cNvPr>
          <p:cNvSpPr/>
          <p:nvPr/>
        </p:nvSpPr>
        <p:spPr>
          <a:xfrm>
            <a:off x="2018941" y="2817043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1B28841-2A2B-7B69-F167-FE52BEE628C1}"/>
              </a:ext>
            </a:extLst>
          </p:cNvPr>
          <p:cNvSpPr/>
          <p:nvPr/>
        </p:nvSpPr>
        <p:spPr>
          <a:xfrm>
            <a:off x="2279824" y="2996927"/>
            <a:ext cx="1127432" cy="4024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Linear</a:t>
            </a:r>
          </a:p>
          <a:p>
            <a:pPr marL="0" indent="0" algn="ctr">
              <a:buNone/>
            </a:pP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Attention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2A9F078-7214-D832-7E40-98449919CFAB}"/>
              </a:ext>
            </a:extLst>
          </p:cNvPr>
          <p:cNvSpPr/>
          <p:nvPr/>
        </p:nvSpPr>
        <p:spPr>
          <a:xfrm>
            <a:off x="2018941" y="3926065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17B1C45-D624-1B94-39CB-055A9F075B7D}"/>
              </a:ext>
            </a:extLst>
          </p:cNvPr>
          <p:cNvSpPr/>
          <p:nvPr/>
        </p:nvSpPr>
        <p:spPr>
          <a:xfrm>
            <a:off x="2480862" y="4152886"/>
            <a:ext cx="725356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22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DeltaNet</a:t>
            </a:r>
            <a:endParaRPr lang="en-US" sz="1220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3C40FB8-01A1-8384-BB59-A3FC74CC69CA}"/>
              </a:ext>
            </a:extLst>
          </p:cNvPr>
          <p:cNvSpPr/>
          <p:nvPr/>
        </p:nvSpPr>
        <p:spPr>
          <a:xfrm>
            <a:off x="2018941" y="5035087"/>
            <a:ext cx="1649199" cy="762238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B09741B-2FCA-8548-1802-72ADE5B84982}"/>
              </a:ext>
            </a:extLst>
          </p:cNvPr>
          <p:cNvSpPr/>
          <p:nvPr/>
        </p:nvSpPr>
        <p:spPr>
          <a:xfrm>
            <a:off x="2672173" y="5261908"/>
            <a:ext cx="342734" cy="3085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</a:t>
            </a:r>
            <a:endParaRPr lang="en-US" sz="1220" b="1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4316509-A5E8-52C8-5B90-3A95B7B414DC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2843541" y="2470259"/>
            <a:ext cx="0" cy="34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87AA829-EB52-7215-C1F4-423F862C78BA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843541" y="3579281"/>
            <a:ext cx="0" cy="34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06E0DF2-D1AB-C19E-1874-F4D5970FC027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2843541" y="4688303"/>
            <a:ext cx="0" cy="346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hape 2">
            <a:extLst>
              <a:ext uri="{FF2B5EF4-FFF2-40B4-BE49-F238E27FC236}">
                <a16:creationId xmlns:a16="http://schemas.microsoft.com/office/drawing/2014/main" id="{FB508501-9E44-6C2D-8673-D4F1DCCE1688}"/>
              </a:ext>
            </a:extLst>
          </p:cNvPr>
          <p:cNvSpPr/>
          <p:nvPr/>
        </p:nvSpPr>
        <p:spPr>
          <a:xfrm>
            <a:off x="5005711" y="1624017"/>
            <a:ext cx="4418138" cy="937941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784A997A-7056-386C-B779-C2C3AE00FE5A}"/>
              </a:ext>
            </a:extLst>
          </p:cNvPr>
          <p:cNvSpPr/>
          <p:nvPr/>
        </p:nvSpPr>
        <p:spPr>
          <a:xfrm>
            <a:off x="5005711" y="1624017"/>
            <a:ext cx="73152" cy="937941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19254FE-A045-2D66-0AB9-5E6B0E09A9F5}"/>
              </a:ext>
            </a:extLst>
          </p:cNvPr>
          <p:cNvSpPr/>
          <p:nvPr/>
        </p:nvSpPr>
        <p:spPr>
          <a:xfrm>
            <a:off x="5251638" y="1758997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35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222888D5-672B-35FB-4B0A-A89F5FF54361}"/>
              </a:ext>
            </a:extLst>
          </p:cNvPr>
          <p:cNvSpPr/>
          <p:nvPr/>
        </p:nvSpPr>
        <p:spPr>
          <a:xfrm>
            <a:off x="5251638" y="1996741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모든 토큰 직접 비교 </a:t>
            </a:r>
            <a:endParaRPr lang="en-US" sz="122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C580FDCD-6001-CE0E-4233-472A718844BD}"/>
              </a:ext>
            </a:extLst>
          </p:cNvPr>
          <p:cNvSpPr/>
          <p:nvPr/>
        </p:nvSpPr>
        <p:spPr>
          <a:xfrm>
            <a:off x="5005711" y="3795539"/>
            <a:ext cx="4418138" cy="937941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58B2AF9-7126-1EF1-6931-E329F0954C9D}"/>
              </a:ext>
            </a:extLst>
          </p:cNvPr>
          <p:cNvSpPr/>
          <p:nvPr/>
        </p:nvSpPr>
        <p:spPr>
          <a:xfrm>
            <a:off x="5005711" y="3795539"/>
            <a:ext cx="73152" cy="937941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6A95424-83E8-A6BD-0345-DA51DB477189}"/>
              </a:ext>
            </a:extLst>
          </p:cNvPr>
          <p:cNvSpPr/>
          <p:nvPr/>
        </p:nvSpPr>
        <p:spPr>
          <a:xfrm>
            <a:off x="5251638" y="3930519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35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DeltaNet</a:t>
            </a:r>
            <a:endParaRPr lang="en-US" sz="135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504F756E-9639-389D-1E65-DC4FB62FCCE6}"/>
              </a:ext>
            </a:extLst>
          </p:cNvPr>
          <p:cNvSpPr/>
          <p:nvPr/>
        </p:nvSpPr>
        <p:spPr>
          <a:xfrm>
            <a:off x="5251638" y="4168263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/>
              <a:t>차이 기반 상태 보정</a:t>
            </a:r>
            <a:endParaRPr lang="en-US" sz="122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D6FA8977-7B79-5D27-9E10-D2C860CDA421}"/>
              </a:ext>
            </a:extLst>
          </p:cNvPr>
          <p:cNvSpPr/>
          <p:nvPr/>
        </p:nvSpPr>
        <p:spPr>
          <a:xfrm>
            <a:off x="5005711" y="4881300"/>
            <a:ext cx="4418138" cy="937941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FC5E222D-A33C-1C90-B489-80CAA1DDFE2D}"/>
              </a:ext>
            </a:extLst>
          </p:cNvPr>
          <p:cNvSpPr/>
          <p:nvPr/>
        </p:nvSpPr>
        <p:spPr>
          <a:xfrm>
            <a:off x="5005711" y="4881300"/>
            <a:ext cx="73152" cy="937941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488854CC-6A76-F0A2-3863-F3D51CDA3B2C}"/>
              </a:ext>
            </a:extLst>
          </p:cNvPr>
          <p:cNvSpPr/>
          <p:nvPr/>
        </p:nvSpPr>
        <p:spPr>
          <a:xfrm>
            <a:off x="5251638" y="501628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Malgun Gothic" pitchFamily="34" charset="0"/>
                <a:ea typeface="Malgun Gothic" pitchFamily="34" charset="-122"/>
              </a:rPr>
              <a:t>Gate</a:t>
            </a:r>
            <a:endParaRPr lang="en-US" sz="135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1852B49-1A73-4ECC-F953-6D6D439A103B}"/>
              </a:ext>
            </a:extLst>
          </p:cNvPr>
          <p:cNvSpPr/>
          <p:nvPr/>
        </p:nvSpPr>
        <p:spPr>
          <a:xfrm>
            <a:off x="5251638" y="5254024"/>
            <a:ext cx="3455229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정보량 조절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선택적 반영</a:t>
            </a:r>
            <a:endParaRPr lang="en-US" sz="122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A3F11707-86D2-F2ED-2350-F3529E914A3F}"/>
              </a:ext>
            </a:extLst>
          </p:cNvPr>
          <p:cNvSpPr/>
          <p:nvPr/>
        </p:nvSpPr>
        <p:spPr>
          <a:xfrm>
            <a:off x="5005711" y="2709778"/>
            <a:ext cx="4418138" cy="937941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CFFFC4C-487F-5EE4-7C81-22F9574B4D8F}"/>
              </a:ext>
            </a:extLst>
          </p:cNvPr>
          <p:cNvSpPr/>
          <p:nvPr/>
        </p:nvSpPr>
        <p:spPr>
          <a:xfrm>
            <a:off x="5005711" y="2709778"/>
            <a:ext cx="73152" cy="937941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E213B2C1-03A1-6F3A-5BB9-34E0862D378E}"/>
              </a:ext>
            </a:extLst>
          </p:cNvPr>
          <p:cNvSpPr/>
          <p:nvPr/>
        </p:nvSpPr>
        <p:spPr>
          <a:xfrm>
            <a:off x="5251638" y="2844758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altLang="ko-KR" sz="1350" b="1" dirty="0">
                <a:latin typeface="Malgun Gothic" pitchFamily="34" charset="0"/>
                <a:ea typeface="Malgun Gothic" pitchFamily="34" charset="-122"/>
              </a:rPr>
              <a:t>Linear Attention</a:t>
            </a:r>
            <a:endParaRPr lang="en-US" sz="135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42802AF6-708F-97FD-5110-0F546F496F4A}"/>
              </a:ext>
            </a:extLst>
          </p:cNvPr>
          <p:cNvSpPr/>
          <p:nvPr/>
        </p:nvSpPr>
        <p:spPr>
          <a:xfrm>
            <a:off x="5251638" y="3082502"/>
            <a:ext cx="3764735" cy="54330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상태 </a:t>
            </a:r>
            <a:r>
              <a:rPr lang="en-US" altLang="ko-KR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S</a:t>
            </a:r>
            <a:r>
              <a:rPr lang="ko-KR" altLang="en-US" sz="12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로 압축하여 사용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2261115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6AEA2-A493-AF2B-63FA-EC791363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24B00-7249-676C-2ED1-3D9CA8FA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0A841-DF59-76A7-1DB4-BE1981E358C3}"/>
              </a:ext>
            </a:extLst>
          </p:cNvPr>
          <p:cNvSpPr txBox="1"/>
          <p:nvPr/>
        </p:nvSpPr>
        <p:spPr>
          <a:xfrm>
            <a:off x="11085136" y="6092765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-20-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12BEA-921B-DC5D-9D7C-FA80A22E7BDE}"/>
              </a:ext>
            </a:extLst>
          </p:cNvPr>
          <p:cNvSpPr txBox="1"/>
          <p:nvPr/>
        </p:nvSpPr>
        <p:spPr>
          <a:xfrm>
            <a:off x="6096000" y="2207387"/>
            <a:ext cx="5648021" cy="3368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Qwen 3.5</a:t>
            </a:r>
            <a:r>
              <a:rPr lang="ko-KR" altLang="en-US" sz="1600" dirty="0"/>
              <a:t>는 기존 </a:t>
            </a:r>
            <a:r>
              <a:rPr lang="en-US" altLang="ko-KR" sz="1600" dirty="0"/>
              <a:t>Attention</a:t>
            </a:r>
            <a:r>
              <a:rPr lang="ko-KR" altLang="en-US" sz="1600" dirty="0"/>
              <a:t>만 사용하는 구조에서 벗어나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여러 메커니즘을 조합한 하이브리드 구조를 사용한다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DeltaNet</a:t>
            </a:r>
            <a:r>
              <a:rPr lang="en-US" altLang="ko-KR" sz="1600" dirty="0"/>
              <a:t> </a:t>
            </a:r>
            <a:r>
              <a:rPr lang="ko-KR" altLang="en-US" sz="1600" dirty="0"/>
              <a:t>구조로 긴 문맥 처리의 효율을 높이고</a:t>
            </a:r>
            <a:r>
              <a:rPr lang="en-US" altLang="ko-KR" sz="1600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Attention </a:t>
            </a:r>
            <a:r>
              <a:rPr lang="ko-KR" altLang="en-US" sz="1600" dirty="0"/>
              <a:t>구조로 중요한 토큰 관계를 직접 포착하며</a:t>
            </a:r>
            <a:r>
              <a:rPr lang="en-US" altLang="ko-KR" sz="1600" dirty="0"/>
              <a:t>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Gate </a:t>
            </a:r>
            <a:r>
              <a:rPr lang="ko-KR" altLang="en-US" sz="1600" dirty="0"/>
              <a:t>구조로 상태 업데이트의 강도를 조절한다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즉 </a:t>
            </a:r>
            <a:r>
              <a:rPr lang="en-US" altLang="ko-KR" sz="1600" dirty="0"/>
              <a:t>Qwen 3.5</a:t>
            </a:r>
            <a:r>
              <a:rPr lang="ko-KR" altLang="en-US" sz="1600" dirty="0"/>
              <a:t>는 효율과 표현력 사이의 균형을 목표로 한 구조라고 볼 수 있다</a:t>
            </a:r>
            <a:r>
              <a:rPr lang="en-US" altLang="ko-KR" sz="1600" dirty="0"/>
              <a:t>.</a:t>
            </a:r>
          </a:p>
        </p:txBody>
      </p:sp>
      <p:pic>
        <p:nvPicPr>
          <p:cNvPr id="7" name="그림 6" descr="The image illustrates a complex neural network architecture, featuring various layers with attention mechanisms, gated attention, and multiple experts, including a vocabulary size of 248k and a final output of 17 billion parameters.&#10;&#10;AI 생성 콘텐츠는 정확하지 않을 수 있습니다.">
            <a:extLst>
              <a:ext uri="{FF2B5EF4-FFF2-40B4-BE49-F238E27FC236}">
                <a16:creationId xmlns:a16="http://schemas.microsoft.com/office/drawing/2014/main" id="{B0119214-09DD-D38E-5A42-82C57D5CA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30" y="1690688"/>
            <a:ext cx="3879152" cy="494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39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5133</TotalTime>
  <Words>871</Words>
  <Application>Microsoft Office PowerPoint</Application>
  <PresentationFormat>와이드스크린</PresentationFormat>
  <Paragraphs>237</Paragraphs>
  <Slides>20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Malgun Gothic</vt:lpstr>
      <vt:lpstr>Malgun Gothic</vt:lpstr>
      <vt:lpstr>Arial</vt:lpstr>
      <vt:lpstr>Cambria Math</vt:lpstr>
      <vt:lpstr>Office 테마</vt:lpstr>
      <vt:lpstr>Qwen 3.5 구조 (2) DeltaNet과 Gating Mechanism</vt:lpstr>
      <vt:lpstr>목차</vt:lpstr>
      <vt:lpstr>오늘의 주제 – 왜 DeltaNet과 Gate가 필요한가?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종현 김</dc:creator>
  <cp:lastModifiedBy>종현 김</cp:lastModifiedBy>
  <cp:revision>3</cp:revision>
  <dcterms:created xsi:type="dcterms:W3CDTF">2025-09-25T05:57:29Z</dcterms:created>
  <dcterms:modified xsi:type="dcterms:W3CDTF">2026-05-28T01:05:14Z</dcterms:modified>
</cp:coreProperties>
</file>