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58" r:id="rId3"/>
    <p:sldId id="303" r:id="rId4"/>
    <p:sldId id="408" r:id="rId5"/>
    <p:sldId id="435" r:id="rId6"/>
    <p:sldId id="415" r:id="rId7"/>
    <p:sldId id="429" r:id="rId8"/>
    <p:sldId id="416" r:id="rId9"/>
    <p:sldId id="417" r:id="rId10"/>
    <p:sldId id="420" r:id="rId11"/>
    <p:sldId id="424" r:id="rId12"/>
    <p:sldId id="409" r:id="rId13"/>
    <p:sldId id="410" r:id="rId14"/>
    <p:sldId id="434" r:id="rId15"/>
    <p:sldId id="421" r:id="rId16"/>
    <p:sldId id="436" r:id="rId17"/>
    <p:sldId id="422" r:id="rId18"/>
    <p:sldId id="430" r:id="rId19"/>
    <p:sldId id="431" r:id="rId20"/>
    <p:sldId id="432" r:id="rId21"/>
    <p:sldId id="433" r:id="rId22"/>
    <p:sldId id="423" r:id="rId23"/>
    <p:sldId id="437" r:id="rId24"/>
    <p:sldId id="438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7D49E5-6ECF-4050-B72C-52E6E1E21B9F}" v="1243" dt="2026-04-08T08:02:54.8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44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종현 김" userId="4e62a0cd71f6508f" providerId="LiveId" clId="{6E62CB57-B7C1-44BE-9515-1C88952032F1}"/>
    <pc:docChg chg="undo custSel addSld delSld modSld sldOrd">
      <pc:chgData name="종현 김" userId="4e62a0cd71f6508f" providerId="LiveId" clId="{6E62CB57-B7C1-44BE-9515-1C88952032F1}" dt="2026-04-08T08:02:54.871" v="35479" actId="1076"/>
      <pc:docMkLst>
        <pc:docMk/>
      </pc:docMkLst>
      <pc:sldChg chg="modSp mod">
        <pc:chgData name="종현 김" userId="4e62a0cd71f6508f" providerId="LiveId" clId="{6E62CB57-B7C1-44BE-9515-1C88952032F1}" dt="2026-04-07T11:11:40.350" v="32911" actId="20577"/>
        <pc:sldMkLst>
          <pc:docMk/>
          <pc:sldMk cId="3906222446" sldId="258"/>
        </pc:sldMkLst>
        <pc:spChg chg="mod">
          <ac:chgData name="종현 김" userId="4e62a0cd71f6508f" providerId="LiveId" clId="{6E62CB57-B7C1-44BE-9515-1C88952032F1}" dt="2026-04-07T11:11:40.350" v="32911" actId="20577"/>
          <ac:spMkLst>
            <pc:docMk/>
            <pc:sldMk cId="3906222446" sldId="258"/>
            <ac:spMk id="3" creationId="{7C778E5D-C179-E5E5-01C2-F5C104F2A85B}"/>
          </ac:spMkLst>
        </pc:spChg>
      </pc:sldChg>
      <pc:sldChg chg="modSp mod">
        <pc:chgData name="종현 김" userId="4e62a0cd71f6508f" providerId="LiveId" clId="{6E62CB57-B7C1-44BE-9515-1C88952032F1}" dt="2026-04-07T11:11:26.322" v="32907" actId="20577"/>
        <pc:sldMkLst>
          <pc:docMk/>
          <pc:sldMk cId="2937531716" sldId="259"/>
        </pc:sldMkLst>
        <pc:spChg chg="mod">
          <ac:chgData name="종현 김" userId="4e62a0cd71f6508f" providerId="LiveId" clId="{6E62CB57-B7C1-44BE-9515-1C88952032F1}" dt="2026-04-07T11:11:26.322" v="32907" actId="20577"/>
          <ac:spMkLst>
            <pc:docMk/>
            <pc:sldMk cId="2937531716" sldId="259"/>
            <ac:spMk id="2" creationId="{005A92FA-518A-0B6D-16FB-CD7306E21572}"/>
          </ac:spMkLst>
        </pc:spChg>
        <pc:spChg chg="mod">
          <ac:chgData name="종현 김" userId="4e62a0cd71f6508f" providerId="LiveId" clId="{6E62CB57-B7C1-44BE-9515-1C88952032F1}" dt="2026-04-07T11:11:23.191" v="32903" actId="20577"/>
          <ac:spMkLst>
            <pc:docMk/>
            <pc:sldMk cId="2937531716" sldId="259"/>
            <ac:spMk id="4" creationId="{C9087AB0-D8D5-7543-BEEF-A82F9DA2BBE9}"/>
          </ac:spMkLst>
        </pc:spChg>
      </pc:sldChg>
      <pc:sldChg chg="addSp delSp modSp mod">
        <pc:chgData name="종현 김" userId="4e62a0cd71f6508f" providerId="LiveId" clId="{6E62CB57-B7C1-44BE-9515-1C88952032F1}" dt="2026-04-08T08:02:54.871" v="35479" actId="1076"/>
        <pc:sldMkLst>
          <pc:docMk/>
          <pc:sldMk cId="625091368" sldId="303"/>
        </pc:sldMkLst>
        <pc:spChg chg="mod">
          <ac:chgData name="종현 김" userId="4e62a0cd71f6508f" providerId="LiveId" clId="{6E62CB57-B7C1-44BE-9515-1C88952032F1}" dt="2026-03-26T04:56:17.224" v="28514" actId="313"/>
          <ac:spMkLst>
            <pc:docMk/>
            <pc:sldMk cId="625091368" sldId="303"/>
            <ac:spMk id="6" creationId="{4D7752D0-F6B1-D2CE-B288-27FBFEB8840D}"/>
          </ac:spMkLst>
        </pc:spChg>
        <pc:picChg chg="add del mod">
          <ac:chgData name="종현 김" userId="4e62a0cd71f6508f" providerId="LiveId" clId="{6E62CB57-B7C1-44BE-9515-1C88952032F1}" dt="2026-04-08T08:02:43.888" v="35474" actId="478"/>
          <ac:picMkLst>
            <pc:docMk/>
            <pc:sldMk cId="625091368" sldId="303"/>
            <ac:picMk id="4" creationId="{759C495B-B104-6874-E7EE-6A704A95FB3E}"/>
          </ac:picMkLst>
        </pc:picChg>
        <pc:picChg chg="add del mod">
          <ac:chgData name="종현 김" userId="4e62a0cd71f6508f" providerId="LiveId" clId="{6E62CB57-B7C1-44BE-9515-1C88952032F1}" dt="2026-04-08T08:02:19.224" v="35471" actId="478"/>
          <ac:picMkLst>
            <pc:docMk/>
            <pc:sldMk cId="625091368" sldId="303"/>
            <ac:picMk id="1026" creationId="{47A6D256-5604-0A9A-7132-E4C2B575A025}"/>
          </ac:picMkLst>
        </pc:picChg>
        <pc:picChg chg="add mod">
          <ac:chgData name="종현 김" userId="4e62a0cd71f6508f" providerId="LiveId" clId="{6E62CB57-B7C1-44BE-9515-1C88952032F1}" dt="2026-04-08T08:02:54.871" v="35479" actId="1076"/>
          <ac:picMkLst>
            <pc:docMk/>
            <pc:sldMk cId="625091368" sldId="303"/>
            <ac:picMk id="1026" creationId="{EBB391C4-E5C4-9B75-18B4-15E98AD2C908}"/>
          </ac:picMkLst>
        </pc:picChg>
      </pc:sldChg>
      <pc:sldChg chg="addSp delSp modSp mod">
        <pc:chgData name="종현 김" userId="4e62a0cd71f6508f" providerId="LiveId" clId="{6E62CB57-B7C1-44BE-9515-1C88952032F1}" dt="2026-04-08T06:39:07.239" v="35029" actId="20577"/>
        <pc:sldMkLst>
          <pc:docMk/>
          <pc:sldMk cId="1349803482" sldId="408"/>
        </pc:sldMkLst>
        <pc:spChg chg="mod">
          <ac:chgData name="종현 김" userId="4e62a0cd71f6508f" providerId="LiveId" clId="{6E62CB57-B7C1-44BE-9515-1C88952032F1}" dt="2026-03-18T06:55:50.700" v="25726" actId="20577"/>
          <ac:spMkLst>
            <pc:docMk/>
            <pc:sldMk cId="1349803482" sldId="408"/>
            <ac:spMk id="2" creationId="{122C7D8A-EA80-18EF-449A-183026460F9D}"/>
          </ac:spMkLst>
        </pc:spChg>
        <pc:spChg chg="mod">
          <ac:chgData name="종현 김" userId="4e62a0cd71f6508f" providerId="LiveId" clId="{6E62CB57-B7C1-44BE-9515-1C88952032F1}" dt="2026-04-05T07:06:07.778" v="29657" actId="20577"/>
          <ac:spMkLst>
            <pc:docMk/>
            <pc:sldMk cId="1349803482" sldId="408"/>
            <ac:spMk id="3" creationId="{5B04E7D5-AAD3-B900-28C9-7F22F969C09B}"/>
          </ac:spMkLst>
        </pc:spChg>
        <pc:spChg chg="mod">
          <ac:chgData name="종현 김" userId="4e62a0cd71f6508f" providerId="LiveId" clId="{6E62CB57-B7C1-44BE-9515-1C88952032F1}" dt="2026-04-08T06:39:07.239" v="35029" actId="20577"/>
          <ac:spMkLst>
            <pc:docMk/>
            <pc:sldMk cId="1349803482" sldId="408"/>
            <ac:spMk id="5" creationId="{AF97B565-A469-334C-C10D-058AAC500C99}"/>
          </ac:spMkLst>
        </pc:spChg>
        <pc:picChg chg="add mod">
          <ac:chgData name="종현 김" userId="4e62a0cd71f6508f" providerId="LiveId" clId="{6E62CB57-B7C1-44BE-9515-1C88952032F1}" dt="2026-03-18T06:56:16.890" v="25737" actId="962"/>
          <ac:picMkLst>
            <pc:docMk/>
            <pc:sldMk cId="1349803482" sldId="408"/>
            <ac:picMk id="7" creationId="{FFDEBB45-45E8-D87E-7A8F-D2505C082D94}"/>
          </ac:picMkLst>
        </pc:picChg>
      </pc:sldChg>
      <pc:sldChg chg="addSp delSp modSp add mod">
        <pc:chgData name="종현 김" userId="4e62a0cd71f6508f" providerId="LiveId" clId="{6E62CB57-B7C1-44BE-9515-1C88952032F1}" dt="2026-04-08T07:05:14.656" v="35470" actId="20577"/>
        <pc:sldMkLst>
          <pc:docMk/>
          <pc:sldMk cId="3670545270" sldId="409"/>
        </pc:sldMkLst>
        <pc:spChg chg="mod">
          <ac:chgData name="종현 김" userId="4e62a0cd71f6508f" providerId="LiveId" clId="{6E62CB57-B7C1-44BE-9515-1C88952032F1}" dt="2026-03-24T11:17:11.401" v="26014" actId="20577"/>
          <ac:spMkLst>
            <pc:docMk/>
            <pc:sldMk cId="3670545270" sldId="409"/>
            <ac:spMk id="2" creationId="{C8FC4665-18EB-8CA3-9478-E90081E4C632}"/>
          </ac:spMkLst>
        </pc:spChg>
        <pc:spChg chg="mod">
          <ac:chgData name="종현 김" userId="4e62a0cd71f6508f" providerId="LiveId" clId="{6E62CB57-B7C1-44BE-9515-1C88952032F1}" dt="2026-04-08T06:49:21.575" v="35343" actId="20577"/>
          <ac:spMkLst>
            <pc:docMk/>
            <pc:sldMk cId="3670545270" sldId="409"/>
            <ac:spMk id="3" creationId="{D0BEBDEE-78F3-7605-E975-8474DA072B36}"/>
          </ac:spMkLst>
        </pc:spChg>
        <pc:spChg chg="mod">
          <ac:chgData name="종현 김" userId="4e62a0cd71f6508f" providerId="LiveId" clId="{6E62CB57-B7C1-44BE-9515-1C88952032F1}" dt="2026-04-08T07:05:14.656" v="35470" actId="20577"/>
          <ac:spMkLst>
            <pc:docMk/>
            <pc:sldMk cId="3670545270" sldId="409"/>
            <ac:spMk id="5" creationId="{003535D7-6F7A-BFDB-DE67-066768844EC2}"/>
          </ac:spMkLst>
        </pc:spChg>
        <pc:picChg chg="add mod">
          <ac:chgData name="종현 김" userId="4e62a0cd71f6508f" providerId="LiveId" clId="{6E62CB57-B7C1-44BE-9515-1C88952032F1}" dt="2026-03-26T04:53:28.906" v="28319" actId="1076"/>
          <ac:picMkLst>
            <pc:docMk/>
            <pc:sldMk cId="3670545270" sldId="409"/>
            <ac:picMk id="4" creationId="{B77D2939-FD52-7642-7FB2-448440E30752}"/>
          </ac:picMkLst>
        </pc:picChg>
      </pc:sldChg>
      <pc:sldChg chg="addSp delSp modSp add mod">
        <pc:chgData name="종현 김" userId="4e62a0cd71f6508f" providerId="LiveId" clId="{6E62CB57-B7C1-44BE-9515-1C88952032F1}" dt="2026-04-08T06:49:23.798" v="35345" actId="20577"/>
        <pc:sldMkLst>
          <pc:docMk/>
          <pc:sldMk cId="2181314311" sldId="410"/>
        </pc:sldMkLst>
        <pc:spChg chg="mod">
          <ac:chgData name="종현 김" userId="4e62a0cd71f6508f" providerId="LiveId" clId="{6E62CB57-B7C1-44BE-9515-1C88952032F1}" dt="2026-03-24T11:17:21.945" v="26033" actId="20577"/>
          <ac:spMkLst>
            <pc:docMk/>
            <pc:sldMk cId="2181314311" sldId="410"/>
            <ac:spMk id="2" creationId="{82FEFDD1-7334-58B0-8D61-2596FB16ECB1}"/>
          </ac:spMkLst>
        </pc:spChg>
        <pc:spChg chg="mod">
          <ac:chgData name="종현 김" userId="4e62a0cd71f6508f" providerId="LiveId" clId="{6E62CB57-B7C1-44BE-9515-1C88952032F1}" dt="2026-04-08T06:49:23.798" v="35345" actId="20577"/>
          <ac:spMkLst>
            <pc:docMk/>
            <pc:sldMk cId="2181314311" sldId="410"/>
            <ac:spMk id="3" creationId="{F5A3E858-A2E9-63B6-36B3-131DB7024DC8}"/>
          </ac:spMkLst>
        </pc:spChg>
        <pc:spChg chg="mod">
          <ac:chgData name="종현 김" userId="4e62a0cd71f6508f" providerId="LiveId" clId="{6E62CB57-B7C1-44BE-9515-1C88952032F1}" dt="2026-04-05T07:18:04.683" v="29995" actId="20577"/>
          <ac:spMkLst>
            <pc:docMk/>
            <pc:sldMk cId="2181314311" sldId="410"/>
            <ac:spMk id="5" creationId="{6479BC08-8A44-A58C-AFB9-F6197DDDCF58}"/>
          </ac:spMkLst>
        </pc:spChg>
        <pc:picChg chg="add mod">
          <ac:chgData name="종현 김" userId="4e62a0cd71f6508f" providerId="LiveId" clId="{6E62CB57-B7C1-44BE-9515-1C88952032F1}" dt="2026-04-07T05:55:53.942" v="32236" actId="14100"/>
          <ac:picMkLst>
            <pc:docMk/>
            <pc:sldMk cId="2181314311" sldId="410"/>
            <ac:picMk id="3074" creationId="{E44D38CB-25B8-7918-AE33-892578874802}"/>
          </ac:picMkLst>
        </pc:picChg>
      </pc:sldChg>
      <pc:sldChg chg="modSp add del mod">
        <pc:chgData name="종현 김" userId="4e62a0cd71f6508f" providerId="LiveId" clId="{6E62CB57-B7C1-44BE-9515-1C88952032F1}" dt="2026-04-08T06:52:40.737" v="35469" actId="47"/>
        <pc:sldMkLst>
          <pc:docMk/>
          <pc:sldMk cId="1014320889" sldId="411"/>
        </pc:sldMkLst>
      </pc:sldChg>
      <pc:sldChg chg="addSp modSp add del mod">
        <pc:chgData name="종현 김" userId="4e62a0cd71f6508f" providerId="LiveId" clId="{6E62CB57-B7C1-44BE-9515-1C88952032F1}" dt="2026-04-08T06:52:40.737" v="35469" actId="47"/>
        <pc:sldMkLst>
          <pc:docMk/>
          <pc:sldMk cId="1708140342" sldId="412"/>
        </pc:sldMkLst>
      </pc:sldChg>
      <pc:sldChg chg="addSp delSp modSp add mod">
        <pc:chgData name="종현 김" userId="4e62a0cd71f6508f" providerId="LiveId" clId="{6E62CB57-B7C1-44BE-9515-1C88952032F1}" dt="2026-04-08T06:49:06.659" v="35329" actId="20577"/>
        <pc:sldMkLst>
          <pc:docMk/>
          <pc:sldMk cId="4027431755" sldId="415"/>
        </pc:sldMkLst>
        <pc:spChg chg="mod">
          <ac:chgData name="종현 김" userId="4e62a0cd71f6508f" providerId="LiveId" clId="{6E62CB57-B7C1-44BE-9515-1C88952032F1}" dt="2026-03-25T06:33:00.555" v="27296" actId="20577"/>
          <ac:spMkLst>
            <pc:docMk/>
            <pc:sldMk cId="4027431755" sldId="415"/>
            <ac:spMk id="2" creationId="{51566027-BB1C-A28A-0138-567BCA990CB3}"/>
          </ac:spMkLst>
        </pc:spChg>
        <pc:spChg chg="mod">
          <ac:chgData name="종현 김" userId="4e62a0cd71f6508f" providerId="LiveId" clId="{6E62CB57-B7C1-44BE-9515-1C88952032F1}" dt="2026-04-08T06:49:06.659" v="35329" actId="20577"/>
          <ac:spMkLst>
            <pc:docMk/>
            <pc:sldMk cId="4027431755" sldId="415"/>
            <ac:spMk id="3" creationId="{EF0BA2BE-803B-5D45-C7A3-7864B0B40C02}"/>
          </ac:spMkLst>
        </pc:spChg>
        <pc:spChg chg="mod">
          <ac:chgData name="종현 김" userId="4e62a0cd71f6508f" providerId="LiveId" clId="{6E62CB57-B7C1-44BE-9515-1C88952032F1}" dt="2026-04-08T06:39:46.937" v="35040" actId="20577"/>
          <ac:spMkLst>
            <pc:docMk/>
            <pc:sldMk cId="4027431755" sldId="415"/>
            <ac:spMk id="5" creationId="{BE6DF3A4-F5D6-D391-FE01-EAE1BB9D17F4}"/>
          </ac:spMkLst>
        </pc:spChg>
        <pc:picChg chg="add mod">
          <ac:chgData name="종현 김" userId="4e62a0cd71f6508f" providerId="LiveId" clId="{6E62CB57-B7C1-44BE-9515-1C88952032F1}" dt="2026-03-25T06:33:31.576" v="27312" actId="1076"/>
          <ac:picMkLst>
            <pc:docMk/>
            <pc:sldMk cId="4027431755" sldId="415"/>
            <ac:picMk id="6" creationId="{842DBCFE-EE17-F3EB-AF22-0ACA1F7DCD4E}"/>
          </ac:picMkLst>
        </pc:picChg>
        <pc:picChg chg="add mod">
          <ac:chgData name="종현 김" userId="4e62a0cd71f6508f" providerId="LiveId" clId="{6E62CB57-B7C1-44BE-9515-1C88952032F1}" dt="2026-03-25T06:33:33.668" v="27313" actId="1076"/>
          <ac:picMkLst>
            <pc:docMk/>
            <pc:sldMk cId="4027431755" sldId="415"/>
            <ac:picMk id="8" creationId="{A8481C91-E149-7CE1-DBE1-65ECC3109306}"/>
          </ac:picMkLst>
        </pc:picChg>
      </pc:sldChg>
      <pc:sldChg chg="addSp delSp modSp add mod">
        <pc:chgData name="종현 김" userId="4e62a0cd71f6508f" providerId="LiveId" clId="{6E62CB57-B7C1-44BE-9515-1C88952032F1}" dt="2026-04-08T06:49:11.249" v="35333" actId="20577"/>
        <pc:sldMkLst>
          <pc:docMk/>
          <pc:sldMk cId="3246095605" sldId="416"/>
        </pc:sldMkLst>
        <pc:spChg chg="mod">
          <ac:chgData name="종현 김" userId="4e62a0cd71f6508f" providerId="LiveId" clId="{6E62CB57-B7C1-44BE-9515-1C88952032F1}" dt="2026-04-08T06:49:11.249" v="35333" actId="20577"/>
          <ac:spMkLst>
            <pc:docMk/>
            <pc:sldMk cId="3246095605" sldId="416"/>
            <ac:spMk id="3" creationId="{9C85D226-1D58-C03C-EAC0-785E42DE33CA}"/>
          </ac:spMkLst>
        </pc:spChg>
        <pc:spChg chg="mod">
          <ac:chgData name="종현 김" userId="4e62a0cd71f6508f" providerId="LiveId" clId="{6E62CB57-B7C1-44BE-9515-1C88952032F1}" dt="2026-04-08T06:12:43.471" v="34238" actId="20577"/>
          <ac:spMkLst>
            <pc:docMk/>
            <pc:sldMk cId="3246095605" sldId="416"/>
            <ac:spMk id="5" creationId="{279B1C33-5292-910A-FA34-D04DAD389A6F}"/>
          </ac:spMkLst>
        </pc:spChg>
        <pc:picChg chg="add mod">
          <ac:chgData name="종현 김" userId="4e62a0cd71f6508f" providerId="LiveId" clId="{6E62CB57-B7C1-44BE-9515-1C88952032F1}" dt="2026-03-26T04:09:59.611" v="27980" actId="1076"/>
          <ac:picMkLst>
            <pc:docMk/>
            <pc:sldMk cId="3246095605" sldId="416"/>
            <ac:picMk id="1026" creationId="{DE447CD4-7208-F71C-5634-04BF65405298}"/>
          </ac:picMkLst>
        </pc:picChg>
      </pc:sldChg>
      <pc:sldChg chg="addSp delSp modSp add mod">
        <pc:chgData name="종현 김" userId="4e62a0cd71f6508f" providerId="LiveId" clId="{6E62CB57-B7C1-44BE-9515-1C88952032F1}" dt="2026-04-08T06:49:13.656" v="35335" actId="20577"/>
        <pc:sldMkLst>
          <pc:docMk/>
          <pc:sldMk cId="2493823870" sldId="417"/>
        </pc:sldMkLst>
        <pc:spChg chg="add mod">
          <ac:chgData name="종현 김" userId="4e62a0cd71f6508f" providerId="LiveId" clId="{6E62CB57-B7C1-44BE-9515-1C88952032F1}" dt="2026-04-08T06:33:29.445" v="34870" actId="1076"/>
          <ac:spMkLst>
            <pc:docMk/>
            <pc:sldMk cId="2493823870" sldId="417"/>
            <ac:spMk id="2" creationId="{C30C2D9B-0B22-B686-5433-32597A635B5D}"/>
          </ac:spMkLst>
        </pc:spChg>
        <pc:spChg chg="mod">
          <ac:chgData name="종현 김" userId="4e62a0cd71f6508f" providerId="LiveId" clId="{6E62CB57-B7C1-44BE-9515-1C88952032F1}" dt="2026-04-08T06:49:13.656" v="35335" actId="20577"/>
          <ac:spMkLst>
            <pc:docMk/>
            <pc:sldMk cId="2493823870" sldId="417"/>
            <ac:spMk id="3" creationId="{61A276B5-6437-488B-6568-0AF844E2376A}"/>
          </ac:spMkLst>
        </pc:spChg>
        <pc:spChg chg="add mod">
          <ac:chgData name="종현 김" userId="4e62a0cd71f6508f" providerId="LiveId" clId="{6E62CB57-B7C1-44BE-9515-1C88952032F1}" dt="2026-04-08T06:27:47.376" v="34654" actId="1076"/>
          <ac:spMkLst>
            <pc:docMk/>
            <pc:sldMk cId="2493823870" sldId="417"/>
            <ac:spMk id="4" creationId="{210E6AB0-7635-3BCD-4AC4-137AE9F41292}"/>
          </ac:spMkLst>
        </pc:spChg>
        <pc:spChg chg="add mod">
          <ac:chgData name="종현 김" userId="4e62a0cd71f6508f" providerId="LiveId" clId="{6E62CB57-B7C1-44BE-9515-1C88952032F1}" dt="2026-04-08T06:13:01.576" v="34242" actId="20577"/>
          <ac:spMkLst>
            <pc:docMk/>
            <pc:sldMk cId="2493823870" sldId="417"/>
            <ac:spMk id="5" creationId="{316D4576-F354-D9D0-C923-E3A356A1D605}"/>
          </ac:spMkLst>
        </pc:spChg>
        <pc:spChg chg="add mod">
          <ac:chgData name="종현 김" userId="4e62a0cd71f6508f" providerId="LiveId" clId="{6E62CB57-B7C1-44BE-9515-1C88952032F1}" dt="2026-04-08T06:27:47.376" v="34654" actId="1076"/>
          <ac:spMkLst>
            <pc:docMk/>
            <pc:sldMk cId="2493823870" sldId="417"/>
            <ac:spMk id="6" creationId="{8FB08C04-2467-D467-EA6E-28A04F02E684}"/>
          </ac:spMkLst>
        </pc:spChg>
        <pc:spChg chg="add mod">
          <ac:chgData name="종현 김" userId="4e62a0cd71f6508f" providerId="LiveId" clId="{6E62CB57-B7C1-44BE-9515-1C88952032F1}" dt="2026-04-08T06:27:47.376" v="34654" actId="1076"/>
          <ac:spMkLst>
            <pc:docMk/>
            <pc:sldMk cId="2493823870" sldId="417"/>
            <ac:spMk id="7" creationId="{6F313B47-D6D9-476C-8D3A-71CF002FAB84}"/>
          </ac:spMkLst>
        </pc:spChg>
        <pc:spChg chg="add mod">
          <ac:chgData name="종현 김" userId="4e62a0cd71f6508f" providerId="LiveId" clId="{6E62CB57-B7C1-44BE-9515-1C88952032F1}" dt="2026-03-27T12:40:18.740" v="28611" actId="1076"/>
          <ac:spMkLst>
            <pc:docMk/>
            <pc:sldMk cId="2493823870" sldId="417"/>
            <ac:spMk id="8" creationId="{C0663C36-FE1F-28F0-8B98-1E46861F3816}"/>
          </ac:spMkLst>
        </pc:spChg>
        <pc:spChg chg="add mod">
          <ac:chgData name="종현 김" userId="4e62a0cd71f6508f" providerId="LiveId" clId="{6E62CB57-B7C1-44BE-9515-1C88952032F1}" dt="2026-03-27T12:40:30.628" v="28613" actId="1076"/>
          <ac:spMkLst>
            <pc:docMk/>
            <pc:sldMk cId="2493823870" sldId="417"/>
            <ac:spMk id="9" creationId="{FCB9A5BE-7B86-903C-A54A-DE655C54C07F}"/>
          </ac:spMkLst>
        </pc:spChg>
        <pc:spChg chg="add mod">
          <ac:chgData name="종현 김" userId="4e62a0cd71f6508f" providerId="LiveId" clId="{6E62CB57-B7C1-44BE-9515-1C88952032F1}" dt="2026-04-08T06:27:47.376" v="34654" actId="1076"/>
          <ac:spMkLst>
            <pc:docMk/>
            <pc:sldMk cId="2493823870" sldId="417"/>
            <ac:spMk id="10" creationId="{7734835B-0F05-47A2-0071-85C8F142BB4C}"/>
          </ac:spMkLst>
        </pc:spChg>
        <pc:spChg chg="add mod">
          <ac:chgData name="종현 김" userId="4e62a0cd71f6508f" providerId="LiveId" clId="{6E62CB57-B7C1-44BE-9515-1C88952032F1}" dt="2026-04-08T06:27:47.376" v="34654" actId="1076"/>
          <ac:spMkLst>
            <pc:docMk/>
            <pc:sldMk cId="2493823870" sldId="417"/>
            <ac:spMk id="11" creationId="{E321D97D-1874-6DF1-10B9-CBC57319A84A}"/>
          </ac:spMkLst>
        </pc:spChg>
        <pc:spChg chg="add mod">
          <ac:chgData name="종현 김" userId="4e62a0cd71f6508f" providerId="LiveId" clId="{6E62CB57-B7C1-44BE-9515-1C88952032F1}" dt="2026-04-08T06:27:47.376" v="34654" actId="1076"/>
          <ac:spMkLst>
            <pc:docMk/>
            <pc:sldMk cId="2493823870" sldId="417"/>
            <ac:spMk id="12" creationId="{1AF6417E-BF14-E121-F9AF-6A6BFDEB2956}"/>
          </ac:spMkLst>
        </pc:spChg>
        <pc:spChg chg="add mod">
          <ac:chgData name="종현 김" userId="4e62a0cd71f6508f" providerId="LiveId" clId="{6E62CB57-B7C1-44BE-9515-1C88952032F1}" dt="2026-04-08T06:28:50.576" v="34804" actId="20577"/>
          <ac:spMkLst>
            <pc:docMk/>
            <pc:sldMk cId="2493823870" sldId="417"/>
            <ac:spMk id="13" creationId="{0BCD9D52-095F-6F23-B44B-C950B22479E6}"/>
          </ac:spMkLst>
        </pc:spChg>
        <pc:spChg chg="add mod">
          <ac:chgData name="종현 김" userId="4e62a0cd71f6508f" providerId="LiveId" clId="{6E62CB57-B7C1-44BE-9515-1C88952032F1}" dt="2026-04-08T06:31:31.750" v="34810" actId="20577"/>
          <ac:spMkLst>
            <pc:docMk/>
            <pc:sldMk cId="2493823870" sldId="417"/>
            <ac:spMk id="19" creationId="{D376E372-C317-4DFD-23B1-69B27C6005C3}"/>
          </ac:spMkLst>
        </pc:spChg>
        <pc:spChg chg="add mod">
          <ac:chgData name="종현 김" userId="4e62a0cd71f6508f" providerId="LiveId" clId="{6E62CB57-B7C1-44BE-9515-1C88952032F1}" dt="2026-03-27T12:49:22.698" v="28679" actId="20577"/>
          <ac:spMkLst>
            <pc:docMk/>
            <pc:sldMk cId="2493823870" sldId="417"/>
            <ac:spMk id="20" creationId="{D9418DF5-55BD-3148-01F4-6F2668DD0FF4}"/>
          </ac:spMkLst>
        </pc:spChg>
        <pc:spChg chg="add mod">
          <ac:chgData name="종현 김" userId="4e62a0cd71f6508f" providerId="LiveId" clId="{6E62CB57-B7C1-44BE-9515-1C88952032F1}" dt="2026-04-08T06:27:47.376" v="34654" actId="1076"/>
          <ac:spMkLst>
            <pc:docMk/>
            <pc:sldMk cId="2493823870" sldId="417"/>
            <ac:spMk id="21" creationId="{45396A92-3FD3-1A54-C511-83ADCB9D412B}"/>
          </ac:spMkLst>
        </pc:spChg>
        <pc:spChg chg="add mod">
          <ac:chgData name="종현 김" userId="4e62a0cd71f6508f" providerId="LiveId" clId="{6E62CB57-B7C1-44BE-9515-1C88952032F1}" dt="2026-04-08T06:27:47.376" v="34654" actId="1076"/>
          <ac:spMkLst>
            <pc:docMk/>
            <pc:sldMk cId="2493823870" sldId="417"/>
            <ac:spMk id="22" creationId="{92F783F4-AA30-6FAE-6C92-9A568896BBAA}"/>
          </ac:spMkLst>
        </pc:spChg>
        <pc:spChg chg="add mod">
          <ac:chgData name="종현 김" userId="4e62a0cd71f6508f" providerId="LiveId" clId="{6E62CB57-B7C1-44BE-9515-1C88952032F1}" dt="2026-03-27T12:51:25.238" v="28702" actId="20577"/>
          <ac:spMkLst>
            <pc:docMk/>
            <pc:sldMk cId="2493823870" sldId="417"/>
            <ac:spMk id="23" creationId="{0AD6F073-DAEF-EAEA-2742-A24B2B93409B}"/>
          </ac:spMkLst>
        </pc:spChg>
        <pc:spChg chg="add mod">
          <ac:chgData name="종현 김" userId="4e62a0cd71f6508f" providerId="LiveId" clId="{6E62CB57-B7C1-44BE-9515-1C88952032F1}" dt="2026-03-27T12:51:20.579" v="28700" actId="20577"/>
          <ac:spMkLst>
            <pc:docMk/>
            <pc:sldMk cId="2493823870" sldId="417"/>
            <ac:spMk id="24" creationId="{CB52C669-273E-1D29-0B5C-1BAF2656283F}"/>
          </ac:spMkLst>
        </pc:spChg>
        <pc:spChg chg="add mod">
          <ac:chgData name="종현 김" userId="4e62a0cd71f6508f" providerId="LiveId" clId="{6E62CB57-B7C1-44BE-9515-1C88952032F1}" dt="2026-04-08T06:27:47.376" v="34654" actId="1076"/>
          <ac:spMkLst>
            <pc:docMk/>
            <pc:sldMk cId="2493823870" sldId="417"/>
            <ac:spMk id="25" creationId="{DB9377AE-40FE-5ECE-1DA3-6F3A1CFA49C6}"/>
          </ac:spMkLst>
        </pc:spChg>
        <pc:spChg chg="add mod">
          <ac:chgData name="종현 김" userId="4e62a0cd71f6508f" providerId="LiveId" clId="{6E62CB57-B7C1-44BE-9515-1C88952032F1}" dt="2026-04-08T06:31:43.799" v="34814" actId="20577"/>
          <ac:spMkLst>
            <pc:docMk/>
            <pc:sldMk cId="2493823870" sldId="417"/>
            <ac:spMk id="26" creationId="{48580293-0ED8-D736-90D6-D41718852B44}"/>
          </ac:spMkLst>
        </pc:spChg>
        <pc:spChg chg="add mod">
          <ac:chgData name="종현 김" userId="4e62a0cd71f6508f" providerId="LiveId" clId="{6E62CB57-B7C1-44BE-9515-1C88952032F1}" dt="2026-04-08T06:38:27.682" v="35028" actId="1076"/>
          <ac:spMkLst>
            <pc:docMk/>
            <pc:sldMk cId="2493823870" sldId="417"/>
            <ac:spMk id="28" creationId="{AAF80B38-D261-AF07-FD53-719DEFA5E754}"/>
          </ac:spMkLst>
        </pc:spChg>
        <pc:spChg chg="add mod">
          <ac:chgData name="종현 김" userId="4e62a0cd71f6508f" providerId="LiveId" clId="{6E62CB57-B7C1-44BE-9515-1C88952032F1}" dt="2026-04-08T06:33:40.930" v="34875" actId="1076"/>
          <ac:spMkLst>
            <pc:docMk/>
            <pc:sldMk cId="2493823870" sldId="417"/>
            <ac:spMk id="29" creationId="{D490B526-5844-16DE-CF51-8817C8CB67FD}"/>
          </ac:spMkLst>
        </pc:spChg>
        <pc:spChg chg="add mod">
          <ac:chgData name="종현 김" userId="4e62a0cd71f6508f" providerId="LiveId" clId="{6E62CB57-B7C1-44BE-9515-1C88952032F1}" dt="2026-04-08T06:32:51.768" v="34855" actId="1076"/>
          <ac:spMkLst>
            <pc:docMk/>
            <pc:sldMk cId="2493823870" sldId="417"/>
            <ac:spMk id="30" creationId="{C041EE69-1987-D596-2CB5-9CEBB0773009}"/>
          </ac:spMkLst>
        </pc:spChg>
        <pc:cxnChg chg="add mod">
          <ac:chgData name="종현 김" userId="4e62a0cd71f6508f" providerId="LiveId" clId="{6E62CB57-B7C1-44BE-9515-1C88952032F1}" dt="2026-04-08T06:33:29.445" v="34870" actId="1076"/>
          <ac:cxnSpMkLst>
            <pc:docMk/>
            <pc:sldMk cId="2493823870" sldId="417"/>
            <ac:cxnSpMk id="14" creationId="{1C2C4EA8-4527-AF55-E54F-4B040AF916F4}"/>
          </ac:cxnSpMkLst>
        </pc:cxnChg>
        <pc:cxnChg chg="add mod">
          <ac:chgData name="종현 김" userId="4e62a0cd71f6508f" providerId="LiveId" clId="{6E62CB57-B7C1-44BE-9515-1C88952032F1}" dt="2026-03-27T12:44:34.025" v="28652" actId="1076"/>
          <ac:cxnSpMkLst>
            <pc:docMk/>
            <pc:sldMk cId="2493823870" sldId="417"/>
            <ac:cxnSpMk id="15" creationId="{5625AAAB-108E-FC5D-7B34-CB23E574EA64}"/>
          </ac:cxnSpMkLst>
        </pc:cxnChg>
        <pc:cxnChg chg="add mod">
          <ac:chgData name="종현 김" userId="4e62a0cd71f6508f" providerId="LiveId" clId="{6E62CB57-B7C1-44BE-9515-1C88952032F1}" dt="2026-03-27T12:44:45.248" v="28654" actId="1076"/>
          <ac:cxnSpMkLst>
            <pc:docMk/>
            <pc:sldMk cId="2493823870" sldId="417"/>
            <ac:cxnSpMk id="16" creationId="{115B5264-2511-41A0-4804-4BC6D137747C}"/>
          </ac:cxnSpMkLst>
        </pc:cxnChg>
        <pc:cxnChg chg="add mod">
          <ac:chgData name="종현 김" userId="4e62a0cd71f6508f" providerId="LiveId" clId="{6E62CB57-B7C1-44BE-9515-1C88952032F1}" dt="2026-03-27T12:44:59.468" v="28656" actId="1076"/>
          <ac:cxnSpMkLst>
            <pc:docMk/>
            <pc:sldMk cId="2493823870" sldId="417"/>
            <ac:cxnSpMk id="17" creationId="{12FDE423-D9CA-AA58-390A-967738645A47}"/>
          </ac:cxnSpMkLst>
        </pc:cxnChg>
        <pc:cxnChg chg="add mod">
          <ac:chgData name="종현 김" userId="4e62a0cd71f6508f" providerId="LiveId" clId="{6E62CB57-B7C1-44BE-9515-1C88952032F1}" dt="2026-03-27T12:44:59.468" v="28656" actId="1076"/>
          <ac:cxnSpMkLst>
            <pc:docMk/>
            <pc:sldMk cId="2493823870" sldId="417"/>
            <ac:cxnSpMk id="18" creationId="{A757E8D5-3891-4273-55BA-CB29E00E3793}"/>
          </ac:cxnSpMkLst>
        </pc:cxnChg>
        <pc:cxnChg chg="add mod">
          <ac:chgData name="종현 김" userId="4e62a0cd71f6508f" providerId="LiveId" clId="{6E62CB57-B7C1-44BE-9515-1C88952032F1}" dt="2026-03-27T12:57:21.369" v="28748" actId="208"/>
          <ac:cxnSpMkLst>
            <pc:docMk/>
            <pc:sldMk cId="2493823870" sldId="417"/>
            <ac:cxnSpMk id="27" creationId="{B3377008-57EF-CC16-87CB-19ED64FD0609}"/>
          </ac:cxnSpMkLst>
        </pc:cxnChg>
        <pc:cxnChg chg="add mod">
          <ac:chgData name="종현 김" userId="4e62a0cd71f6508f" providerId="LiveId" clId="{6E62CB57-B7C1-44BE-9515-1C88952032F1}" dt="2026-04-08T06:33:29.445" v="34870" actId="1076"/>
          <ac:cxnSpMkLst>
            <pc:docMk/>
            <pc:sldMk cId="2493823870" sldId="417"/>
            <ac:cxnSpMk id="31" creationId="{262D3CB3-F786-A752-D5F3-E719155C191D}"/>
          </ac:cxnSpMkLst>
        </pc:cxnChg>
        <pc:cxnChg chg="add mod">
          <ac:chgData name="종현 김" userId="4e62a0cd71f6508f" providerId="LiveId" clId="{6E62CB57-B7C1-44BE-9515-1C88952032F1}" dt="2026-04-08T06:33:09.053" v="34862" actId="14100"/>
          <ac:cxnSpMkLst>
            <pc:docMk/>
            <pc:sldMk cId="2493823870" sldId="417"/>
            <ac:cxnSpMk id="34" creationId="{63534CA9-1C88-0ABE-6F37-19F5DA60AEFA}"/>
          </ac:cxnSpMkLst>
        </pc:cxnChg>
        <pc:cxnChg chg="add mod">
          <ac:chgData name="종현 김" userId="4e62a0cd71f6508f" providerId="LiveId" clId="{6E62CB57-B7C1-44BE-9515-1C88952032F1}" dt="2026-04-08T06:38:27.682" v="35028" actId="1076"/>
          <ac:cxnSpMkLst>
            <pc:docMk/>
            <pc:sldMk cId="2493823870" sldId="417"/>
            <ac:cxnSpMk id="37" creationId="{F597FEF9-D3DA-B2F7-C2FA-9C15765390FF}"/>
          </ac:cxnSpMkLst>
        </pc:cxnChg>
        <pc:cxnChg chg="add mod">
          <ac:chgData name="종현 김" userId="4e62a0cd71f6508f" providerId="LiveId" clId="{6E62CB57-B7C1-44BE-9515-1C88952032F1}" dt="2026-04-08T06:33:40.930" v="34875" actId="1076"/>
          <ac:cxnSpMkLst>
            <pc:docMk/>
            <pc:sldMk cId="2493823870" sldId="417"/>
            <ac:cxnSpMk id="44" creationId="{2D83FB87-133D-FE88-7C27-150E759CCFF0}"/>
          </ac:cxnSpMkLst>
        </pc:cxnChg>
        <pc:cxnChg chg="add mod">
          <ac:chgData name="종현 김" userId="4e62a0cd71f6508f" providerId="LiveId" clId="{6E62CB57-B7C1-44BE-9515-1C88952032F1}" dt="2026-04-08T06:33:47.085" v="34878" actId="14100"/>
          <ac:cxnSpMkLst>
            <pc:docMk/>
            <pc:sldMk cId="2493823870" sldId="417"/>
            <ac:cxnSpMk id="48" creationId="{174DF4BE-5B1B-B555-23D2-CD70B8F8ABFB}"/>
          </ac:cxnSpMkLst>
        </pc:cxnChg>
      </pc:sldChg>
      <pc:sldChg chg="addSp modSp add del mod">
        <pc:chgData name="종현 김" userId="4e62a0cd71f6508f" providerId="LiveId" clId="{6E62CB57-B7C1-44BE-9515-1C88952032F1}" dt="2026-04-08T06:52:40.737" v="35469" actId="47"/>
        <pc:sldMkLst>
          <pc:docMk/>
          <pc:sldMk cId="3931273682" sldId="418"/>
        </pc:sldMkLst>
      </pc:sldChg>
      <pc:sldChg chg="modSp add del mod">
        <pc:chgData name="종현 김" userId="4e62a0cd71f6508f" providerId="LiveId" clId="{6E62CB57-B7C1-44BE-9515-1C88952032F1}" dt="2026-04-08T06:52:40.737" v="35469" actId="47"/>
        <pc:sldMkLst>
          <pc:docMk/>
          <pc:sldMk cId="2071135019" sldId="419"/>
        </pc:sldMkLst>
      </pc:sldChg>
      <pc:sldChg chg="addSp delSp modSp add mod">
        <pc:chgData name="종현 김" userId="4e62a0cd71f6508f" providerId="LiveId" clId="{6E62CB57-B7C1-44BE-9515-1C88952032F1}" dt="2026-04-08T06:49:16.149" v="35338" actId="20577"/>
        <pc:sldMkLst>
          <pc:docMk/>
          <pc:sldMk cId="3936184948" sldId="420"/>
        </pc:sldMkLst>
        <pc:spChg chg="add mod">
          <ac:chgData name="종현 김" userId="4e62a0cd71f6508f" providerId="LiveId" clId="{6E62CB57-B7C1-44BE-9515-1C88952032F1}" dt="2026-04-08T06:46:02.927" v="35041" actId="207"/>
          <ac:spMkLst>
            <pc:docMk/>
            <pc:sldMk cId="3936184948" sldId="420"/>
            <ac:spMk id="2" creationId="{AD9ABA5D-75E7-BEA9-FFB4-7FF81C161389}"/>
          </ac:spMkLst>
        </pc:spChg>
        <pc:spChg chg="mod">
          <ac:chgData name="종현 김" userId="4e62a0cd71f6508f" providerId="LiveId" clId="{6E62CB57-B7C1-44BE-9515-1C88952032F1}" dt="2026-04-08T06:49:16.149" v="35338" actId="20577"/>
          <ac:spMkLst>
            <pc:docMk/>
            <pc:sldMk cId="3936184948" sldId="420"/>
            <ac:spMk id="3" creationId="{E0E6DD95-FB6C-D4F1-5E53-DB8078A217B4}"/>
          </ac:spMkLst>
        </pc:spChg>
        <pc:spChg chg="mod">
          <ac:chgData name="종현 김" userId="4e62a0cd71f6508f" providerId="LiveId" clId="{6E62CB57-B7C1-44BE-9515-1C88952032F1}" dt="2026-03-27T12:52:38.916" v="28711" actId="1076"/>
          <ac:spMkLst>
            <pc:docMk/>
            <pc:sldMk cId="3936184948" sldId="420"/>
            <ac:spMk id="4" creationId="{44796FD7-D952-19AE-739A-C853EEC694A0}"/>
          </ac:spMkLst>
        </pc:spChg>
        <pc:spChg chg="add mod">
          <ac:chgData name="종현 김" userId="4e62a0cd71f6508f" providerId="LiveId" clId="{6E62CB57-B7C1-44BE-9515-1C88952032F1}" dt="2026-04-08T06:46:02.927" v="35041" actId="207"/>
          <ac:spMkLst>
            <pc:docMk/>
            <pc:sldMk cId="3936184948" sldId="420"/>
            <ac:spMk id="5" creationId="{DBA5B80C-D255-B8B9-C769-C3F4AEE9EE23}"/>
          </ac:spMkLst>
        </pc:spChg>
        <pc:spChg chg="add mod">
          <ac:chgData name="종현 김" userId="4e62a0cd71f6508f" providerId="LiveId" clId="{6E62CB57-B7C1-44BE-9515-1C88952032F1}" dt="2026-04-08T06:46:02.927" v="35041" actId="207"/>
          <ac:spMkLst>
            <pc:docMk/>
            <pc:sldMk cId="3936184948" sldId="420"/>
            <ac:spMk id="6" creationId="{74F5600A-90AC-0433-5E53-D27EA57AEEFD}"/>
          </ac:spMkLst>
        </pc:spChg>
        <pc:spChg chg="mod">
          <ac:chgData name="종현 김" userId="4e62a0cd71f6508f" providerId="LiveId" clId="{6E62CB57-B7C1-44BE-9515-1C88952032F1}" dt="2026-03-30T10:51:43.903" v="28805" actId="1076"/>
          <ac:spMkLst>
            <pc:docMk/>
            <pc:sldMk cId="3936184948" sldId="420"/>
            <ac:spMk id="7" creationId="{68887F2A-BB1D-9058-B8C6-160D12A735B5}"/>
          </ac:spMkLst>
        </pc:spChg>
        <pc:spChg chg="mod">
          <ac:chgData name="종현 김" userId="4e62a0cd71f6508f" providerId="LiveId" clId="{6E62CB57-B7C1-44BE-9515-1C88952032F1}" dt="2026-03-27T12:52:38.916" v="28711" actId="1076"/>
          <ac:spMkLst>
            <pc:docMk/>
            <pc:sldMk cId="3936184948" sldId="420"/>
            <ac:spMk id="8" creationId="{56104B61-583E-796E-C856-A8A802814160}"/>
          </ac:spMkLst>
        </pc:spChg>
        <pc:spChg chg="mod">
          <ac:chgData name="종현 김" userId="4e62a0cd71f6508f" providerId="LiveId" clId="{6E62CB57-B7C1-44BE-9515-1C88952032F1}" dt="2026-03-27T12:52:38.916" v="28711" actId="1076"/>
          <ac:spMkLst>
            <pc:docMk/>
            <pc:sldMk cId="3936184948" sldId="420"/>
            <ac:spMk id="9" creationId="{7DB0E301-4E9B-2EA4-9075-A3AC54F9A4A3}"/>
          </ac:spMkLst>
        </pc:spChg>
        <pc:spChg chg="mod">
          <ac:chgData name="종현 김" userId="4e62a0cd71f6508f" providerId="LiveId" clId="{6E62CB57-B7C1-44BE-9515-1C88952032F1}" dt="2026-03-27T12:52:38.916" v="28711" actId="1076"/>
          <ac:spMkLst>
            <pc:docMk/>
            <pc:sldMk cId="3936184948" sldId="420"/>
            <ac:spMk id="10" creationId="{BAE70A60-D823-7D6F-2F72-48CE1746CCE8}"/>
          </ac:spMkLst>
        </pc:spChg>
        <pc:spChg chg="add mod">
          <ac:chgData name="종현 김" userId="4e62a0cd71f6508f" providerId="LiveId" clId="{6E62CB57-B7C1-44BE-9515-1C88952032F1}" dt="2026-04-08T06:46:02.927" v="35041" actId="207"/>
          <ac:spMkLst>
            <pc:docMk/>
            <pc:sldMk cId="3936184948" sldId="420"/>
            <ac:spMk id="11" creationId="{A9220BCE-58C5-8871-F5D8-7EFF9D2A65D2}"/>
          </ac:spMkLst>
        </pc:spChg>
        <pc:spChg chg="add mod">
          <ac:chgData name="종현 김" userId="4e62a0cd71f6508f" providerId="LiveId" clId="{6E62CB57-B7C1-44BE-9515-1C88952032F1}" dt="2026-03-27T12:54:57.317" v="28733" actId="20577"/>
          <ac:spMkLst>
            <pc:docMk/>
            <pc:sldMk cId="3936184948" sldId="420"/>
            <ac:spMk id="13" creationId="{730ADBE0-AA8A-953C-701B-634F97F08C17}"/>
          </ac:spMkLst>
        </pc:spChg>
        <pc:spChg chg="add mod">
          <ac:chgData name="종현 김" userId="4e62a0cd71f6508f" providerId="LiveId" clId="{6E62CB57-B7C1-44BE-9515-1C88952032F1}" dt="2026-04-08T03:45:16.060" v="33040" actId="1076"/>
          <ac:spMkLst>
            <pc:docMk/>
            <pc:sldMk cId="3936184948" sldId="420"/>
            <ac:spMk id="15" creationId="{5D556500-4CDA-9F20-1D89-49BE8EDEC53F}"/>
          </ac:spMkLst>
        </pc:spChg>
        <pc:spChg chg="add mod">
          <ac:chgData name="종현 김" userId="4e62a0cd71f6508f" providerId="LiveId" clId="{6E62CB57-B7C1-44BE-9515-1C88952032F1}" dt="2026-04-08T03:44:13.894" v="33035" actId="1076"/>
          <ac:spMkLst>
            <pc:docMk/>
            <pc:sldMk cId="3936184948" sldId="420"/>
            <ac:spMk id="17" creationId="{357E7501-3B86-A934-7C65-CFA1B021C694}"/>
          </ac:spMkLst>
        </pc:spChg>
        <pc:spChg chg="add mod">
          <ac:chgData name="종현 김" userId="4e62a0cd71f6508f" providerId="LiveId" clId="{6E62CB57-B7C1-44BE-9515-1C88952032F1}" dt="2026-03-27T12:54:04.104" v="28726" actId="1076"/>
          <ac:spMkLst>
            <pc:docMk/>
            <pc:sldMk cId="3936184948" sldId="420"/>
            <ac:spMk id="19" creationId="{3D228041-64FD-E98B-4038-D830A4EBE652}"/>
          </ac:spMkLst>
        </pc:spChg>
        <pc:spChg chg="add mod">
          <ac:chgData name="종현 김" userId="4e62a0cd71f6508f" providerId="LiveId" clId="{6E62CB57-B7C1-44BE-9515-1C88952032F1}" dt="2026-03-27T12:54:13.186" v="28727" actId="1076"/>
          <ac:spMkLst>
            <pc:docMk/>
            <pc:sldMk cId="3936184948" sldId="420"/>
            <ac:spMk id="20" creationId="{09DA7C52-3C1C-0F01-8A3C-C5B35F5E338A}"/>
          </ac:spMkLst>
        </pc:spChg>
        <pc:spChg chg="add mod">
          <ac:chgData name="종현 김" userId="4e62a0cd71f6508f" providerId="LiveId" clId="{6E62CB57-B7C1-44BE-9515-1C88952032F1}" dt="2026-03-27T12:54:39.234" v="28730" actId="1076"/>
          <ac:spMkLst>
            <pc:docMk/>
            <pc:sldMk cId="3936184948" sldId="420"/>
            <ac:spMk id="21" creationId="{2C06643C-1971-6351-B495-8D7943B5F293}"/>
          </ac:spMkLst>
        </pc:spChg>
        <pc:spChg chg="add mod">
          <ac:chgData name="종현 김" userId="4e62a0cd71f6508f" providerId="LiveId" clId="{6E62CB57-B7C1-44BE-9515-1C88952032F1}" dt="2026-03-27T12:54:32.235" v="28729" actId="1076"/>
          <ac:spMkLst>
            <pc:docMk/>
            <pc:sldMk cId="3936184948" sldId="420"/>
            <ac:spMk id="22" creationId="{B78B5A1B-1A71-2C32-2C9B-B88675992F76}"/>
          </ac:spMkLst>
        </pc:spChg>
        <pc:spChg chg="add mod">
          <ac:chgData name="종현 김" userId="4e62a0cd71f6508f" providerId="LiveId" clId="{6E62CB57-B7C1-44BE-9515-1C88952032F1}" dt="2026-03-27T12:53:14.814" v="28714" actId="207"/>
          <ac:spMkLst>
            <pc:docMk/>
            <pc:sldMk cId="3936184948" sldId="420"/>
            <ac:spMk id="23" creationId="{7C32F5E1-7478-B841-147A-4CB53055FB0E}"/>
          </ac:spMkLst>
        </pc:spChg>
        <pc:spChg chg="add mod">
          <ac:chgData name="종현 김" userId="4e62a0cd71f6508f" providerId="LiveId" clId="{6E62CB57-B7C1-44BE-9515-1C88952032F1}" dt="2026-03-27T12:53:25.318" v="28716" actId="1076"/>
          <ac:spMkLst>
            <pc:docMk/>
            <pc:sldMk cId="3936184948" sldId="420"/>
            <ac:spMk id="24" creationId="{5924BA13-6547-50C3-433C-95E5D0BF3B63}"/>
          </ac:spMkLst>
        </pc:spChg>
        <pc:spChg chg="add mod">
          <ac:chgData name="종현 김" userId="4e62a0cd71f6508f" providerId="LiveId" clId="{6E62CB57-B7C1-44BE-9515-1C88952032F1}" dt="2026-03-27T12:53:33.685" v="28718" actId="1076"/>
          <ac:spMkLst>
            <pc:docMk/>
            <pc:sldMk cId="3936184948" sldId="420"/>
            <ac:spMk id="25" creationId="{6B0FD945-9C0F-BF35-671B-1B4A71EA4EB2}"/>
          </ac:spMkLst>
        </pc:spChg>
        <pc:spChg chg="add mod">
          <ac:chgData name="종현 김" userId="4e62a0cd71f6508f" providerId="LiveId" clId="{6E62CB57-B7C1-44BE-9515-1C88952032F1}" dt="2026-03-27T12:53:33.685" v="28718" actId="1076"/>
          <ac:spMkLst>
            <pc:docMk/>
            <pc:sldMk cId="3936184948" sldId="420"/>
            <ac:spMk id="26" creationId="{C022E5BD-D1E6-6D2C-BE97-99BBF8B7A5D5}"/>
          </ac:spMkLst>
        </pc:spChg>
        <pc:spChg chg="add mod">
          <ac:chgData name="종현 김" userId="4e62a0cd71f6508f" providerId="LiveId" clId="{6E62CB57-B7C1-44BE-9515-1C88952032F1}" dt="2026-03-30T10:52:21.486" v="28813" actId="20577"/>
          <ac:spMkLst>
            <pc:docMk/>
            <pc:sldMk cId="3936184948" sldId="420"/>
            <ac:spMk id="28" creationId="{5E1FEFB0-E120-BF04-B42B-3C0465A1C951}"/>
          </ac:spMkLst>
        </pc:spChg>
        <pc:spChg chg="add mod">
          <ac:chgData name="종현 김" userId="4e62a0cd71f6508f" providerId="LiveId" clId="{6E62CB57-B7C1-44BE-9515-1C88952032F1}" dt="2026-04-08T06:46:02.927" v="35041" actId="207"/>
          <ac:spMkLst>
            <pc:docMk/>
            <pc:sldMk cId="3936184948" sldId="420"/>
            <ac:spMk id="29" creationId="{3335F627-81CC-E278-B8A8-A33C2183F57B}"/>
          </ac:spMkLst>
        </pc:spChg>
        <pc:spChg chg="add mod">
          <ac:chgData name="종현 김" userId="4e62a0cd71f6508f" providerId="LiveId" clId="{6E62CB57-B7C1-44BE-9515-1C88952032F1}" dt="2026-04-08T06:26:17.366" v="34652" actId="20577"/>
          <ac:spMkLst>
            <pc:docMk/>
            <pc:sldMk cId="3936184948" sldId="420"/>
            <ac:spMk id="30" creationId="{4E93E7EB-AE9A-AC7E-B5AF-406F0878AC5D}"/>
          </ac:spMkLst>
        </pc:spChg>
        <pc:spChg chg="add mod">
          <ac:chgData name="종현 김" userId="4e62a0cd71f6508f" providerId="LiveId" clId="{6E62CB57-B7C1-44BE-9515-1C88952032F1}" dt="2026-04-08T06:26:15.954" v="34651" actId="20577"/>
          <ac:spMkLst>
            <pc:docMk/>
            <pc:sldMk cId="3936184948" sldId="420"/>
            <ac:spMk id="31" creationId="{58E347BB-A31D-E53C-6949-BDF74EC8B3F0}"/>
          </ac:spMkLst>
        </pc:spChg>
        <pc:spChg chg="add mod">
          <ac:chgData name="종현 김" userId="4e62a0cd71f6508f" providerId="LiveId" clId="{6E62CB57-B7C1-44BE-9515-1C88952032F1}" dt="2026-04-07T05:54:38.840" v="32223" actId="20577"/>
          <ac:spMkLst>
            <pc:docMk/>
            <pc:sldMk cId="3936184948" sldId="420"/>
            <ac:spMk id="32" creationId="{DE5FB900-929A-58B9-47B8-9392CFB1D743}"/>
          </ac:spMkLst>
        </pc:spChg>
        <pc:spChg chg="add mod">
          <ac:chgData name="종현 김" userId="4e62a0cd71f6508f" providerId="LiveId" clId="{6E62CB57-B7C1-44BE-9515-1C88952032F1}" dt="2026-03-27T12:55:11.065" v="28737" actId="20577"/>
          <ac:spMkLst>
            <pc:docMk/>
            <pc:sldMk cId="3936184948" sldId="420"/>
            <ac:spMk id="33" creationId="{3E6D1484-97DB-8DB0-B91C-29C382A4DC14}"/>
          </ac:spMkLst>
        </pc:spChg>
        <pc:spChg chg="add mod">
          <ac:chgData name="종현 김" userId="4e62a0cd71f6508f" providerId="LiveId" clId="{6E62CB57-B7C1-44BE-9515-1C88952032F1}" dt="2026-03-27T12:59:55.157" v="28762" actId="20577"/>
          <ac:spMkLst>
            <pc:docMk/>
            <pc:sldMk cId="3936184948" sldId="420"/>
            <ac:spMk id="34" creationId="{7611FAD5-5AD4-D244-434E-16F3F720B425}"/>
          </ac:spMkLst>
        </pc:spChg>
        <pc:spChg chg="add mod">
          <ac:chgData name="종현 김" userId="4e62a0cd71f6508f" providerId="LiveId" clId="{6E62CB57-B7C1-44BE-9515-1C88952032F1}" dt="2026-03-27T13:00:00.010" v="28764" actId="20577"/>
          <ac:spMkLst>
            <pc:docMk/>
            <pc:sldMk cId="3936184948" sldId="420"/>
            <ac:spMk id="35" creationId="{E7A7B838-4EAD-8025-6E26-270D0A70EC88}"/>
          </ac:spMkLst>
        </pc:spChg>
        <pc:spChg chg="add mod">
          <ac:chgData name="종현 김" userId="4e62a0cd71f6508f" providerId="LiveId" clId="{6E62CB57-B7C1-44BE-9515-1C88952032F1}" dt="2026-03-27T13:00:03.014" v="28766" actId="20577"/>
          <ac:spMkLst>
            <pc:docMk/>
            <pc:sldMk cId="3936184948" sldId="420"/>
            <ac:spMk id="36" creationId="{61299239-3069-2AB3-3A72-0FE1687D6195}"/>
          </ac:spMkLst>
        </pc:spChg>
        <pc:spChg chg="add mod">
          <ac:chgData name="종현 김" userId="4e62a0cd71f6508f" providerId="LiveId" clId="{6E62CB57-B7C1-44BE-9515-1C88952032F1}" dt="2026-03-27T13:00:06.133" v="28768" actId="20577"/>
          <ac:spMkLst>
            <pc:docMk/>
            <pc:sldMk cId="3936184948" sldId="420"/>
            <ac:spMk id="37" creationId="{804A6692-A209-F02E-65E4-F5227D20E573}"/>
          </ac:spMkLst>
        </pc:spChg>
        <pc:spChg chg="add mod">
          <ac:chgData name="종현 김" userId="4e62a0cd71f6508f" providerId="LiveId" clId="{6E62CB57-B7C1-44BE-9515-1C88952032F1}" dt="2026-04-07T05:54:46.467" v="32230" actId="20577"/>
          <ac:spMkLst>
            <pc:docMk/>
            <pc:sldMk cId="3936184948" sldId="420"/>
            <ac:spMk id="38" creationId="{8A78E29F-DD9A-168A-7AFB-56E78F048803}"/>
          </ac:spMkLst>
        </pc:spChg>
        <pc:spChg chg="add mod">
          <ac:chgData name="종현 김" userId="4e62a0cd71f6508f" providerId="LiveId" clId="{6E62CB57-B7C1-44BE-9515-1C88952032F1}" dt="2026-03-27T12:59:21.330" v="28759" actId="14100"/>
          <ac:spMkLst>
            <pc:docMk/>
            <pc:sldMk cId="3936184948" sldId="420"/>
            <ac:spMk id="39" creationId="{4F2BF315-83CA-A813-A292-1539C35AE42C}"/>
          </ac:spMkLst>
        </pc:spChg>
        <pc:spChg chg="add mod">
          <ac:chgData name="종현 김" userId="4e62a0cd71f6508f" providerId="LiveId" clId="{6E62CB57-B7C1-44BE-9515-1C88952032F1}" dt="2026-03-27T13:09:25.353" v="28788" actId="207"/>
          <ac:spMkLst>
            <pc:docMk/>
            <pc:sldMk cId="3936184948" sldId="420"/>
            <ac:spMk id="40" creationId="{DF856AD9-BD5F-6BF0-1AAA-332B733FC46C}"/>
          </ac:spMkLst>
        </pc:spChg>
        <pc:spChg chg="add mod">
          <ac:chgData name="종현 김" userId="4e62a0cd71f6508f" providerId="LiveId" clId="{6E62CB57-B7C1-44BE-9515-1C88952032F1}" dt="2026-03-27T13:09:25.353" v="28788" actId="207"/>
          <ac:spMkLst>
            <pc:docMk/>
            <pc:sldMk cId="3936184948" sldId="420"/>
            <ac:spMk id="41" creationId="{E928485C-2F6C-C0CF-0F3D-BEF7865D826B}"/>
          </ac:spMkLst>
        </pc:spChg>
        <pc:spChg chg="add mod">
          <ac:chgData name="종현 김" userId="4e62a0cd71f6508f" providerId="LiveId" clId="{6E62CB57-B7C1-44BE-9515-1C88952032F1}" dt="2026-03-27T13:09:25.353" v="28788" actId="207"/>
          <ac:spMkLst>
            <pc:docMk/>
            <pc:sldMk cId="3936184948" sldId="420"/>
            <ac:spMk id="42" creationId="{51F39815-4D7B-EA15-FE23-3C0CBDF02C51}"/>
          </ac:spMkLst>
        </pc:spChg>
        <pc:spChg chg="add mod">
          <ac:chgData name="종현 김" userId="4e62a0cd71f6508f" providerId="LiveId" clId="{6E62CB57-B7C1-44BE-9515-1C88952032F1}" dt="2026-03-27T13:09:25.353" v="28788" actId="207"/>
          <ac:spMkLst>
            <pc:docMk/>
            <pc:sldMk cId="3936184948" sldId="420"/>
            <ac:spMk id="43" creationId="{96F41192-88F2-DBCC-8DC7-06629A10DFE5}"/>
          </ac:spMkLst>
        </pc:spChg>
        <pc:spChg chg="add mod">
          <ac:chgData name="종현 김" userId="4e62a0cd71f6508f" providerId="LiveId" clId="{6E62CB57-B7C1-44BE-9515-1C88952032F1}" dt="2026-03-27T13:09:38.306" v="28791" actId="207"/>
          <ac:spMkLst>
            <pc:docMk/>
            <pc:sldMk cId="3936184948" sldId="420"/>
            <ac:spMk id="44" creationId="{3CFAD883-C565-A809-72EE-3B1DE5E3CA15}"/>
          </ac:spMkLst>
        </pc:spChg>
        <pc:spChg chg="add mod">
          <ac:chgData name="종현 김" userId="4e62a0cd71f6508f" providerId="LiveId" clId="{6E62CB57-B7C1-44BE-9515-1C88952032F1}" dt="2026-03-27T12:59:32.885" v="28760" actId="207"/>
          <ac:spMkLst>
            <pc:docMk/>
            <pc:sldMk cId="3936184948" sldId="420"/>
            <ac:spMk id="45" creationId="{7F9345E8-DB43-C58F-6433-C7DA211A1959}"/>
          </ac:spMkLst>
        </pc:spChg>
        <pc:spChg chg="add mod">
          <ac:chgData name="종현 김" userId="4e62a0cd71f6508f" providerId="LiveId" clId="{6E62CB57-B7C1-44BE-9515-1C88952032F1}" dt="2026-03-27T13:09:25.353" v="28788" actId="207"/>
          <ac:spMkLst>
            <pc:docMk/>
            <pc:sldMk cId="3936184948" sldId="420"/>
            <ac:spMk id="46" creationId="{7741CD3C-D7C6-29D3-2F12-1870B7E5920F}"/>
          </ac:spMkLst>
        </pc:spChg>
        <pc:spChg chg="add mod">
          <ac:chgData name="종현 김" userId="4e62a0cd71f6508f" providerId="LiveId" clId="{6E62CB57-B7C1-44BE-9515-1C88952032F1}" dt="2026-03-27T13:09:25.353" v="28788" actId="207"/>
          <ac:spMkLst>
            <pc:docMk/>
            <pc:sldMk cId="3936184948" sldId="420"/>
            <ac:spMk id="47" creationId="{E71852A0-6935-5797-9865-142859B88331}"/>
          </ac:spMkLst>
        </pc:spChg>
        <pc:spChg chg="add mod">
          <ac:chgData name="종현 김" userId="4e62a0cd71f6508f" providerId="LiveId" clId="{6E62CB57-B7C1-44BE-9515-1C88952032F1}" dt="2026-03-27T13:09:25.353" v="28788" actId="207"/>
          <ac:spMkLst>
            <pc:docMk/>
            <pc:sldMk cId="3936184948" sldId="420"/>
            <ac:spMk id="48" creationId="{9E82BB2A-568A-93CA-D48E-AE47BB23973F}"/>
          </ac:spMkLst>
        </pc:spChg>
        <pc:spChg chg="add mod">
          <ac:chgData name="종현 김" userId="4e62a0cd71f6508f" providerId="LiveId" clId="{6E62CB57-B7C1-44BE-9515-1C88952032F1}" dt="2026-03-27T13:09:38.306" v="28791" actId="207"/>
          <ac:spMkLst>
            <pc:docMk/>
            <pc:sldMk cId="3936184948" sldId="420"/>
            <ac:spMk id="49" creationId="{13BC92B9-E070-8806-DE94-C71D2F3DD080}"/>
          </ac:spMkLst>
        </pc:spChg>
        <pc:spChg chg="add mod">
          <ac:chgData name="종현 김" userId="4e62a0cd71f6508f" providerId="LiveId" clId="{6E62CB57-B7C1-44BE-9515-1C88952032F1}" dt="2026-03-27T13:09:38.306" v="28791" actId="207"/>
          <ac:spMkLst>
            <pc:docMk/>
            <pc:sldMk cId="3936184948" sldId="420"/>
            <ac:spMk id="50" creationId="{435AEC58-8971-235C-99E6-38BB41C78109}"/>
          </ac:spMkLst>
        </pc:spChg>
        <pc:spChg chg="add mod">
          <ac:chgData name="종현 김" userId="4e62a0cd71f6508f" providerId="LiveId" clId="{6E62CB57-B7C1-44BE-9515-1C88952032F1}" dt="2026-03-27T12:59:32.885" v="28760" actId="207"/>
          <ac:spMkLst>
            <pc:docMk/>
            <pc:sldMk cId="3936184948" sldId="420"/>
            <ac:spMk id="51" creationId="{B9CDD4F9-A8B6-CE69-5182-91C17AB34783}"/>
          </ac:spMkLst>
        </pc:spChg>
        <pc:spChg chg="add mod">
          <ac:chgData name="종현 김" userId="4e62a0cd71f6508f" providerId="LiveId" clId="{6E62CB57-B7C1-44BE-9515-1C88952032F1}" dt="2026-03-27T13:09:25.353" v="28788" actId="207"/>
          <ac:spMkLst>
            <pc:docMk/>
            <pc:sldMk cId="3936184948" sldId="420"/>
            <ac:spMk id="52" creationId="{DB629948-FD30-9B64-1338-3B404CFFBB08}"/>
          </ac:spMkLst>
        </pc:spChg>
        <pc:spChg chg="add mod">
          <ac:chgData name="종현 김" userId="4e62a0cd71f6508f" providerId="LiveId" clId="{6E62CB57-B7C1-44BE-9515-1C88952032F1}" dt="2026-03-27T13:09:25.353" v="28788" actId="207"/>
          <ac:spMkLst>
            <pc:docMk/>
            <pc:sldMk cId="3936184948" sldId="420"/>
            <ac:spMk id="53" creationId="{6A524DC7-B34B-12F2-9243-3D660248D725}"/>
          </ac:spMkLst>
        </pc:spChg>
        <pc:spChg chg="add mod">
          <ac:chgData name="종현 김" userId="4e62a0cd71f6508f" providerId="LiveId" clId="{6E62CB57-B7C1-44BE-9515-1C88952032F1}" dt="2026-03-27T13:09:38.306" v="28791" actId="207"/>
          <ac:spMkLst>
            <pc:docMk/>
            <pc:sldMk cId="3936184948" sldId="420"/>
            <ac:spMk id="54" creationId="{E5AACCC3-8881-E4E8-3D6D-07E4AF793DD1}"/>
          </ac:spMkLst>
        </pc:spChg>
        <pc:spChg chg="add mod">
          <ac:chgData name="종현 김" userId="4e62a0cd71f6508f" providerId="LiveId" clId="{6E62CB57-B7C1-44BE-9515-1C88952032F1}" dt="2026-03-27T13:09:38.306" v="28791" actId="207"/>
          <ac:spMkLst>
            <pc:docMk/>
            <pc:sldMk cId="3936184948" sldId="420"/>
            <ac:spMk id="55" creationId="{253C6EAA-4451-1C50-6858-A918AF36AAF5}"/>
          </ac:spMkLst>
        </pc:spChg>
        <pc:spChg chg="add mod">
          <ac:chgData name="종현 김" userId="4e62a0cd71f6508f" providerId="LiveId" clId="{6E62CB57-B7C1-44BE-9515-1C88952032F1}" dt="2026-03-27T13:09:38.306" v="28791" actId="207"/>
          <ac:spMkLst>
            <pc:docMk/>
            <pc:sldMk cId="3936184948" sldId="420"/>
            <ac:spMk id="56" creationId="{148504CF-BA9F-46B2-FC15-214A5B4411BD}"/>
          </ac:spMkLst>
        </pc:spChg>
        <pc:spChg chg="add mod">
          <ac:chgData name="종현 김" userId="4e62a0cd71f6508f" providerId="LiveId" clId="{6E62CB57-B7C1-44BE-9515-1C88952032F1}" dt="2026-03-27T12:59:32.885" v="28760" actId="207"/>
          <ac:spMkLst>
            <pc:docMk/>
            <pc:sldMk cId="3936184948" sldId="420"/>
            <ac:spMk id="57" creationId="{878F3E6D-98D8-906A-555A-CB21893B43F9}"/>
          </ac:spMkLst>
        </pc:spChg>
        <pc:spChg chg="add mod">
          <ac:chgData name="종현 김" userId="4e62a0cd71f6508f" providerId="LiveId" clId="{6E62CB57-B7C1-44BE-9515-1C88952032F1}" dt="2026-03-27T13:09:25.353" v="28788" actId="207"/>
          <ac:spMkLst>
            <pc:docMk/>
            <pc:sldMk cId="3936184948" sldId="420"/>
            <ac:spMk id="58" creationId="{E17E75E2-875E-8270-3D23-D184A1F2FEE2}"/>
          </ac:spMkLst>
        </pc:spChg>
        <pc:spChg chg="add mod">
          <ac:chgData name="종현 김" userId="4e62a0cd71f6508f" providerId="LiveId" clId="{6E62CB57-B7C1-44BE-9515-1C88952032F1}" dt="2026-03-27T13:09:38.306" v="28791" actId="207"/>
          <ac:spMkLst>
            <pc:docMk/>
            <pc:sldMk cId="3936184948" sldId="420"/>
            <ac:spMk id="59" creationId="{A736F5DB-3183-4BA8-035C-0455961E6AEE}"/>
          </ac:spMkLst>
        </pc:spChg>
        <pc:spChg chg="add mod">
          <ac:chgData name="종현 김" userId="4e62a0cd71f6508f" providerId="LiveId" clId="{6E62CB57-B7C1-44BE-9515-1C88952032F1}" dt="2026-03-27T13:09:38.306" v="28791" actId="207"/>
          <ac:spMkLst>
            <pc:docMk/>
            <pc:sldMk cId="3936184948" sldId="420"/>
            <ac:spMk id="60" creationId="{5D496024-8EA9-75FF-A1AF-17BBCEBDF06F}"/>
          </ac:spMkLst>
        </pc:spChg>
        <pc:spChg chg="add mod">
          <ac:chgData name="종현 김" userId="4e62a0cd71f6508f" providerId="LiveId" clId="{6E62CB57-B7C1-44BE-9515-1C88952032F1}" dt="2026-03-27T13:09:38.306" v="28791" actId="207"/>
          <ac:spMkLst>
            <pc:docMk/>
            <pc:sldMk cId="3936184948" sldId="420"/>
            <ac:spMk id="61" creationId="{3BC88DAA-51A1-9179-397C-0539A361C41E}"/>
          </ac:spMkLst>
        </pc:spChg>
        <pc:spChg chg="add mod">
          <ac:chgData name="종현 김" userId="4e62a0cd71f6508f" providerId="LiveId" clId="{6E62CB57-B7C1-44BE-9515-1C88952032F1}" dt="2026-03-27T13:09:38.306" v="28791" actId="207"/>
          <ac:spMkLst>
            <pc:docMk/>
            <pc:sldMk cId="3936184948" sldId="420"/>
            <ac:spMk id="62" creationId="{12CA8FA1-F5B0-064A-29DE-0EFB71ABBAD9}"/>
          </ac:spMkLst>
        </pc:spChg>
        <pc:spChg chg="add mod">
          <ac:chgData name="종현 김" userId="4e62a0cd71f6508f" providerId="LiveId" clId="{6E62CB57-B7C1-44BE-9515-1C88952032F1}" dt="2026-03-27T12:59:32.885" v="28760" actId="207"/>
          <ac:spMkLst>
            <pc:docMk/>
            <pc:sldMk cId="3936184948" sldId="420"/>
            <ac:spMk id="63" creationId="{295D9007-8621-08F1-190F-224F6A71DF02}"/>
          </ac:spMkLst>
        </pc:spChg>
        <pc:spChg chg="add mod">
          <ac:chgData name="종현 김" userId="4e62a0cd71f6508f" providerId="LiveId" clId="{6E62CB57-B7C1-44BE-9515-1C88952032F1}" dt="2026-03-27T13:04:54.229" v="28777" actId="1076"/>
          <ac:spMkLst>
            <pc:docMk/>
            <pc:sldMk cId="3936184948" sldId="420"/>
            <ac:spMk id="64" creationId="{475BAA92-E96B-A743-E435-F46F15474052}"/>
          </ac:spMkLst>
        </pc:spChg>
        <pc:spChg chg="add mod">
          <ac:chgData name="종현 김" userId="4e62a0cd71f6508f" providerId="LiveId" clId="{6E62CB57-B7C1-44BE-9515-1C88952032F1}" dt="2026-03-30T10:55:59.199" v="28829" actId="1076"/>
          <ac:spMkLst>
            <pc:docMk/>
            <pc:sldMk cId="3936184948" sldId="420"/>
            <ac:spMk id="67" creationId="{CF69A077-74DC-BE1E-52CB-1494B81F050D}"/>
          </ac:spMkLst>
        </pc:spChg>
        <pc:picChg chg="add del mod modCrop">
          <ac:chgData name="종현 김" userId="4e62a0cd71f6508f" providerId="LiveId" clId="{6E62CB57-B7C1-44BE-9515-1C88952032F1}" dt="2026-04-07T11:53:41.095" v="32966" actId="478"/>
          <ac:picMkLst>
            <pc:docMk/>
            <pc:sldMk cId="3936184948" sldId="420"/>
            <ac:picMk id="12" creationId="{C1A5E931-3FDB-7F4C-F8A6-8FBEF5F51F1D}"/>
          </ac:picMkLst>
        </pc:picChg>
        <pc:picChg chg="add del mod">
          <ac:chgData name="종현 김" userId="4e62a0cd71f6508f" providerId="LiveId" clId="{6E62CB57-B7C1-44BE-9515-1C88952032F1}" dt="2026-04-08T03:44:07.832" v="33034" actId="478"/>
          <ac:picMkLst>
            <pc:docMk/>
            <pc:sldMk cId="3936184948" sldId="420"/>
            <ac:picMk id="16" creationId="{D002E4B3-7CB4-501E-F682-AAD6DC860E1A}"/>
          </ac:picMkLst>
        </pc:picChg>
        <pc:cxnChg chg="add mod">
          <ac:chgData name="종현 김" userId="4e62a0cd71f6508f" providerId="LiveId" clId="{6E62CB57-B7C1-44BE-9515-1C88952032F1}" dt="2026-03-27T13:05:17.138" v="28779" actId="13822"/>
          <ac:cxnSpMkLst>
            <pc:docMk/>
            <pc:sldMk cId="3936184948" sldId="420"/>
            <ac:cxnSpMk id="66" creationId="{7BD980BA-8DD7-7ADF-7445-6AEDE9B6CAA2}"/>
          </ac:cxnSpMkLst>
        </pc:cxnChg>
        <pc:cxnChg chg="add mod">
          <ac:chgData name="종현 김" userId="4e62a0cd71f6508f" providerId="LiveId" clId="{6E62CB57-B7C1-44BE-9515-1C88952032F1}" dt="2026-03-27T13:05:35.634" v="28781" actId="13822"/>
          <ac:cxnSpMkLst>
            <pc:docMk/>
            <pc:sldMk cId="3936184948" sldId="420"/>
            <ac:cxnSpMk id="68" creationId="{0C7D5888-C869-3EBE-6C72-36250141076B}"/>
          </ac:cxnSpMkLst>
        </pc:cxnChg>
        <pc:cxnChg chg="add mod">
          <ac:chgData name="종현 김" userId="4e62a0cd71f6508f" providerId="LiveId" clId="{6E62CB57-B7C1-44BE-9515-1C88952032F1}" dt="2026-03-27T13:05:47.271" v="28783" actId="1076"/>
          <ac:cxnSpMkLst>
            <pc:docMk/>
            <pc:sldMk cId="3936184948" sldId="420"/>
            <ac:cxnSpMk id="69" creationId="{C017CD6A-8A79-C6AA-089A-32522CC0B723}"/>
          </ac:cxnSpMkLst>
        </pc:cxnChg>
        <pc:cxnChg chg="add mod">
          <ac:chgData name="종현 김" userId="4e62a0cd71f6508f" providerId="LiveId" clId="{6E62CB57-B7C1-44BE-9515-1C88952032F1}" dt="2026-03-27T13:05:56.701" v="28785" actId="1076"/>
          <ac:cxnSpMkLst>
            <pc:docMk/>
            <pc:sldMk cId="3936184948" sldId="420"/>
            <ac:cxnSpMk id="70" creationId="{604E0436-70D0-8710-A32A-E630FCE3B9D0}"/>
          </ac:cxnSpMkLst>
        </pc:cxnChg>
        <pc:cxnChg chg="add mod">
          <ac:chgData name="종현 김" userId="4e62a0cd71f6508f" providerId="LiveId" clId="{6E62CB57-B7C1-44BE-9515-1C88952032F1}" dt="2026-03-27T13:06:07.089" v="28787" actId="1076"/>
          <ac:cxnSpMkLst>
            <pc:docMk/>
            <pc:sldMk cId="3936184948" sldId="420"/>
            <ac:cxnSpMk id="71" creationId="{274EEC19-C038-8557-1822-0FEDA8C89EB1}"/>
          </ac:cxnSpMkLst>
        </pc:cxnChg>
        <pc:cxnChg chg="add mod">
          <ac:chgData name="종현 김" userId="4e62a0cd71f6508f" providerId="LiveId" clId="{6E62CB57-B7C1-44BE-9515-1C88952032F1}" dt="2026-03-27T13:06:07.089" v="28787" actId="1076"/>
          <ac:cxnSpMkLst>
            <pc:docMk/>
            <pc:sldMk cId="3936184948" sldId="420"/>
            <ac:cxnSpMk id="72" creationId="{DD9CB2D7-CBE6-2C98-C559-6BE8472EA70E}"/>
          </ac:cxnSpMkLst>
        </pc:cxnChg>
      </pc:sldChg>
      <pc:sldChg chg="addSp delSp modSp add mod">
        <pc:chgData name="종현 김" userId="4e62a0cd71f6508f" providerId="LiveId" clId="{6E62CB57-B7C1-44BE-9515-1C88952032F1}" dt="2026-04-08T06:49:28.893" v="35349" actId="20577"/>
        <pc:sldMkLst>
          <pc:docMk/>
          <pc:sldMk cId="4123395627" sldId="421"/>
        </pc:sldMkLst>
        <pc:spChg chg="mod">
          <ac:chgData name="종현 김" userId="4e62a0cd71f6508f" providerId="LiveId" clId="{6E62CB57-B7C1-44BE-9515-1C88952032F1}" dt="2026-04-08T06:46:11.140" v="35042" actId="207"/>
          <ac:spMkLst>
            <pc:docMk/>
            <pc:sldMk cId="4123395627" sldId="421"/>
            <ac:spMk id="2" creationId="{9279D038-8570-3CA9-2FC5-81EA98C76DA8}"/>
          </ac:spMkLst>
        </pc:spChg>
        <pc:spChg chg="mod">
          <ac:chgData name="종현 김" userId="4e62a0cd71f6508f" providerId="LiveId" clId="{6E62CB57-B7C1-44BE-9515-1C88952032F1}" dt="2026-04-08T06:49:28.893" v="35349" actId="20577"/>
          <ac:spMkLst>
            <pc:docMk/>
            <pc:sldMk cId="4123395627" sldId="421"/>
            <ac:spMk id="3" creationId="{C093B708-1FA7-5951-FE9F-E425360D0AD9}"/>
          </ac:spMkLst>
        </pc:spChg>
        <pc:spChg chg="mod">
          <ac:chgData name="종현 김" userId="4e62a0cd71f6508f" providerId="LiveId" clId="{6E62CB57-B7C1-44BE-9515-1C88952032F1}" dt="2026-04-08T06:46:11.140" v="35042" actId="207"/>
          <ac:spMkLst>
            <pc:docMk/>
            <pc:sldMk cId="4123395627" sldId="421"/>
            <ac:spMk id="5" creationId="{29E9B2E9-BBE2-4869-8DD3-EE4F0E61833D}"/>
          </ac:spMkLst>
        </pc:spChg>
        <pc:spChg chg="mod">
          <ac:chgData name="종현 김" userId="4e62a0cd71f6508f" providerId="LiveId" clId="{6E62CB57-B7C1-44BE-9515-1C88952032F1}" dt="2026-04-08T06:46:11.140" v="35042" actId="207"/>
          <ac:spMkLst>
            <pc:docMk/>
            <pc:sldMk cId="4123395627" sldId="421"/>
            <ac:spMk id="6" creationId="{4AC2B1C8-52B8-5A7B-27C1-B7BE5B30949C}"/>
          </ac:spMkLst>
        </pc:spChg>
        <pc:spChg chg="mod">
          <ac:chgData name="종현 김" userId="4e62a0cd71f6508f" providerId="LiveId" clId="{6E62CB57-B7C1-44BE-9515-1C88952032F1}" dt="2026-04-08T06:46:11.140" v="35042" actId="207"/>
          <ac:spMkLst>
            <pc:docMk/>
            <pc:sldMk cId="4123395627" sldId="421"/>
            <ac:spMk id="11" creationId="{D22C6C43-9F44-A731-C166-5C39EB46B17C}"/>
          </ac:spMkLst>
        </pc:spChg>
        <pc:spChg chg="add mod">
          <ac:chgData name="종현 김" userId="4e62a0cd71f6508f" providerId="LiveId" clId="{6E62CB57-B7C1-44BE-9515-1C88952032F1}" dt="2026-04-08T06:46:48.503" v="35053" actId="1076"/>
          <ac:spMkLst>
            <pc:docMk/>
            <pc:sldMk cId="4123395627" sldId="421"/>
            <ac:spMk id="12" creationId="{01DBFC05-B20B-5D3B-FB47-163B52475B6B}"/>
          </ac:spMkLst>
        </pc:spChg>
        <pc:spChg chg="add mod">
          <ac:chgData name="종현 김" userId="4e62a0cd71f6508f" providerId="LiveId" clId="{6E62CB57-B7C1-44BE-9515-1C88952032F1}" dt="2026-04-08T06:46:43.273" v="35052" actId="1076"/>
          <ac:spMkLst>
            <pc:docMk/>
            <pc:sldMk cId="4123395627" sldId="421"/>
            <ac:spMk id="15" creationId="{513DB69E-4D56-71C6-52C0-E9F3134BEBEF}"/>
          </ac:spMkLst>
        </pc:spChg>
        <pc:spChg chg="add mod">
          <ac:chgData name="종현 김" userId="4e62a0cd71f6508f" providerId="LiveId" clId="{6E62CB57-B7C1-44BE-9515-1C88952032F1}" dt="2026-04-08T06:46:51.230" v="35054" actId="1076"/>
          <ac:spMkLst>
            <pc:docMk/>
            <pc:sldMk cId="4123395627" sldId="421"/>
            <ac:spMk id="16" creationId="{F252DD8F-628D-680B-6385-59CC6F2838E8}"/>
          </ac:spMkLst>
        </pc:spChg>
        <pc:spChg chg="add mod">
          <ac:chgData name="종현 김" userId="4e62a0cd71f6508f" providerId="LiveId" clId="{6E62CB57-B7C1-44BE-9515-1C88952032F1}" dt="2026-03-30T11:02:48.550" v="28931" actId="1076"/>
          <ac:spMkLst>
            <pc:docMk/>
            <pc:sldMk cId="4123395627" sldId="421"/>
            <ac:spMk id="18" creationId="{6369CD07-EC61-71D3-A371-8DB3D1D2D8F9}"/>
          </ac:spMkLst>
        </pc:spChg>
        <pc:spChg chg="mod">
          <ac:chgData name="종현 김" userId="4e62a0cd71f6508f" providerId="LiveId" clId="{6E62CB57-B7C1-44BE-9515-1C88952032F1}" dt="2026-03-30T10:56:25.195" v="28834" actId="1076"/>
          <ac:spMkLst>
            <pc:docMk/>
            <pc:sldMk cId="4123395627" sldId="421"/>
            <ac:spMk id="28" creationId="{34A73944-3CAB-63D2-D158-EF9B30513B87}"/>
          </ac:spMkLst>
        </pc:spChg>
        <pc:spChg chg="mod">
          <ac:chgData name="종현 김" userId="4e62a0cd71f6508f" providerId="LiveId" clId="{6E62CB57-B7C1-44BE-9515-1C88952032F1}" dt="2026-04-08T06:46:11.140" v="35042" actId="207"/>
          <ac:spMkLst>
            <pc:docMk/>
            <pc:sldMk cId="4123395627" sldId="421"/>
            <ac:spMk id="29" creationId="{044E181A-D861-4126-1102-8DCC313A7914}"/>
          </ac:spMkLst>
        </pc:spChg>
        <pc:spChg chg="mod">
          <ac:chgData name="종현 김" userId="4e62a0cd71f6508f" providerId="LiveId" clId="{6E62CB57-B7C1-44BE-9515-1C88952032F1}" dt="2026-04-08T06:46:23.844" v="35044" actId="20577"/>
          <ac:spMkLst>
            <pc:docMk/>
            <pc:sldMk cId="4123395627" sldId="421"/>
            <ac:spMk id="30" creationId="{648CCAD0-BAD0-84DA-324B-C555EBF99E2A}"/>
          </ac:spMkLst>
        </pc:spChg>
        <pc:spChg chg="mod">
          <ac:chgData name="종현 김" userId="4e62a0cd71f6508f" providerId="LiveId" clId="{6E62CB57-B7C1-44BE-9515-1C88952032F1}" dt="2026-04-08T06:46:29.702" v="35046" actId="20577"/>
          <ac:spMkLst>
            <pc:docMk/>
            <pc:sldMk cId="4123395627" sldId="421"/>
            <ac:spMk id="31" creationId="{AD4DBD09-1ADD-F0F2-53F8-3160FE586E00}"/>
          </ac:spMkLst>
        </pc:spChg>
        <pc:spChg chg="mod">
          <ac:chgData name="종현 김" userId="4e62a0cd71f6508f" providerId="LiveId" clId="{6E62CB57-B7C1-44BE-9515-1C88952032F1}" dt="2026-04-08T06:46:31.771" v="35048" actId="20577"/>
          <ac:spMkLst>
            <pc:docMk/>
            <pc:sldMk cId="4123395627" sldId="421"/>
            <ac:spMk id="32" creationId="{096B2719-34D6-3C34-1BCF-3068D4EA96BA}"/>
          </ac:spMkLst>
        </pc:spChg>
        <pc:spChg chg="mod">
          <ac:chgData name="종현 김" userId="4e62a0cd71f6508f" providerId="LiveId" clId="{6E62CB57-B7C1-44BE-9515-1C88952032F1}" dt="2026-04-08T06:46:33.707" v="35050" actId="20577"/>
          <ac:spMkLst>
            <pc:docMk/>
            <pc:sldMk cId="4123395627" sldId="421"/>
            <ac:spMk id="38" creationId="{11FD9496-5811-4C0B-9096-7B362A01948F}"/>
          </ac:spMkLst>
        </pc:spChg>
      </pc:sldChg>
      <pc:sldChg chg="addSp delSp modSp add mod">
        <pc:chgData name="종현 김" userId="4e62a0cd71f6508f" providerId="LiveId" clId="{6E62CB57-B7C1-44BE-9515-1C88952032F1}" dt="2026-04-08T06:49:36.630" v="35355" actId="20577"/>
        <pc:sldMkLst>
          <pc:docMk/>
          <pc:sldMk cId="372417113" sldId="422"/>
        </pc:sldMkLst>
        <pc:spChg chg="mod">
          <ac:chgData name="종현 김" userId="4e62a0cd71f6508f" providerId="LiveId" clId="{6E62CB57-B7C1-44BE-9515-1C88952032F1}" dt="2026-03-31T10:13:51.771" v="29271" actId="1076"/>
          <ac:spMkLst>
            <pc:docMk/>
            <pc:sldMk cId="372417113" sldId="422"/>
            <ac:spMk id="2" creationId="{8567506A-713B-C41A-3474-4D7EAAB9CF7C}"/>
          </ac:spMkLst>
        </pc:spChg>
        <pc:spChg chg="mod">
          <ac:chgData name="종현 김" userId="4e62a0cd71f6508f" providerId="LiveId" clId="{6E62CB57-B7C1-44BE-9515-1C88952032F1}" dt="2026-04-08T06:49:36.630" v="35355" actId="20577"/>
          <ac:spMkLst>
            <pc:docMk/>
            <pc:sldMk cId="372417113" sldId="422"/>
            <ac:spMk id="3" creationId="{BE002CCB-850D-ACA2-2F24-E531191789E5}"/>
          </ac:spMkLst>
        </pc:spChg>
        <pc:spChg chg="add mod">
          <ac:chgData name="종현 김" userId="4e62a0cd71f6508f" providerId="LiveId" clId="{6E62CB57-B7C1-44BE-9515-1C88952032F1}" dt="2026-03-30T11:03:32.786" v="28934" actId="1076"/>
          <ac:spMkLst>
            <pc:docMk/>
            <pc:sldMk cId="372417113" sldId="422"/>
            <ac:spMk id="4" creationId="{2C23DA3B-1A93-F8BD-81B6-3C8B0ACC76DD}"/>
          </ac:spMkLst>
        </pc:spChg>
        <pc:spChg chg="add mod">
          <ac:chgData name="종현 김" userId="4e62a0cd71f6508f" providerId="LiveId" clId="{6E62CB57-B7C1-44BE-9515-1C88952032F1}" dt="2026-03-30T11:03:51.101" v="28943" actId="20577"/>
          <ac:spMkLst>
            <pc:docMk/>
            <pc:sldMk cId="372417113" sldId="422"/>
            <ac:spMk id="6" creationId="{628C3739-00E5-21D4-42EF-6B0233E720FE}"/>
          </ac:spMkLst>
        </pc:spChg>
        <pc:spChg chg="add mod">
          <ac:chgData name="종현 김" userId="4e62a0cd71f6508f" providerId="LiveId" clId="{6E62CB57-B7C1-44BE-9515-1C88952032F1}" dt="2026-03-30T11:04:06.089" v="28950" actId="20577"/>
          <ac:spMkLst>
            <pc:docMk/>
            <pc:sldMk cId="372417113" sldId="422"/>
            <ac:spMk id="7" creationId="{E548888F-6CC7-C806-632F-F6C7340C75B9}"/>
          </ac:spMkLst>
        </pc:spChg>
        <pc:spChg chg="add mod">
          <ac:chgData name="종현 김" userId="4e62a0cd71f6508f" providerId="LiveId" clId="{6E62CB57-B7C1-44BE-9515-1C88952032F1}" dt="2026-03-30T11:06:03.741" v="28978" actId="1076"/>
          <ac:spMkLst>
            <pc:docMk/>
            <pc:sldMk cId="372417113" sldId="422"/>
            <ac:spMk id="8" creationId="{EFC5DB8E-CEF0-136D-B033-E6A03360FB5B}"/>
          </ac:spMkLst>
        </pc:spChg>
        <pc:spChg chg="add mod">
          <ac:chgData name="종현 김" userId="4e62a0cd71f6508f" providerId="LiveId" clId="{6E62CB57-B7C1-44BE-9515-1C88952032F1}" dt="2026-03-30T11:06:58.641" v="28994" actId="20577"/>
          <ac:spMkLst>
            <pc:docMk/>
            <pc:sldMk cId="372417113" sldId="422"/>
            <ac:spMk id="9" creationId="{A3CD5A9F-C119-8C7B-3247-89333AE0B6E3}"/>
          </ac:spMkLst>
        </pc:spChg>
      </pc:sldChg>
      <pc:sldChg chg="addSp delSp modSp add mod">
        <pc:chgData name="종현 김" userId="4e62a0cd71f6508f" providerId="LiveId" clId="{6E62CB57-B7C1-44BE-9515-1C88952032F1}" dt="2026-04-08T06:49:52.545" v="35371" actId="20577"/>
        <pc:sldMkLst>
          <pc:docMk/>
          <pc:sldMk cId="1430730815" sldId="423"/>
        </pc:sldMkLst>
        <pc:spChg chg="mod">
          <ac:chgData name="종현 김" userId="4e62a0cd71f6508f" providerId="LiveId" clId="{6E62CB57-B7C1-44BE-9515-1C88952032F1}" dt="2026-04-08T06:49:52.545" v="35371" actId="20577"/>
          <ac:spMkLst>
            <pc:docMk/>
            <pc:sldMk cId="1430730815" sldId="423"/>
            <ac:spMk id="3" creationId="{B0CB4257-E509-F74D-3953-C8CA9917AD40}"/>
          </ac:spMkLst>
        </pc:spChg>
        <pc:spChg chg="add mod">
          <ac:chgData name="종현 김" userId="4e62a0cd71f6508f" providerId="LiveId" clId="{6E62CB57-B7C1-44BE-9515-1C88952032F1}" dt="2026-03-31T10:00:25.057" v="29153" actId="207"/>
          <ac:spMkLst>
            <pc:docMk/>
            <pc:sldMk cId="1430730815" sldId="423"/>
            <ac:spMk id="12" creationId="{66CA218F-0B92-19DB-FEBA-08A13E191289}"/>
          </ac:spMkLst>
        </pc:spChg>
        <pc:spChg chg="add mod">
          <ac:chgData name="종현 김" userId="4e62a0cd71f6508f" providerId="LiveId" clId="{6E62CB57-B7C1-44BE-9515-1C88952032F1}" dt="2026-03-30T11:15:31.114" v="29077" actId="1076"/>
          <ac:spMkLst>
            <pc:docMk/>
            <pc:sldMk cId="1430730815" sldId="423"/>
            <ac:spMk id="13" creationId="{8DCAE14A-CEF4-761F-AA0A-5BF214740F5A}"/>
          </ac:spMkLst>
        </pc:spChg>
        <pc:spChg chg="add mod">
          <ac:chgData name="종현 김" userId="4e62a0cd71f6508f" providerId="LiveId" clId="{6E62CB57-B7C1-44BE-9515-1C88952032F1}" dt="2026-03-30T11:15:31.114" v="29077" actId="1076"/>
          <ac:spMkLst>
            <pc:docMk/>
            <pc:sldMk cId="1430730815" sldId="423"/>
            <ac:spMk id="14" creationId="{228E69AC-13E6-15D0-5344-A3292F648261}"/>
          </ac:spMkLst>
        </pc:spChg>
        <pc:spChg chg="add mod">
          <ac:chgData name="종현 김" userId="4e62a0cd71f6508f" providerId="LiveId" clId="{6E62CB57-B7C1-44BE-9515-1C88952032F1}" dt="2026-03-30T11:15:31.114" v="29077" actId="1076"/>
          <ac:spMkLst>
            <pc:docMk/>
            <pc:sldMk cId="1430730815" sldId="423"/>
            <ac:spMk id="15" creationId="{1CB65BB3-9A00-2B7D-7D62-76E624C73C84}"/>
          </ac:spMkLst>
        </pc:spChg>
        <pc:spChg chg="add mod">
          <ac:chgData name="종현 김" userId="4e62a0cd71f6508f" providerId="LiveId" clId="{6E62CB57-B7C1-44BE-9515-1C88952032F1}" dt="2026-03-31T10:00:25.057" v="29153" actId="207"/>
          <ac:spMkLst>
            <pc:docMk/>
            <pc:sldMk cId="1430730815" sldId="423"/>
            <ac:spMk id="16" creationId="{BAB3BBF9-42EE-4012-F12E-AAA8A3EC4EFD}"/>
          </ac:spMkLst>
        </pc:spChg>
        <pc:spChg chg="add mod">
          <ac:chgData name="종현 김" userId="4e62a0cd71f6508f" providerId="LiveId" clId="{6E62CB57-B7C1-44BE-9515-1C88952032F1}" dt="2026-03-30T11:15:31.114" v="29077" actId="1076"/>
          <ac:spMkLst>
            <pc:docMk/>
            <pc:sldMk cId="1430730815" sldId="423"/>
            <ac:spMk id="17" creationId="{A5214C86-5943-11A8-6DA7-C4D8B5433693}"/>
          </ac:spMkLst>
        </pc:spChg>
        <pc:spChg chg="add mod">
          <ac:chgData name="종현 김" userId="4e62a0cd71f6508f" providerId="LiveId" clId="{6E62CB57-B7C1-44BE-9515-1C88952032F1}" dt="2026-03-30T11:15:31.114" v="29077" actId="1076"/>
          <ac:spMkLst>
            <pc:docMk/>
            <pc:sldMk cId="1430730815" sldId="423"/>
            <ac:spMk id="24" creationId="{50633B73-0A08-5F27-5831-567A28285222}"/>
          </ac:spMkLst>
        </pc:spChg>
        <pc:spChg chg="add mod">
          <ac:chgData name="종현 김" userId="4e62a0cd71f6508f" providerId="LiveId" clId="{6E62CB57-B7C1-44BE-9515-1C88952032F1}" dt="2026-03-30T11:15:31.114" v="29077" actId="1076"/>
          <ac:spMkLst>
            <pc:docMk/>
            <pc:sldMk cId="1430730815" sldId="423"/>
            <ac:spMk id="26" creationId="{AA497191-6777-A2A8-B918-3C587355FDC6}"/>
          </ac:spMkLst>
        </pc:spChg>
        <pc:spChg chg="add mod">
          <ac:chgData name="종현 김" userId="4e62a0cd71f6508f" providerId="LiveId" clId="{6E62CB57-B7C1-44BE-9515-1C88952032F1}" dt="2026-03-30T11:15:31.114" v="29077" actId="1076"/>
          <ac:spMkLst>
            <pc:docMk/>
            <pc:sldMk cId="1430730815" sldId="423"/>
            <ac:spMk id="31" creationId="{648BEFCA-AEA6-7DEF-709F-46FB2EF705D4}"/>
          </ac:spMkLst>
        </pc:spChg>
        <pc:spChg chg="add mod">
          <ac:chgData name="종현 김" userId="4e62a0cd71f6508f" providerId="LiveId" clId="{6E62CB57-B7C1-44BE-9515-1C88952032F1}" dt="2026-03-30T11:16:27.100" v="29090" actId="20577"/>
          <ac:spMkLst>
            <pc:docMk/>
            <pc:sldMk cId="1430730815" sldId="423"/>
            <ac:spMk id="42" creationId="{C69D1EFD-5EC9-9751-48FA-1E6885E5C9E3}"/>
          </ac:spMkLst>
        </pc:spChg>
        <pc:spChg chg="add mod">
          <ac:chgData name="종현 김" userId="4e62a0cd71f6508f" providerId="LiveId" clId="{6E62CB57-B7C1-44BE-9515-1C88952032F1}" dt="2026-03-30T11:16:02.938" v="29082" actId="1076"/>
          <ac:spMkLst>
            <pc:docMk/>
            <pc:sldMk cId="1430730815" sldId="423"/>
            <ac:spMk id="43" creationId="{3F0920FB-76E9-C620-00DF-06F6E59149C3}"/>
          </ac:spMkLst>
        </pc:spChg>
        <pc:spChg chg="add mod">
          <ac:chgData name="종현 김" userId="4e62a0cd71f6508f" providerId="LiveId" clId="{6E62CB57-B7C1-44BE-9515-1C88952032F1}" dt="2026-03-31T10:00:25.057" v="29153" actId="207"/>
          <ac:spMkLst>
            <pc:docMk/>
            <pc:sldMk cId="1430730815" sldId="423"/>
            <ac:spMk id="47" creationId="{6E24F9C0-69D1-508C-9855-4DDA5CAFF411}"/>
          </ac:spMkLst>
        </pc:spChg>
        <pc:spChg chg="add mod">
          <ac:chgData name="종현 김" userId="4e62a0cd71f6508f" providerId="LiveId" clId="{6E62CB57-B7C1-44BE-9515-1C88952032F1}" dt="2026-03-30T11:16:23.381" v="29086" actId="20577"/>
          <ac:spMkLst>
            <pc:docMk/>
            <pc:sldMk cId="1430730815" sldId="423"/>
            <ac:spMk id="48" creationId="{8104D5EA-4AB4-6F24-9FD3-E95A3E88AC13}"/>
          </ac:spMkLst>
        </pc:spChg>
        <pc:spChg chg="add mod">
          <ac:chgData name="종현 김" userId="4e62a0cd71f6508f" providerId="LiveId" clId="{6E62CB57-B7C1-44BE-9515-1C88952032F1}" dt="2026-03-30T11:16:32.809" v="29096" actId="20577"/>
          <ac:spMkLst>
            <pc:docMk/>
            <pc:sldMk cId="1430730815" sldId="423"/>
            <ac:spMk id="49" creationId="{C8BDEB1F-AD9B-6851-C371-685ED54CBEE2}"/>
          </ac:spMkLst>
        </pc:spChg>
        <pc:spChg chg="add mod">
          <ac:chgData name="종현 김" userId="4e62a0cd71f6508f" providerId="LiveId" clId="{6E62CB57-B7C1-44BE-9515-1C88952032F1}" dt="2026-03-30T11:16:29.108" v="29092" actId="20577"/>
          <ac:spMkLst>
            <pc:docMk/>
            <pc:sldMk cId="1430730815" sldId="423"/>
            <ac:spMk id="50" creationId="{FAEE153C-030D-E68F-FACF-70CC0655069A}"/>
          </ac:spMkLst>
        </pc:spChg>
        <pc:spChg chg="add mod">
          <ac:chgData name="종현 김" userId="4e62a0cd71f6508f" providerId="LiveId" clId="{6E62CB57-B7C1-44BE-9515-1C88952032F1}" dt="2026-03-30T11:16:34.941" v="29098" actId="20577"/>
          <ac:spMkLst>
            <pc:docMk/>
            <pc:sldMk cId="1430730815" sldId="423"/>
            <ac:spMk id="53" creationId="{042428B1-BB54-64A1-ECFF-6FB3359A0062}"/>
          </ac:spMkLst>
        </pc:spChg>
        <pc:spChg chg="add mod">
          <ac:chgData name="종현 김" userId="4e62a0cd71f6508f" providerId="LiveId" clId="{6E62CB57-B7C1-44BE-9515-1C88952032F1}" dt="2026-03-30T11:17:06.710" v="29106" actId="20577"/>
          <ac:spMkLst>
            <pc:docMk/>
            <pc:sldMk cId="1430730815" sldId="423"/>
            <ac:spMk id="55" creationId="{C1C44B43-4E7D-A248-3D79-25B4FA5F029E}"/>
          </ac:spMkLst>
        </pc:spChg>
        <pc:spChg chg="add mod">
          <ac:chgData name="종현 김" userId="4e62a0cd71f6508f" providerId="LiveId" clId="{6E62CB57-B7C1-44BE-9515-1C88952032F1}" dt="2026-03-30T11:16:51.480" v="29100" actId="1076"/>
          <ac:spMkLst>
            <pc:docMk/>
            <pc:sldMk cId="1430730815" sldId="423"/>
            <ac:spMk id="56" creationId="{F7937E12-279F-A636-E8CE-15218D1E877E}"/>
          </ac:spMkLst>
        </pc:spChg>
        <pc:spChg chg="add mod">
          <ac:chgData name="종현 김" userId="4e62a0cd71f6508f" providerId="LiveId" clId="{6E62CB57-B7C1-44BE-9515-1C88952032F1}" dt="2026-03-31T10:00:25.057" v="29153" actId="207"/>
          <ac:spMkLst>
            <pc:docMk/>
            <pc:sldMk cId="1430730815" sldId="423"/>
            <ac:spMk id="60" creationId="{BDBD6DE4-C770-40FE-310D-8DB91DA5D0D6}"/>
          </ac:spMkLst>
        </pc:spChg>
        <pc:spChg chg="add mod">
          <ac:chgData name="종현 김" userId="4e62a0cd71f6508f" providerId="LiveId" clId="{6E62CB57-B7C1-44BE-9515-1C88952032F1}" dt="2026-03-30T11:18:14.265" v="29138" actId="20577"/>
          <ac:spMkLst>
            <pc:docMk/>
            <pc:sldMk cId="1430730815" sldId="423"/>
            <ac:spMk id="61" creationId="{840E8278-AE77-4D8C-DE80-7F24F523D5F7}"/>
          </ac:spMkLst>
        </pc:spChg>
        <pc:spChg chg="add mod">
          <ac:chgData name="종현 김" userId="4e62a0cd71f6508f" providerId="LiveId" clId="{6E62CB57-B7C1-44BE-9515-1C88952032F1}" dt="2026-03-30T11:18:00.848" v="29127" actId="20577"/>
          <ac:spMkLst>
            <pc:docMk/>
            <pc:sldMk cId="1430730815" sldId="423"/>
            <ac:spMk id="62" creationId="{63C6E182-5B43-1FC7-6AE6-1A7770384607}"/>
          </ac:spMkLst>
        </pc:spChg>
        <pc:spChg chg="add mod">
          <ac:chgData name="종현 김" userId="4e62a0cd71f6508f" providerId="LiveId" clId="{6E62CB57-B7C1-44BE-9515-1C88952032F1}" dt="2026-03-30T11:17:52.266" v="29121" actId="20577"/>
          <ac:spMkLst>
            <pc:docMk/>
            <pc:sldMk cId="1430730815" sldId="423"/>
            <ac:spMk id="65" creationId="{1F67770F-F82F-CB1E-AD00-A8B0C1F308D9}"/>
          </ac:spMkLst>
        </pc:spChg>
        <pc:spChg chg="add mod">
          <ac:chgData name="종현 김" userId="4e62a0cd71f6508f" providerId="LiveId" clId="{6E62CB57-B7C1-44BE-9515-1C88952032F1}" dt="2026-03-30T11:17:11.280" v="29110" actId="20577"/>
          <ac:spMkLst>
            <pc:docMk/>
            <pc:sldMk cId="1430730815" sldId="423"/>
            <ac:spMk id="67" creationId="{EFEFA14F-B7C2-A7D7-034A-9CDBF3BBAFF1}"/>
          </ac:spMkLst>
        </pc:spChg>
        <pc:spChg chg="add mod">
          <ac:chgData name="종현 김" userId="4e62a0cd71f6508f" providerId="LiveId" clId="{6E62CB57-B7C1-44BE-9515-1C88952032F1}" dt="2026-03-30T11:17:00.681" v="29102" actId="1076"/>
          <ac:spMkLst>
            <pc:docMk/>
            <pc:sldMk cId="1430730815" sldId="423"/>
            <ac:spMk id="68" creationId="{2F4C1427-81CD-2127-85DB-3EE21A25182B}"/>
          </ac:spMkLst>
        </pc:spChg>
        <pc:spChg chg="add mod">
          <ac:chgData name="종현 김" userId="4e62a0cd71f6508f" providerId="LiveId" clId="{6E62CB57-B7C1-44BE-9515-1C88952032F1}" dt="2026-03-31T10:00:25.057" v="29153" actId="207"/>
          <ac:spMkLst>
            <pc:docMk/>
            <pc:sldMk cId="1430730815" sldId="423"/>
            <ac:spMk id="72" creationId="{D8DF6151-2610-A394-3265-0D213C9F3C8B}"/>
          </ac:spMkLst>
        </pc:spChg>
        <pc:spChg chg="add mod">
          <ac:chgData name="종현 김" userId="4e62a0cd71f6508f" providerId="LiveId" clId="{6E62CB57-B7C1-44BE-9515-1C88952032F1}" dt="2026-03-30T11:18:11.927" v="29136" actId="20577"/>
          <ac:spMkLst>
            <pc:docMk/>
            <pc:sldMk cId="1430730815" sldId="423"/>
            <ac:spMk id="73" creationId="{0D7F5B31-E3C7-DD87-C00A-464721690A4D}"/>
          </ac:spMkLst>
        </pc:spChg>
        <pc:spChg chg="add mod">
          <ac:chgData name="종현 김" userId="4e62a0cd71f6508f" providerId="LiveId" clId="{6E62CB57-B7C1-44BE-9515-1C88952032F1}" dt="2026-03-30T11:18:09.798" v="29134" actId="20577"/>
          <ac:spMkLst>
            <pc:docMk/>
            <pc:sldMk cId="1430730815" sldId="423"/>
            <ac:spMk id="74" creationId="{A4537200-2A2A-DF34-429E-19C26DBF4376}"/>
          </ac:spMkLst>
        </pc:spChg>
        <pc:spChg chg="add mod">
          <ac:chgData name="종현 김" userId="4e62a0cd71f6508f" providerId="LiveId" clId="{6E62CB57-B7C1-44BE-9515-1C88952032F1}" dt="2026-03-30T11:17:54.404" v="29123" actId="20577"/>
          <ac:spMkLst>
            <pc:docMk/>
            <pc:sldMk cId="1430730815" sldId="423"/>
            <ac:spMk id="77" creationId="{9F14BDAC-40B2-C138-3A9E-5EF17234E767}"/>
          </ac:spMkLst>
        </pc:spChg>
        <pc:spChg chg="add mod">
          <ac:chgData name="종현 김" userId="4e62a0cd71f6508f" providerId="LiveId" clId="{6E62CB57-B7C1-44BE-9515-1C88952032F1}" dt="2026-03-30T11:17:48.188" v="29117" actId="20577"/>
          <ac:spMkLst>
            <pc:docMk/>
            <pc:sldMk cId="1430730815" sldId="423"/>
            <ac:spMk id="79" creationId="{EF5B87EA-8D09-0893-3583-110CE6946760}"/>
          </ac:spMkLst>
        </pc:spChg>
        <pc:spChg chg="add mod">
          <ac:chgData name="종현 김" userId="4e62a0cd71f6508f" providerId="LiveId" clId="{6E62CB57-B7C1-44BE-9515-1C88952032F1}" dt="2026-03-30T11:17:50.300" v="29119" actId="20577"/>
          <ac:spMkLst>
            <pc:docMk/>
            <pc:sldMk cId="1430730815" sldId="423"/>
            <ac:spMk id="80" creationId="{FFC14AC9-7F37-F127-4F82-1CC65B8F3941}"/>
          </ac:spMkLst>
        </pc:spChg>
        <pc:cxnChg chg="add mod">
          <ac:chgData name="종현 김" userId="4e62a0cd71f6508f" providerId="LiveId" clId="{6E62CB57-B7C1-44BE-9515-1C88952032F1}" dt="2026-03-30T11:12:15.905" v="29028"/>
          <ac:cxnSpMkLst>
            <pc:docMk/>
            <pc:sldMk cId="1430730815" sldId="423"/>
            <ac:cxnSpMk id="19" creationId="{DA7A4B1D-503C-ECA8-7C88-FA78AC09352B}"/>
          </ac:cxnSpMkLst>
        </pc:cxnChg>
        <pc:cxnChg chg="add mod">
          <ac:chgData name="종현 김" userId="4e62a0cd71f6508f" providerId="LiveId" clId="{6E62CB57-B7C1-44BE-9515-1C88952032F1}" dt="2026-03-30T11:15:31.114" v="29077" actId="1076"/>
          <ac:cxnSpMkLst>
            <pc:docMk/>
            <pc:sldMk cId="1430730815" sldId="423"/>
            <ac:cxnSpMk id="21" creationId="{06042AAB-3EFD-7D21-6F29-4CAB52762CD4}"/>
          </ac:cxnSpMkLst>
        </pc:cxnChg>
        <pc:cxnChg chg="add">
          <ac:chgData name="종현 김" userId="4e62a0cd71f6508f" providerId="LiveId" clId="{6E62CB57-B7C1-44BE-9515-1C88952032F1}" dt="2026-03-30T11:12:23.811" v="29030" actId="11529"/>
          <ac:cxnSpMkLst>
            <pc:docMk/>
            <pc:sldMk cId="1430730815" sldId="423"/>
            <ac:cxnSpMk id="23" creationId="{688B1DA1-9C6E-D382-0C0D-61C50429F9AC}"/>
          </ac:cxnSpMkLst>
        </pc:cxnChg>
        <pc:cxnChg chg="add mod">
          <ac:chgData name="종현 김" userId="4e62a0cd71f6508f" providerId="LiveId" clId="{6E62CB57-B7C1-44BE-9515-1C88952032F1}" dt="2026-03-30T11:15:18.018" v="29076" actId="1076"/>
          <ac:cxnSpMkLst>
            <pc:docMk/>
            <pc:sldMk cId="1430730815" sldId="423"/>
            <ac:cxnSpMk id="28" creationId="{3FBB6EBF-4568-81BD-34FF-6FE80E8689F8}"/>
          </ac:cxnSpMkLst>
        </pc:cxnChg>
        <pc:cxnChg chg="add mod">
          <ac:chgData name="종현 김" userId="4e62a0cd71f6508f" providerId="LiveId" clId="{6E62CB57-B7C1-44BE-9515-1C88952032F1}" dt="2026-03-30T11:15:18.018" v="29076" actId="1076"/>
          <ac:cxnSpMkLst>
            <pc:docMk/>
            <pc:sldMk cId="1430730815" sldId="423"/>
            <ac:cxnSpMk id="30" creationId="{4193A3CA-2DD1-FC9B-B442-4A6E5FDC535E}"/>
          </ac:cxnSpMkLst>
        </pc:cxnChg>
        <pc:cxnChg chg="add mod">
          <ac:chgData name="종현 김" userId="4e62a0cd71f6508f" providerId="LiveId" clId="{6E62CB57-B7C1-44BE-9515-1C88952032F1}" dt="2026-03-30T11:15:18.018" v="29076" actId="1076"/>
          <ac:cxnSpMkLst>
            <pc:docMk/>
            <pc:sldMk cId="1430730815" sldId="423"/>
            <ac:cxnSpMk id="33" creationId="{C0D81136-6D08-561F-171E-C2F3B17037B9}"/>
          </ac:cxnSpMkLst>
        </pc:cxnChg>
        <pc:cxnChg chg="add mod">
          <ac:chgData name="종현 김" userId="4e62a0cd71f6508f" providerId="LiveId" clId="{6E62CB57-B7C1-44BE-9515-1C88952032F1}" dt="2026-03-30T11:16:02.938" v="29082" actId="1076"/>
          <ac:cxnSpMkLst>
            <pc:docMk/>
            <pc:sldMk cId="1430730815" sldId="423"/>
            <ac:cxnSpMk id="44" creationId="{71DE805F-4542-8684-04D2-4A9A9CA8B665}"/>
          </ac:cxnSpMkLst>
        </pc:cxnChg>
        <pc:cxnChg chg="add mod">
          <ac:chgData name="종현 김" userId="4e62a0cd71f6508f" providerId="LiveId" clId="{6E62CB57-B7C1-44BE-9515-1C88952032F1}" dt="2026-03-30T11:16:02.938" v="29082" actId="1076"/>
          <ac:cxnSpMkLst>
            <pc:docMk/>
            <pc:sldMk cId="1430730815" sldId="423"/>
            <ac:cxnSpMk id="45" creationId="{765920EA-382E-69BB-1AE4-AB1AB41E06B3}"/>
          </ac:cxnSpMkLst>
        </pc:cxnChg>
        <pc:cxnChg chg="add mod">
          <ac:chgData name="종현 김" userId="4e62a0cd71f6508f" providerId="LiveId" clId="{6E62CB57-B7C1-44BE-9515-1C88952032F1}" dt="2026-03-30T11:16:27.100" v="29090" actId="20577"/>
          <ac:cxnSpMkLst>
            <pc:docMk/>
            <pc:sldMk cId="1430730815" sldId="423"/>
            <ac:cxnSpMk id="46" creationId="{AF5EED34-0D97-6CA4-91E6-B2C5AF4E7F38}"/>
          </ac:cxnSpMkLst>
        </pc:cxnChg>
        <pc:cxnChg chg="add mod">
          <ac:chgData name="종현 김" userId="4e62a0cd71f6508f" providerId="LiveId" clId="{6E62CB57-B7C1-44BE-9515-1C88952032F1}" dt="2026-03-30T11:16:32.809" v="29096" actId="20577"/>
          <ac:cxnSpMkLst>
            <pc:docMk/>
            <pc:sldMk cId="1430730815" sldId="423"/>
            <ac:cxnSpMk id="51" creationId="{A538F13F-1E8E-F839-FA07-49F423FB5A60}"/>
          </ac:cxnSpMkLst>
        </pc:cxnChg>
        <pc:cxnChg chg="add mod">
          <ac:chgData name="종현 김" userId="4e62a0cd71f6508f" providerId="LiveId" clId="{6E62CB57-B7C1-44BE-9515-1C88952032F1}" dt="2026-03-30T11:16:32.809" v="29096" actId="20577"/>
          <ac:cxnSpMkLst>
            <pc:docMk/>
            <pc:sldMk cId="1430730815" sldId="423"/>
            <ac:cxnSpMk id="52" creationId="{69450E48-A2D4-729C-745A-D04155DC6B36}"/>
          </ac:cxnSpMkLst>
        </pc:cxnChg>
        <pc:cxnChg chg="add mod">
          <ac:chgData name="종현 김" userId="4e62a0cd71f6508f" providerId="LiveId" clId="{6E62CB57-B7C1-44BE-9515-1C88952032F1}" dt="2026-03-30T11:16:34.941" v="29098" actId="20577"/>
          <ac:cxnSpMkLst>
            <pc:docMk/>
            <pc:sldMk cId="1430730815" sldId="423"/>
            <ac:cxnSpMk id="54" creationId="{4D88767B-991D-ACED-3B3C-DFAAA48D1C7D}"/>
          </ac:cxnSpMkLst>
        </pc:cxnChg>
        <pc:cxnChg chg="add mod">
          <ac:chgData name="종현 김" userId="4e62a0cd71f6508f" providerId="LiveId" clId="{6E62CB57-B7C1-44BE-9515-1C88952032F1}" dt="2026-03-30T11:16:51.480" v="29100" actId="1076"/>
          <ac:cxnSpMkLst>
            <pc:docMk/>
            <pc:sldMk cId="1430730815" sldId="423"/>
            <ac:cxnSpMk id="57" creationId="{23B1C2E0-98D5-9986-8741-00BE6DAC892A}"/>
          </ac:cxnSpMkLst>
        </pc:cxnChg>
        <pc:cxnChg chg="add mod">
          <ac:chgData name="종현 김" userId="4e62a0cd71f6508f" providerId="LiveId" clId="{6E62CB57-B7C1-44BE-9515-1C88952032F1}" dt="2026-03-30T11:16:51.480" v="29100" actId="1076"/>
          <ac:cxnSpMkLst>
            <pc:docMk/>
            <pc:sldMk cId="1430730815" sldId="423"/>
            <ac:cxnSpMk id="58" creationId="{96C83DAA-AC06-224C-4FAF-114A160324D2}"/>
          </ac:cxnSpMkLst>
        </pc:cxnChg>
        <pc:cxnChg chg="mod">
          <ac:chgData name="종현 김" userId="4e62a0cd71f6508f" providerId="LiveId" clId="{6E62CB57-B7C1-44BE-9515-1C88952032F1}" dt="2026-03-30T11:17:06.710" v="29106" actId="20577"/>
          <ac:cxnSpMkLst>
            <pc:docMk/>
            <pc:sldMk cId="1430730815" sldId="423"/>
            <ac:cxnSpMk id="59" creationId="{6538BE06-FA57-0ACF-0D12-3242CBC8A616}"/>
          </ac:cxnSpMkLst>
        </pc:cxnChg>
        <pc:cxnChg chg="add mod">
          <ac:chgData name="종현 김" userId="4e62a0cd71f6508f" providerId="LiveId" clId="{6E62CB57-B7C1-44BE-9515-1C88952032F1}" dt="2026-03-30T11:18:00.848" v="29127" actId="20577"/>
          <ac:cxnSpMkLst>
            <pc:docMk/>
            <pc:sldMk cId="1430730815" sldId="423"/>
            <ac:cxnSpMk id="63" creationId="{D6A71EFC-1350-9415-1774-B481099E5B77}"/>
          </ac:cxnSpMkLst>
        </pc:cxnChg>
        <pc:cxnChg chg="add mod">
          <ac:chgData name="종현 김" userId="4e62a0cd71f6508f" providerId="LiveId" clId="{6E62CB57-B7C1-44BE-9515-1C88952032F1}" dt="2026-03-30T11:18:00.848" v="29127" actId="20577"/>
          <ac:cxnSpMkLst>
            <pc:docMk/>
            <pc:sldMk cId="1430730815" sldId="423"/>
            <ac:cxnSpMk id="64" creationId="{8AD25BEC-7CC5-2559-BCC1-14984DF1AB33}"/>
          </ac:cxnSpMkLst>
        </pc:cxnChg>
        <pc:cxnChg chg="mod">
          <ac:chgData name="종현 김" userId="4e62a0cd71f6508f" providerId="LiveId" clId="{6E62CB57-B7C1-44BE-9515-1C88952032F1}" dt="2026-03-30T11:18:00.848" v="29127" actId="20577"/>
          <ac:cxnSpMkLst>
            <pc:docMk/>
            <pc:sldMk cId="1430730815" sldId="423"/>
            <ac:cxnSpMk id="66" creationId="{758D0FD7-41A0-06EB-BA7A-6946679EFAAA}"/>
          </ac:cxnSpMkLst>
        </pc:cxnChg>
        <pc:cxnChg chg="add mod">
          <ac:chgData name="종현 김" userId="4e62a0cd71f6508f" providerId="LiveId" clId="{6E62CB57-B7C1-44BE-9515-1C88952032F1}" dt="2026-03-30T11:17:00.681" v="29102" actId="1076"/>
          <ac:cxnSpMkLst>
            <pc:docMk/>
            <pc:sldMk cId="1430730815" sldId="423"/>
            <ac:cxnSpMk id="69" creationId="{63B663B7-DBE1-38A0-A461-488E51AADA52}"/>
          </ac:cxnSpMkLst>
        </pc:cxnChg>
        <pc:cxnChg chg="add mod">
          <ac:chgData name="종현 김" userId="4e62a0cd71f6508f" providerId="LiveId" clId="{6E62CB57-B7C1-44BE-9515-1C88952032F1}" dt="2026-03-30T11:17:11.280" v="29110" actId="20577"/>
          <ac:cxnSpMkLst>
            <pc:docMk/>
            <pc:sldMk cId="1430730815" sldId="423"/>
            <ac:cxnSpMk id="71" creationId="{5E0FE973-8909-B422-C39B-8872E9A1EE67}"/>
          </ac:cxnSpMkLst>
        </pc:cxnChg>
        <pc:cxnChg chg="mod">
          <ac:chgData name="종현 김" userId="4e62a0cd71f6508f" providerId="LiveId" clId="{6E62CB57-B7C1-44BE-9515-1C88952032F1}" dt="2026-03-30T11:18:09.798" v="29134" actId="20577"/>
          <ac:cxnSpMkLst>
            <pc:docMk/>
            <pc:sldMk cId="1430730815" sldId="423"/>
            <ac:cxnSpMk id="75" creationId="{44656666-4CAE-4AD5-F267-9D83A71A7A26}"/>
          </ac:cxnSpMkLst>
        </pc:cxnChg>
        <pc:cxnChg chg="add mod">
          <ac:chgData name="종현 김" userId="4e62a0cd71f6508f" providerId="LiveId" clId="{6E62CB57-B7C1-44BE-9515-1C88952032F1}" dt="2026-03-30T11:18:09.798" v="29134" actId="20577"/>
          <ac:cxnSpMkLst>
            <pc:docMk/>
            <pc:sldMk cId="1430730815" sldId="423"/>
            <ac:cxnSpMk id="76" creationId="{15B261A6-F76C-12E8-EEF2-86F6BBA22653}"/>
          </ac:cxnSpMkLst>
        </pc:cxnChg>
        <pc:cxnChg chg="add mod">
          <ac:chgData name="종현 김" userId="4e62a0cd71f6508f" providerId="LiveId" clId="{6E62CB57-B7C1-44BE-9515-1C88952032F1}" dt="2026-03-30T11:18:09.798" v="29134" actId="20577"/>
          <ac:cxnSpMkLst>
            <pc:docMk/>
            <pc:sldMk cId="1430730815" sldId="423"/>
            <ac:cxnSpMk id="78" creationId="{377CF2BA-2962-6AAB-90C4-D7F57E27FB0C}"/>
          </ac:cxnSpMkLst>
        </pc:cxnChg>
      </pc:sldChg>
      <pc:sldChg chg="addSp delSp modSp add mod">
        <pc:chgData name="종현 김" userId="4e62a0cd71f6508f" providerId="LiveId" clId="{6E62CB57-B7C1-44BE-9515-1C88952032F1}" dt="2026-04-08T06:49:19.369" v="35341" actId="20577"/>
        <pc:sldMkLst>
          <pc:docMk/>
          <pc:sldMk cId="3702589667" sldId="424"/>
        </pc:sldMkLst>
        <pc:spChg chg="mod">
          <ac:chgData name="종현 김" userId="4e62a0cd71f6508f" providerId="LiveId" clId="{6E62CB57-B7C1-44BE-9515-1C88952032F1}" dt="2026-04-08T06:49:19.369" v="35341" actId="20577"/>
          <ac:spMkLst>
            <pc:docMk/>
            <pc:sldMk cId="3702589667" sldId="424"/>
            <ac:spMk id="3" creationId="{D93E5DAD-29ED-0D7B-8832-5EE090F6117A}"/>
          </ac:spMkLst>
        </pc:spChg>
        <pc:spChg chg="add mod">
          <ac:chgData name="종현 김" userId="4e62a0cd71f6508f" providerId="LiveId" clId="{6E62CB57-B7C1-44BE-9515-1C88952032F1}" dt="2026-04-08T03:45:26.763" v="33042"/>
          <ac:spMkLst>
            <pc:docMk/>
            <pc:sldMk cId="3702589667" sldId="424"/>
            <ac:spMk id="5" creationId="{B9C0D9E1-99EB-13D7-DCF1-B85E612BEB51}"/>
          </ac:spMkLst>
        </pc:spChg>
        <pc:spChg chg="add mod">
          <ac:chgData name="종현 김" userId="4e62a0cd71f6508f" providerId="LiveId" clId="{6E62CB57-B7C1-44BE-9515-1C88952032F1}" dt="2026-04-08T03:45:31.198" v="33043"/>
          <ac:spMkLst>
            <pc:docMk/>
            <pc:sldMk cId="3702589667" sldId="424"/>
            <ac:spMk id="6" creationId="{936908B7-B041-2200-24A3-46E4ECF1AFFE}"/>
          </ac:spMkLst>
        </pc:spChg>
        <pc:spChg chg="add mod">
          <ac:chgData name="종현 김" userId="4e62a0cd71f6508f" providerId="LiveId" clId="{6E62CB57-B7C1-44BE-9515-1C88952032F1}" dt="2026-04-08T03:46:18.469" v="33065" actId="20577"/>
          <ac:spMkLst>
            <pc:docMk/>
            <pc:sldMk cId="3702589667" sldId="424"/>
            <ac:spMk id="11" creationId="{E66D641E-287F-A036-07A4-7EFE202C49F0}"/>
          </ac:spMkLst>
        </pc:spChg>
        <pc:spChg chg="add del mod">
          <ac:chgData name="종현 김" userId="4e62a0cd71f6508f" providerId="LiveId" clId="{6E62CB57-B7C1-44BE-9515-1C88952032F1}" dt="2026-04-08T03:45:49.012" v="33048" actId="478"/>
          <ac:spMkLst>
            <pc:docMk/>
            <pc:sldMk cId="3702589667" sldId="424"/>
            <ac:spMk id="14" creationId="{C5843AF4-3F05-14EF-653B-C40558E76C99}"/>
          </ac:spMkLst>
        </pc:spChg>
        <pc:spChg chg="mod">
          <ac:chgData name="종현 김" userId="4e62a0cd71f6508f" providerId="LiveId" clId="{6E62CB57-B7C1-44BE-9515-1C88952032F1}" dt="2026-04-08T03:45:43.770" v="33047" actId="1076"/>
          <ac:spMkLst>
            <pc:docMk/>
            <pc:sldMk cId="3702589667" sldId="424"/>
            <ac:spMk id="15" creationId="{05F4B534-0E70-CD1F-7F9A-E51172769CFD}"/>
          </ac:spMkLst>
        </pc:spChg>
        <pc:spChg chg="add del mod">
          <ac:chgData name="종현 김" userId="4e62a0cd71f6508f" providerId="LiveId" clId="{6E62CB57-B7C1-44BE-9515-1C88952032F1}" dt="2026-04-08T03:45:51.168" v="33049" actId="478"/>
          <ac:spMkLst>
            <pc:docMk/>
            <pc:sldMk cId="3702589667" sldId="424"/>
            <ac:spMk id="16" creationId="{8ECA82F1-1DF8-1F90-BFAB-CF8DDF327274}"/>
          </ac:spMkLst>
        </pc:spChg>
        <pc:spChg chg="add mod">
          <ac:chgData name="종현 김" userId="4e62a0cd71f6508f" providerId="LiveId" clId="{6E62CB57-B7C1-44BE-9515-1C88952032F1}" dt="2026-04-08T03:46:39.856" v="33077" actId="20577"/>
          <ac:spMkLst>
            <pc:docMk/>
            <pc:sldMk cId="3702589667" sldId="424"/>
            <ac:spMk id="17" creationId="{300144CB-68CE-32AE-23C4-185E61CECE62}"/>
          </ac:spMkLst>
        </pc:spChg>
        <pc:picChg chg="add mod">
          <ac:chgData name="종현 김" userId="4e62a0cd71f6508f" providerId="LiveId" clId="{6E62CB57-B7C1-44BE-9515-1C88952032F1}" dt="2026-04-07T11:54:04.745" v="32975"/>
          <ac:picMkLst>
            <pc:docMk/>
            <pc:sldMk cId="3702589667" sldId="424"/>
            <ac:picMk id="2" creationId="{74D4F0E0-4231-BFBA-39BA-9028C2C1ECC7}"/>
          </ac:picMkLst>
        </pc:picChg>
        <pc:picChg chg="add del">
          <ac:chgData name="종현 김" userId="4e62a0cd71f6508f" providerId="LiveId" clId="{6E62CB57-B7C1-44BE-9515-1C88952032F1}" dt="2026-04-08T03:45:26.348" v="33041" actId="478"/>
          <ac:picMkLst>
            <pc:docMk/>
            <pc:sldMk cId="3702589667" sldId="424"/>
            <ac:picMk id="12" creationId="{FD1E27B7-C4BF-F8D6-5696-74F664B573D8}"/>
          </ac:picMkLst>
        </pc:picChg>
      </pc:sldChg>
      <pc:sldChg chg="addSp delSp modSp add del mod">
        <pc:chgData name="종현 김" userId="4e62a0cd71f6508f" providerId="LiveId" clId="{6E62CB57-B7C1-44BE-9515-1C88952032F1}" dt="2026-04-08T06:52:40.737" v="35469" actId="47"/>
        <pc:sldMkLst>
          <pc:docMk/>
          <pc:sldMk cId="2741299925" sldId="425"/>
        </pc:sldMkLst>
        <pc:spChg chg="add del mod">
          <ac:chgData name="종현 김" userId="4e62a0cd71f6508f" providerId="LiveId" clId="{6E62CB57-B7C1-44BE-9515-1C88952032F1}" dt="2026-04-08T06:36:17.784" v="34999" actId="21"/>
          <ac:spMkLst>
            <pc:docMk/>
            <pc:sldMk cId="2741299925" sldId="425"/>
            <ac:spMk id="4" creationId="{DFF329E6-D373-99A9-585B-D51355A050D5}"/>
          </ac:spMkLst>
        </pc:spChg>
        <pc:spChg chg="add del mod">
          <ac:chgData name="종현 김" userId="4e62a0cd71f6508f" providerId="LiveId" clId="{6E62CB57-B7C1-44BE-9515-1C88952032F1}" dt="2026-04-08T06:36:17.784" v="34999" actId="21"/>
          <ac:spMkLst>
            <pc:docMk/>
            <pc:sldMk cId="2741299925" sldId="425"/>
            <ac:spMk id="7" creationId="{2B2EAF5A-CBF9-69F2-A570-126131B4EA7C}"/>
          </ac:spMkLst>
        </pc:spChg>
        <pc:spChg chg="add del mod">
          <ac:chgData name="종현 김" userId="4e62a0cd71f6508f" providerId="LiveId" clId="{6E62CB57-B7C1-44BE-9515-1C88952032F1}" dt="2026-04-08T06:36:17.784" v="34999" actId="21"/>
          <ac:spMkLst>
            <pc:docMk/>
            <pc:sldMk cId="2741299925" sldId="425"/>
            <ac:spMk id="8" creationId="{97C8A1E2-BCA8-E2EF-A604-865A9E557EAC}"/>
          </ac:spMkLst>
        </pc:spChg>
        <pc:spChg chg="add del mod">
          <ac:chgData name="종현 김" userId="4e62a0cd71f6508f" providerId="LiveId" clId="{6E62CB57-B7C1-44BE-9515-1C88952032F1}" dt="2026-04-08T06:36:17.784" v="34999" actId="21"/>
          <ac:spMkLst>
            <pc:docMk/>
            <pc:sldMk cId="2741299925" sldId="425"/>
            <ac:spMk id="10" creationId="{6F460ED7-5E18-5D80-35C2-BECE71C58BA6}"/>
          </ac:spMkLst>
        </pc:spChg>
        <pc:spChg chg="add del mod">
          <ac:chgData name="종현 김" userId="4e62a0cd71f6508f" providerId="LiveId" clId="{6E62CB57-B7C1-44BE-9515-1C88952032F1}" dt="2026-04-08T06:36:17.784" v="34999" actId="21"/>
          <ac:spMkLst>
            <pc:docMk/>
            <pc:sldMk cId="2741299925" sldId="425"/>
            <ac:spMk id="11" creationId="{DBD8C64D-CFC7-4598-9310-2A473983EA53}"/>
          </ac:spMkLst>
        </pc:spChg>
      </pc:sldChg>
      <pc:sldChg chg="addSp delSp modSp add del mod">
        <pc:chgData name="종현 김" userId="4e62a0cd71f6508f" providerId="LiveId" clId="{6E62CB57-B7C1-44BE-9515-1C88952032F1}" dt="2026-04-08T06:52:40.737" v="35469" actId="47"/>
        <pc:sldMkLst>
          <pc:docMk/>
          <pc:sldMk cId="1053347632" sldId="426"/>
        </pc:sldMkLst>
      </pc:sldChg>
      <pc:sldChg chg="modSp add del mod ord">
        <pc:chgData name="종현 김" userId="4e62a0cd71f6508f" providerId="LiveId" clId="{6E62CB57-B7C1-44BE-9515-1C88952032F1}" dt="2026-04-08T06:52:40.737" v="35469" actId="47"/>
        <pc:sldMkLst>
          <pc:docMk/>
          <pc:sldMk cId="1184865835" sldId="427"/>
        </pc:sldMkLst>
      </pc:sldChg>
      <pc:sldChg chg="addSp delSp modSp add del mod">
        <pc:chgData name="종현 김" userId="4e62a0cd71f6508f" providerId="LiveId" clId="{6E62CB57-B7C1-44BE-9515-1C88952032F1}" dt="2026-04-08T06:52:40.737" v="35469" actId="47"/>
        <pc:sldMkLst>
          <pc:docMk/>
          <pc:sldMk cId="4145757656" sldId="428"/>
        </pc:sldMkLst>
      </pc:sldChg>
      <pc:sldChg chg="addSp delSp modSp add mod">
        <pc:chgData name="종현 김" userId="4e62a0cd71f6508f" providerId="LiveId" clId="{6E62CB57-B7C1-44BE-9515-1C88952032F1}" dt="2026-04-08T06:49:08.945" v="35331" actId="20577"/>
        <pc:sldMkLst>
          <pc:docMk/>
          <pc:sldMk cId="3357436625" sldId="429"/>
        </pc:sldMkLst>
        <pc:spChg chg="mod">
          <ac:chgData name="종현 김" userId="4e62a0cd71f6508f" providerId="LiveId" clId="{6E62CB57-B7C1-44BE-9515-1C88952032F1}" dt="2026-04-08T06:49:08.945" v="35331" actId="20577"/>
          <ac:spMkLst>
            <pc:docMk/>
            <pc:sldMk cId="3357436625" sldId="429"/>
            <ac:spMk id="3" creationId="{F2C839F4-00CF-B48F-F842-B90666AD3CA1}"/>
          </ac:spMkLst>
        </pc:spChg>
        <pc:spChg chg="mod">
          <ac:chgData name="종현 김" userId="4e62a0cd71f6508f" providerId="LiveId" clId="{6E62CB57-B7C1-44BE-9515-1C88952032F1}" dt="2026-04-07T05:52:34.569" v="32207" actId="1076"/>
          <ac:spMkLst>
            <pc:docMk/>
            <pc:sldMk cId="3357436625" sldId="429"/>
            <ac:spMk id="5" creationId="{84BBB8BC-42C5-91B9-B0BE-8DAAAD6B0FE1}"/>
          </ac:spMkLst>
        </pc:spChg>
        <pc:picChg chg="del">
          <ac:chgData name="종현 김" userId="4e62a0cd71f6508f" providerId="LiveId" clId="{6E62CB57-B7C1-44BE-9515-1C88952032F1}" dt="2026-04-07T05:44:15.840" v="31906" actId="478"/>
          <ac:picMkLst>
            <pc:docMk/>
            <pc:sldMk cId="3357436625" sldId="429"/>
            <ac:picMk id="6" creationId="{F5109A02-6DC0-25A4-80CB-5FBF7C5224DD}"/>
          </ac:picMkLst>
        </pc:picChg>
        <pc:picChg chg="del">
          <ac:chgData name="종현 김" userId="4e62a0cd71f6508f" providerId="LiveId" clId="{6E62CB57-B7C1-44BE-9515-1C88952032F1}" dt="2026-04-07T05:44:17.503" v="31907" actId="478"/>
          <ac:picMkLst>
            <pc:docMk/>
            <pc:sldMk cId="3357436625" sldId="429"/>
            <ac:picMk id="8" creationId="{E6DB9ACE-DF00-A31C-5B03-47F8AB0DCBD3}"/>
          </ac:picMkLst>
        </pc:picChg>
        <pc:picChg chg="add mod">
          <ac:chgData name="종현 김" userId="4e62a0cd71f6508f" providerId="LiveId" clId="{6E62CB57-B7C1-44BE-9515-1C88952032F1}" dt="2026-04-07T05:44:32.213" v="31912" actId="1076"/>
          <ac:picMkLst>
            <pc:docMk/>
            <pc:sldMk cId="3357436625" sldId="429"/>
            <ac:picMk id="2050" creationId="{87D26D34-4515-2AEF-B23D-13DE9E2EB3BB}"/>
          </ac:picMkLst>
        </pc:picChg>
      </pc:sldChg>
      <pc:sldChg chg="addSp delSp modSp add mod">
        <pc:chgData name="종현 김" userId="4e62a0cd71f6508f" providerId="LiveId" clId="{6E62CB57-B7C1-44BE-9515-1C88952032F1}" dt="2026-04-08T06:49:39.789" v="35357" actId="20577"/>
        <pc:sldMkLst>
          <pc:docMk/>
          <pc:sldMk cId="3027627602" sldId="430"/>
        </pc:sldMkLst>
        <pc:spChg chg="mod">
          <ac:chgData name="종현 김" userId="4e62a0cd71f6508f" providerId="LiveId" clId="{6E62CB57-B7C1-44BE-9515-1C88952032F1}" dt="2026-04-08T06:49:39.789" v="35357" actId="20577"/>
          <ac:spMkLst>
            <pc:docMk/>
            <pc:sldMk cId="3027627602" sldId="430"/>
            <ac:spMk id="3" creationId="{CCDF2802-52E7-B066-BBAB-A942B9BB200F}"/>
          </ac:spMkLst>
        </pc:spChg>
        <pc:spChg chg="del">
          <ac:chgData name="종현 김" userId="4e62a0cd71f6508f" providerId="LiveId" clId="{6E62CB57-B7C1-44BE-9515-1C88952032F1}" dt="2026-04-07T05:57:23.750" v="32238" actId="478"/>
          <ac:spMkLst>
            <pc:docMk/>
            <pc:sldMk cId="3027627602" sldId="430"/>
            <ac:spMk id="4" creationId="{B896A93A-0EC3-D9D0-51E7-A1C949D38F46}"/>
          </ac:spMkLst>
        </pc:spChg>
        <pc:spChg chg="del">
          <ac:chgData name="종현 김" userId="4e62a0cd71f6508f" providerId="LiveId" clId="{6E62CB57-B7C1-44BE-9515-1C88952032F1}" dt="2026-04-07T05:57:23.750" v="32238" actId="478"/>
          <ac:spMkLst>
            <pc:docMk/>
            <pc:sldMk cId="3027627602" sldId="430"/>
            <ac:spMk id="6" creationId="{2FF95058-3DD2-C693-B155-8EDF9BA11F64}"/>
          </ac:spMkLst>
        </pc:spChg>
        <pc:spChg chg="del">
          <ac:chgData name="종현 김" userId="4e62a0cd71f6508f" providerId="LiveId" clId="{6E62CB57-B7C1-44BE-9515-1C88952032F1}" dt="2026-04-07T05:57:23.750" v="32238" actId="478"/>
          <ac:spMkLst>
            <pc:docMk/>
            <pc:sldMk cId="3027627602" sldId="430"/>
            <ac:spMk id="7" creationId="{29CDEFC7-4EAA-73DC-CC38-2865EB60CB3E}"/>
          </ac:spMkLst>
        </pc:spChg>
        <pc:spChg chg="del">
          <ac:chgData name="종현 김" userId="4e62a0cd71f6508f" providerId="LiveId" clId="{6E62CB57-B7C1-44BE-9515-1C88952032F1}" dt="2026-04-07T05:57:23.750" v="32238" actId="478"/>
          <ac:spMkLst>
            <pc:docMk/>
            <pc:sldMk cId="3027627602" sldId="430"/>
            <ac:spMk id="8" creationId="{2AD969DD-6A52-8C6C-9FBC-D9DA75EEB96D}"/>
          </ac:spMkLst>
        </pc:spChg>
        <pc:spChg chg="del">
          <ac:chgData name="종현 김" userId="4e62a0cd71f6508f" providerId="LiveId" clId="{6E62CB57-B7C1-44BE-9515-1C88952032F1}" dt="2026-04-07T05:57:23.750" v="32238" actId="478"/>
          <ac:spMkLst>
            <pc:docMk/>
            <pc:sldMk cId="3027627602" sldId="430"/>
            <ac:spMk id="9" creationId="{D2AC6AF1-A8DB-1F19-D52A-7A57B6771177}"/>
          </ac:spMkLst>
        </pc:spChg>
        <pc:spChg chg="add mod">
          <ac:chgData name="종현 김" userId="4e62a0cd71f6508f" providerId="LiveId" clId="{6E62CB57-B7C1-44BE-9515-1C88952032F1}" dt="2026-04-07T06:19:27.898" v="32279"/>
          <ac:spMkLst>
            <pc:docMk/>
            <pc:sldMk cId="3027627602" sldId="430"/>
            <ac:spMk id="15" creationId="{61616753-BB2E-8C3D-0869-6767D6D8BE4B}"/>
          </ac:spMkLst>
        </pc:spChg>
        <pc:graphicFrameChg chg="add del mod modGraphic">
          <ac:chgData name="종현 김" userId="4e62a0cd71f6508f" providerId="LiveId" clId="{6E62CB57-B7C1-44BE-9515-1C88952032F1}" dt="2026-04-07T06:13:25.543" v="32264" actId="478"/>
          <ac:graphicFrameMkLst>
            <pc:docMk/>
            <pc:sldMk cId="3027627602" sldId="430"/>
            <ac:graphicFrameMk id="5" creationId="{8E773F96-6E5B-3849-5FA6-C3FD8DD2D2E9}"/>
          </ac:graphicFrameMkLst>
        </pc:graphicFrameChg>
        <pc:graphicFrameChg chg="add del mod modGraphic">
          <ac:chgData name="종현 김" userId="4e62a0cd71f6508f" providerId="LiveId" clId="{6E62CB57-B7C1-44BE-9515-1C88952032F1}" dt="2026-04-07T06:13:25.543" v="32264" actId="478"/>
          <ac:graphicFrameMkLst>
            <pc:docMk/>
            <pc:sldMk cId="3027627602" sldId="430"/>
            <ac:graphicFrameMk id="10" creationId="{137E45A9-E686-DDBC-3B80-29ABF1C7B524}"/>
          </ac:graphicFrameMkLst>
        </pc:graphicFrameChg>
        <pc:picChg chg="add mod">
          <ac:chgData name="종현 김" userId="4e62a0cd71f6508f" providerId="LiveId" clId="{6E62CB57-B7C1-44BE-9515-1C88952032F1}" dt="2026-04-07T06:19:38.980" v="32282" actId="1076"/>
          <ac:picMkLst>
            <pc:docMk/>
            <pc:sldMk cId="3027627602" sldId="430"/>
            <ac:picMk id="12" creationId="{B6A7F5F6-5379-865B-7177-226A6656C833}"/>
          </ac:picMkLst>
        </pc:picChg>
        <pc:picChg chg="add mod">
          <ac:chgData name="종현 김" userId="4e62a0cd71f6508f" providerId="LiveId" clId="{6E62CB57-B7C1-44BE-9515-1C88952032F1}" dt="2026-04-07T06:19:41.922" v="32283" actId="1076"/>
          <ac:picMkLst>
            <pc:docMk/>
            <pc:sldMk cId="3027627602" sldId="430"/>
            <ac:picMk id="14" creationId="{3DDF70FD-4723-F3F8-14EE-E996CE7E1F75}"/>
          </ac:picMkLst>
        </pc:picChg>
        <pc:picChg chg="add del mod">
          <ac:chgData name="종현 김" userId="4e62a0cd71f6508f" providerId="LiveId" clId="{6E62CB57-B7C1-44BE-9515-1C88952032F1}" dt="2026-04-07T06:28:23.664" v="32296" actId="478"/>
          <ac:picMkLst>
            <pc:docMk/>
            <pc:sldMk cId="3027627602" sldId="430"/>
            <ac:picMk id="17" creationId="{B1DC474E-5E84-A974-76EC-A42A482C70BE}"/>
          </ac:picMkLst>
        </pc:picChg>
      </pc:sldChg>
      <pc:sldChg chg="addSp delSp modSp add mod">
        <pc:chgData name="종현 김" userId="4e62a0cd71f6508f" providerId="LiveId" clId="{6E62CB57-B7C1-44BE-9515-1C88952032F1}" dt="2026-04-08T06:49:42.740" v="35359" actId="20577"/>
        <pc:sldMkLst>
          <pc:docMk/>
          <pc:sldMk cId="3679665737" sldId="431"/>
        </pc:sldMkLst>
        <pc:spChg chg="mod">
          <ac:chgData name="종현 김" userId="4e62a0cd71f6508f" providerId="LiveId" clId="{6E62CB57-B7C1-44BE-9515-1C88952032F1}" dt="2026-04-08T06:49:42.740" v="35359" actId="20577"/>
          <ac:spMkLst>
            <pc:docMk/>
            <pc:sldMk cId="3679665737" sldId="431"/>
            <ac:spMk id="3" creationId="{7E879293-D900-424B-5C66-DFD3CC84014A}"/>
          </ac:spMkLst>
        </pc:spChg>
        <pc:spChg chg="add mod">
          <ac:chgData name="종현 김" userId="4e62a0cd71f6508f" providerId="LiveId" clId="{6E62CB57-B7C1-44BE-9515-1C88952032F1}" dt="2026-04-07T06:28:36.894" v="32301"/>
          <ac:spMkLst>
            <pc:docMk/>
            <pc:sldMk cId="3679665737" sldId="431"/>
            <ac:spMk id="5" creationId="{F24C7712-C39F-6FE6-D289-BCF4588D474B}"/>
          </ac:spMkLst>
        </pc:spChg>
        <pc:picChg chg="add mod">
          <ac:chgData name="종현 김" userId="4e62a0cd71f6508f" providerId="LiveId" clId="{6E62CB57-B7C1-44BE-9515-1C88952032F1}" dt="2026-04-07T06:28:26.113" v="32297"/>
          <ac:picMkLst>
            <pc:docMk/>
            <pc:sldMk cId="3679665737" sldId="431"/>
            <ac:picMk id="4" creationId="{C6659DCA-7AEA-0A04-1168-AD7A2F8A22FD}"/>
          </ac:picMkLst>
        </pc:picChg>
        <pc:picChg chg="del">
          <ac:chgData name="종현 김" userId="4e62a0cd71f6508f" providerId="LiveId" clId="{6E62CB57-B7C1-44BE-9515-1C88952032F1}" dt="2026-04-07T06:28:16.441" v="32290" actId="478"/>
          <ac:picMkLst>
            <pc:docMk/>
            <pc:sldMk cId="3679665737" sldId="431"/>
            <ac:picMk id="12" creationId="{3B5E8C10-849F-D033-FE78-B3D6F0F34341}"/>
          </ac:picMkLst>
        </pc:picChg>
        <pc:picChg chg="del">
          <ac:chgData name="종현 김" userId="4e62a0cd71f6508f" providerId="LiveId" clId="{6E62CB57-B7C1-44BE-9515-1C88952032F1}" dt="2026-04-07T06:28:19.288" v="32292" actId="478"/>
          <ac:picMkLst>
            <pc:docMk/>
            <pc:sldMk cId="3679665737" sldId="431"/>
            <ac:picMk id="14" creationId="{BD7A3962-CE06-7B92-94FD-CC2A98FA04DA}"/>
          </ac:picMkLst>
        </pc:picChg>
        <pc:picChg chg="mod">
          <ac:chgData name="종현 김" userId="4e62a0cd71f6508f" providerId="LiveId" clId="{6E62CB57-B7C1-44BE-9515-1C88952032F1}" dt="2026-04-07T06:28:31.454" v="32300" actId="1076"/>
          <ac:picMkLst>
            <pc:docMk/>
            <pc:sldMk cId="3679665737" sldId="431"/>
            <ac:picMk id="17" creationId="{1717581D-F417-A4AD-6507-0E38923E327E}"/>
          </ac:picMkLst>
        </pc:picChg>
      </pc:sldChg>
      <pc:sldChg chg="addSp delSp modSp add mod">
        <pc:chgData name="종현 김" userId="4e62a0cd71f6508f" providerId="LiveId" clId="{6E62CB57-B7C1-44BE-9515-1C88952032F1}" dt="2026-04-08T06:49:46.166" v="35363" actId="20577"/>
        <pc:sldMkLst>
          <pc:docMk/>
          <pc:sldMk cId="1232816284" sldId="432"/>
        </pc:sldMkLst>
        <pc:spChg chg="mod">
          <ac:chgData name="종현 김" userId="4e62a0cd71f6508f" providerId="LiveId" clId="{6E62CB57-B7C1-44BE-9515-1C88952032F1}" dt="2026-04-08T06:49:46.166" v="35363" actId="20577"/>
          <ac:spMkLst>
            <pc:docMk/>
            <pc:sldMk cId="1232816284" sldId="432"/>
            <ac:spMk id="3" creationId="{C0E0587C-1626-847E-ECF1-87C7720601BF}"/>
          </ac:spMkLst>
        </pc:spChg>
        <pc:spChg chg="add mod">
          <ac:chgData name="종현 김" userId="4e62a0cd71f6508f" providerId="LiveId" clId="{6E62CB57-B7C1-44BE-9515-1C88952032F1}" dt="2026-04-07T06:32:36.615" v="32311"/>
          <ac:spMkLst>
            <pc:docMk/>
            <pc:sldMk cId="1232816284" sldId="432"/>
            <ac:spMk id="8" creationId="{13BF867F-3AD4-A296-F05B-0C8DA4788EC4}"/>
          </ac:spMkLst>
        </pc:spChg>
        <pc:picChg chg="del">
          <ac:chgData name="종현 김" userId="4e62a0cd71f6508f" providerId="LiveId" clId="{6E62CB57-B7C1-44BE-9515-1C88952032F1}" dt="2026-04-07T06:30:41.785" v="32303" actId="478"/>
          <ac:picMkLst>
            <pc:docMk/>
            <pc:sldMk cId="1232816284" sldId="432"/>
            <ac:picMk id="4" creationId="{D37FAB63-E743-E8E9-C27D-21E2C57DF0C8}"/>
          </ac:picMkLst>
        </pc:picChg>
        <pc:picChg chg="add mod modCrop">
          <ac:chgData name="종현 김" userId="4e62a0cd71f6508f" providerId="LiveId" clId="{6E62CB57-B7C1-44BE-9515-1C88952032F1}" dt="2026-04-07T11:15:58.073" v="32916" actId="14100"/>
          <ac:picMkLst>
            <pc:docMk/>
            <pc:sldMk cId="1232816284" sldId="432"/>
            <ac:picMk id="7" creationId="{C63F8A75-BCE8-15F8-E2B5-78FEB675F181}"/>
          </ac:picMkLst>
        </pc:picChg>
        <pc:picChg chg="mod">
          <ac:chgData name="종현 김" userId="4e62a0cd71f6508f" providerId="LiveId" clId="{6E62CB57-B7C1-44BE-9515-1C88952032F1}" dt="2026-04-07T06:30:45.462" v="32304" actId="1076"/>
          <ac:picMkLst>
            <pc:docMk/>
            <pc:sldMk cId="1232816284" sldId="432"/>
            <ac:picMk id="17" creationId="{D4AB9A43-DBDF-BB34-D0A7-D61CBCB4623B}"/>
          </ac:picMkLst>
        </pc:picChg>
      </pc:sldChg>
      <pc:sldChg chg="addSp delSp modSp add mod">
        <pc:chgData name="종현 김" userId="4e62a0cd71f6508f" providerId="LiveId" clId="{6E62CB57-B7C1-44BE-9515-1C88952032F1}" dt="2026-04-08T06:49:49.061" v="35367" actId="20577"/>
        <pc:sldMkLst>
          <pc:docMk/>
          <pc:sldMk cId="902171554" sldId="433"/>
        </pc:sldMkLst>
        <pc:spChg chg="mod">
          <ac:chgData name="종현 김" userId="4e62a0cd71f6508f" providerId="LiveId" clId="{6E62CB57-B7C1-44BE-9515-1C88952032F1}" dt="2026-04-08T06:49:49.061" v="35367" actId="20577"/>
          <ac:spMkLst>
            <pc:docMk/>
            <pc:sldMk cId="902171554" sldId="433"/>
            <ac:spMk id="3" creationId="{90C87956-9E4F-D24D-1306-7B474CEE0B34}"/>
          </ac:spMkLst>
        </pc:spChg>
        <pc:spChg chg="add mod">
          <ac:chgData name="종현 김" userId="4e62a0cd71f6508f" providerId="LiveId" clId="{6E62CB57-B7C1-44BE-9515-1C88952032F1}" dt="2026-04-07T06:35:14.048" v="32322" actId="1076"/>
          <ac:spMkLst>
            <pc:docMk/>
            <pc:sldMk cId="902171554" sldId="433"/>
            <ac:spMk id="4" creationId="{F933A867-0747-29F8-A7B9-FC5AC63F1246}"/>
          </ac:spMkLst>
        </pc:spChg>
        <pc:spChg chg="del">
          <ac:chgData name="종현 김" userId="4e62a0cd71f6508f" providerId="LiveId" clId="{6E62CB57-B7C1-44BE-9515-1C88952032F1}" dt="2026-04-07T06:35:10.535" v="32321" actId="478"/>
          <ac:spMkLst>
            <pc:docMk/>
            <pc:sldMk cId="902171554" sldId="433"/>
            <ac:spMk id="5" creationId="{AF476877-6A4D-4D95-7FDC-7263F040774E}"/>
          </ac:spMkLst>
        </pc:spChg>
        <pc:spChg chg="add mod">
          <ac:chgData name="종현 김" userId="4e62a0cd71f6508f" providerId="LiveId" clId="{6E62CB57-B7C1-44BE-9515-1C88952032F1}" dt="2026-04-07T06:35:26.200" v="32324" actId="1076"/>
          <ac:spMkLst>
            <pc:docMk/>
            <pc:sldMk cId="902171554" sldId="433"/>
            <ac:spMk id="9" creationId="{3D29AF37-7D64-BF6F-18A0-7B0DFEBBDB67}"/>
          </ac:spMkLst>
        </pc:spChg>
        <pc:spChg chg="del">
          <ac:chgData name="종현 김" userId="4e62a0cd71f6508f" providerId="LiveId" clId="{6E62CB57-B7C1-44BE-9515-1C88952032F1}" dt="2026-04-07T06:35:10.535" v="32321" actId="478"/>
          <ac:spMkLst>
            <pc:docMk/>
            <pc:sldMk cId="902171554" sldId="433"/>
            <ac:spMk id="15" creationId="{377B2384-930C-9E2A-78D5-45EF59CA6262}"/>
          </ac:spMkLst>
        </pc:spChg>
        <pc:picChg chg="mod">
          <ac:chgData name="종현 김" userId="4e62a0cd71f6508f" providerId="LiveId" clId="{6E62CB57-B7C1-44BE-9515-1C88952032F1}" dt="2026-04-07T06:34:29.205" v="32313" actId="1076"/>
          <ac:picMkLst>
            <pc:docMk/>
            <pc:sldMk cId="902171554" sldId="433"/>
            <ac:picMk id="7" creationId="{2B0A27A4-EAC0-55CD-FB4B-E895FFD1A30A}"/>
          </ac:picMkLst>
        </pc:picChg>
        <pc:picChg chg="add mod">
          <ac:chgData name="종현 김" userId="4e62a0cd71f6508f" providerId="LiveId" clId="{6E62CB57-B7C1-44BE-9515-1C88952032F1}" dt="2026-04-07T06:35:06.030" v="32320" actId="1076"/>
          <ac:picMkLst>
            <pc:docMk/>
            <pc:sldMk cId="902171554" sldId="433"/>
            <ac:picMk id="8" creationId="{194BD7CB-AFB5-B078-5C0E-F59870AC4531}"/>
          </ac:picMkLst>
        </pc:picChg>
        <pc:picChg chg="del">
          <ac:chgData name="종현 김" userId="4e62a0cd71f6508f" providerId="LiveId" clId="{6E62CB57-B7C1-44BE-9515-1C88952032F1}" dt="2026-04-07T06:34:24.455" v="32312" actId="478"/>
          <ac:picMkLst>
            <pc:docMk/>
            <pc:sldMk cId="902171554" sldId="433"/>
            <ac:picMk id="17" creationId="{7893E3C2-67E1-FB33-1C9F-3852C20AB21B}"/>
          </ac:picMkLst>
        </pc:picChg>
      </pc:sldChg>
      <pc:sldChg chg="addSp delSp modSp add mod">
        <pc:chgData name="종현 김" userId="4e62a0cd71f6508f" providerId="LiveId" clId="{6E62CB57-B7C1-44BE-9515-1C88952032F1}" dt="2026-04-08T06:49:26.238" v="35347" actId="20577"/>
        <pc:sldMkLst>
          <pc:docMk/>
          <pc:sldMk cId="135503381" sldId="434"/>
        </pc:sldMkLst>
        <pc:spChg chg="mod">
          <ac:chgData name="종현 김" userId="4e62a0cd71f6508f" providerId="LiveId" clId="{6E62CB57-B7C1-44BE-9515-1C88952032F1}" dt="2026-04-08T06:49:26.238" v="35347" actId="20577"/>
          <ac:spMkLst>
            <pc:docMk/>
            <pc:sldMk cId="135503381" sldId="434"/>
            <ac:spMk id="3" creationId="{0AE7E743-E239-8461-DFD6-14B7FF206C00}"/>
          </ac:spMkLst>
        </pc:spChg>
        <pc:spChg chg="mod">
          <ac:chgData name="종현 김" userId="4e62a0cd71f6508f" providerId="LiveId" clId="{6E62CB57-B7C1-44BE-9515-1C88952032F1}" dt="2026-04-08T06:25:31.999" v="34640" actId="1076"/>
          <ac:spMkLst>
            <pc:docMk/>
            <pc:sldMk cId="135503381" sldId="434"/>
            <ac:spMk id="5" creationId="{94F79BD6-B433-C9FD-154E-02319D00F101}"/>
          </ac:spMkLst>
        </pc:spChg>
        <pc:picChg chg="del">
          <ac:chgData name="종현 김" userId="4e62a0cd71f6508f" providerId="LiveId" clId="{6E62CB57-B7C1-44BE-9515-1C88952032F1}" dt="2026-04-07T06:56:03.536" v="32326" actId="478"/>
          <ac:picMkLst>
            <pc:docMk/>
            <pc:sldMk cId="135503381" sldId="434"/>
            <ac:picMk id="3074" creationId="{4A10AF44-88C8-8640-EECB-DBF87C237979}"/>
          </ac:picMkLst>
        </pc:picChg>
        <pc:picChg chg="add mod">
          <ac:chgData name="종현 김" userId="4e62a0cd71f6508f" providerId="LiveId" clId="{6E62CB57-B7C1-44BE-9515-1C88952032F1}" dt="2026-04-07T06:56:30.652" v="32330" actId="1076"/>
          <ac:picMkLst>
            <pc:docMk/>
            <pc:sldMk cId="135503381" sldId="434"/>
            <ac:picMk id="4098" creationId="{83ACD65C-39C6-9015-191D-764D88374FBE}"/>
          </ac:picMkLst>
        </pc:picChg>
      </pc:sldChg>
      <pc:sldChg chg="addSp delSp modSp add mod">
        <pc:chgData name="종현 김" userId="4e62a0cd71f6508f" providerId="LiveId" clId="{6E62CB57-B7C1-44BE-9515-1C88952032F1}" dt="2026-04-08T06:49:04.036" v="35327" actId="20577"/>
        <pc:sldMkLst>
          <pc:docMk/>
          <pc:sldMk cId="2913767704" sldId="435"/>
        </pc:sldMkLst>
        <pc:spChg chg="mod">
          <ac:chgData name="종현 김" userId="4e62a0cd71f6508f" providerId="LiveId" clId="{6E62CB57-B7C1-44BE-9515-1C88952032F1}" dt="2026-04-08T06:10:42.227" v="34194" actId="20577"/>
          <ac:spMkLst>
            <pc:docMk/>
            <pc:sldMk cId="2913767704" sldId="435"/>
            <ac:spMk id="2" creationId="{9BC3CFD3-A034-953D-99C4-E5E0C9BC496C}"/>
          </ac:spMkLst>
        </pc:spChg>
        <pc:spChg chg="mod">
          <ac:chgData name="종현 김" userId="4e62a0cd71f6508f" providerId="LiveId" clId="{6E62CB57-B7C1-44BE-9515-1C88952032F1}" dt="2026-04-08T06:49:04.036" v="35327" actId="20577"/>
          <ac:spMkLst>
            <pc:docMk/>
            <pc:sldMk cId="2913767704" sldId="435"/>
            <ac:spMk id="3" creationId="{3A13EE08-2ED9-9F5C-F593-E80FD9F4020A}"/>
          </ac:spMkLst>
        </pc:spChg>
        <pc:spChg chg="mod">
          <ac:chgData name="종현 김" userId="4e62a0cd71f6508f" providerId="LiveId" clId="{6E62CB57-B7C1-44BE-9515-1C88952032F1}" dt="2026-04-07T07:01:10.713" v="32897" actId="20577"/>
          <ac:spMkLst>
            <pc:docMk/>
            <pc:sldMk cId="2913767704" sldId="435"/>
            <ac:spMk id="5" creationId="{54B3D09C-C30B-4D85-B5D4-9141FA7E9783}"/>
          </ac:spMkLst>
        </pc:spChg>
        <pc:picChg chg="add mod">
          <ac:chgData name="종현 김" userId="4e62a0cd71f6508f" providerId="LiveId" clId="{6E62CB57-B7C1-44BE-9515-1C88952032F1}" dt="2026-04-08T03:53:11.396" v="33301"/>
          <ac:picMkLst>
            <pc:docMk/>
            <pc:sldMk cId="2913767704" sldId="435"/>
            <ac:picMk id="4" creationId="{20589E85-2DC1-ED3F-0D83-2510B7F790E6}"/>
          </ac:picMkLst>
        </pc:picChg>
        <pc:picChg chg="del">
          <ac:chgData name="종현 김" userId="4e62a0cd71f6508f" providerId="LiveId" clId="{6E62CB57-B7C1-44BE-9515-1C88952032F1}" dt="2026-04-07T06:58:47.765" v="32596" actId="478"/>
          <ac:picMkLst>
            <pc:docMk/>
            <pc:sldMk cId="2913767704" sldId="435"/>
            <ac:picMk id="7" creationId="{76261DCE-ADCA-4019-4CDF-B32FED9726D6}"/>
          </ac:picMkLst>
        </pc:picChg>
      </pc:sldChg>
      <pc:sldChg chg="addSp delSp modSp add mod">
        <pc:chgData name="종현 김" userId="4e62a0cd71f6508f" providerId="LiveId" clId="{6E62CB57-B7C1-44BE-9515-1C88952032F1}" dt="2026-04-08T06:49:31.284" v="35351" actId="20577"/>
        <pc:sldMkLst>
          <pc:docMk/>
          <pc:sldMk cId="1450544413" sldId="436"/>
        </pc:sldMkLst>
        <pc:spChg chg="mod">
          <ac:chgData name="종현 김" userId="4e62a0cd71f6508f" providerId="LiveId" clId="{6E62CB57-B7C1-44BE-9515-1C88952032F1}" dt="2026-04-07T11:42:03.349" v="32965" actId="20577"/>
          <ac:spMkLst>
            <pc:docMk/>
            <pc:sldMk cId="1450544413" sldId="436"/>
            <ac:spMk id="2" creationId="{216E3D44-91AA-6B6D-A9A8-3701984B4255}"/>
          </ac:spMkLst>
        </pc:spChg>
        <pc:spChg chg="mod">
          <ac:chgData name="종현 김" userId="4e62a0cd71f6508f" providerId="LiveId" clId="{6E62CB57-B7C1-44BE-9515-1C88952032F1}" dt="2026-04-08T06:49:31.284" v="35351" actId="20577"/>
          <ac:spMkLst>
            <pc:docMk/>
            <pc:sldMk cId="1450544413" sldId="436"/>
            <ac:spMk id="3" creationId="{CF57210B-BF39-AF04-7501-F0589F2FEFD5}"/>
          </ac:spMkLst>
        </pc:spChg>
        <pc:spChg chg="mod">
          <ac:chgData name="종현 김" userId="4e62a0cd71f6508f" providerId="LiveId" clId="{6E62CB57-B7C1-44BE-9515-1C88952032F1}" dt="2026-04-08T06:48:45.120" v="35325" actId="1076"/>
          <ac:spMkLst>
            <pc:docMk/>
            <pc:sldMk cId="1450544413" sldId="436"/>
            <ac:spMk id="5" creationId="{35E6BEE0-4148-F5EE-8004-475327C29F0C}"/>
          </ac:spMkLst>
        </pc:spChg>
        <pc:picChg chg="add mod">
          <ac:chgData name="종현 김" userId="4e62a0cd71f6508f" providerId="LiveId" clId="{6E62CB57-B7C1-44BE-9515-1C88952032F1}" dt="2026-04-08T03:47:37.899" v="33080" actId="1076"/>
          <ac:picMkLst>
            <pc:docMk/>
            <pc:sldMk cId="1450544413" sldId="436"/>
            <ac:picMk id="4" creationId="{5AC2C032-024D-26F9-4B06-11796DD543C9}"/>
          </ac:picMkLst>
        </pc:picChg>
        <pc:picChg chg="del">
          <ac:chgData name="종현 김" userId="4e62a0cd71f6508f" providerId="LiveId" clId="{6E62CB57-B7C1-44BE-9515-1C88952032F1}" dt="2026-04-08T03:47:35.958" v="33078" actId="478"/>
          <ac:picMkLst>
            <pc:docMk/>
            <pc:sldMk cId="1450544413" sldId="436"/>
            <ac:picMk id="4098" creationId="{EBC1A409-7451-43E9-CD0F-9584167E4FDA}"/>
          </ac:picMkLst>
        </pc:picChg>
      </pc:sldChg>
      <pc:sldChg chg="addSp delSp modSp add del mod">
        <pc:chgData name="종현 김" userId="4e62a0cd71f6508f" providerId="LiveId" clId="{6E62CB57-B7C1-44BE-9515-1C88952032F1}" dt="2026-04-07T11:34:25.373" v="32928" actId="47"/>
        <pc:sldMkLst>
          <pc:docMk/>
          <pc:sldMk cId="2329922545" sldId="436"/>
        </pc:sldMkLst>
        <pc:spChg chg="del">
          <ac:chgData name="종현 김" userId="4e62a0cd71f6508f" providerId="LiveId" clId="{6E62CB57-B7C1-44BE-9515-1C88952032F1}" dt="2026-04-07T11:33:12.102" v="32918" actId="478"/>
          <ac:spMkLst>
            <pc:docMk/>
            <pc:sldMk cId="2329922545" sldId="436"/>
            <ac:spMk id="41" creationId="{87049BEF-6D07-2870-7F7F-79634B12D5DA}"/>
          </ac:spMkLst>
        </pc:spChg>
        <pc:spChg chg="del">
          <ac:chgData name="종현 김" userId="4e62a0cd71f6508f" providerId="LiveId" clId="{6E62CB57-B7C1-44BE-9515-1C88952032F1}" dt="2026-04-07T11:33:12.102" v="32918" actId="478"/>
          <ac:spMkLst>
            <pc:docMk/>
            <pc:sldMk cId="2329922545" sldId="436"/>
            <ac:spMk id="44" creationId="{F174EFE3-EA59-A3DC-1D49-2F25F23151D0}"/>
          </ac:spMkLst>
        </pc:spChg>
        <pc:spChg chg="del">
          <ac:chgData name="종현 김" userId="4e62a0cd71f6508f" providerId="LiveId" clId="{6E62CB57-B7C1-44BE-9515-1C88952032F1}" dt="2026-04-07T11:33:12.102" v="32918" actId="478"/>
          <ac:spMkLst>
            <pc:docMk/>
            <pc:sldMk cId="2329922545" sldId="436"/>
            <ac:spMk id="45" creationId="{E6891177-06E2-00A1-9FD1-85488C072974}"/>
          </ac:spMkLst>
        </pc:spChg>
        <pc:spChg chg="del">
          <ac:chgData name="종현 김" userId="4e62a0cd71f6508f" providerId="LiveId" clId="{6E62CB57-B7C1-44BE-9515-1C88952032F1}" dt="2026-04-07T11:33:12.102" v="32918" actId="478"/>
          <ac:spMkLst>
            <pc:docMk/>
            <pc:sldMk cId="2329922545" sldId="436"/>
            <ac:spMk id="47" creationId="{C90E4EB4-916A-1ED8-F6D1-B56869C9973D}"/>
          </ac:spMkLst>
        </pc:spChg>
        <pc:spChg chg="del">
          <ac:chgData name="종현 김" userId="4e62a0cd71f6508f" providerId="LiveId" clId="{6E62CB57-B7C1-44BE-9515-1C88952032F1}" dt="2026-04-07T11:33:12.102" v="32918" actId="478"/>
          <ac:spMkLst>
            <pc:docMk/>
            <pc:sldMk cId="2329922545" sldId="436"/>
            <ac:spMk id="53" creationId="{1C80294D-E15A-10BD-B349-2C31D3A58489}"/>
          </ac:spMkLst>
        </pc:spChg>
        <pc:spChg chg="del">
          <ac:chgData name="종현 김" userId="4e62a0cd71f6508f" providerId="LiveId" clId="{6E62CB57-B7C1-44BE-9515-1C88952032F1}" dt="2026-04-07T11:33:12.102" v="32918" actId="478"/>
          <ac:spMkLst>
            <pc:docMk/>
            <pc:sldMk cId="2329922545" sldId="436"/>
            <ac:spMk id="57" creationId="{B56AA561-4BE2-1731-D46B-572F3CDA1187}"/>
          </ac:spMkLst>
        </pc:spChg>
        <pc:spChg chg="del">
          <ac:chgData name="종현 김" userId="4e62a0cd71f6508f" providerId="LiveId" clId="{6E62CB57-B7C1-44BE-9515-1C88952032F1}" dt="2026-04-07T11:33:12.102" v="32918" actId="478"/>
          <ac:spMkLst>
            <pc:docMk/>
            <pc:sldMk cId="2329922545" sldId="436"/>
            <ac:spMk id="59" creationId="{7444EFDA-FF26-1E05-6C6C-89DD1F6FA86C}"/>
          </ac:spMkLst>
        </pc:spChg>
        <pc:spChg chg="del">
          <ac:chgData name="종현 김" userId="4e62a0cd71f6508f" providerId="LiveId" clId="{6E62CB57-B7C1-44BE-9515-1C88952032F1}" dt="2026-04-07T11:33:12.102" v="32918" actId="478"/>
          <ac:spMkLst>
            <pc:docMk/>
            <pc:sldMk cId="2329922545" sldId="436"/>
            <ac:spMk id="61" creationId="{EBF3575E-ABAD-1D7C-7623-AD2BA6CD0F6A}"/>
          </ac:spMkLst>
        </pc:spChg>
        <pc:spChg chg="del">
          <ac:chgData name="종현 김" userId="4e62a0cd71f6508f" providerId="LiveId" clId="{6E62CB57-B7C1-44BE-9515-1C88952032F1}" dt="2026-04-07T11:33:12.102" v="32918" actId="478"/>
          <ac:spMkLst>
            <pc:docMk/>
            <pc:sldMk cId="2329922545" sldId="436"/>
            <ac:spMk id="62" creationId="{6B3A4870-C972-C887-8856-BE1D7825FA23}"/>
          </ac:spMkLst>
        </pc:spChg>
        <pc:spChg chg="del">
          <ac:chgData name="종현 김" userId="4e62a0cd71f6508f" providerId="LiveId" clId="{6E62CB57-B7C1-44BE-9515-1C88952032F1}" dt="2026-04-07T11:33:12.102" v="32918" actId="478"/>
          <ac:spMkLst>
            <pc:docMk/>
            <pc:sldMk cId="2329922545" sldId="436"/>
            <ac:spMk id="63" creationId="{491967CC-3650-6269-99FD-A76751409035}"/>
          </ac:spMkLst>
        </pc:spChg>
        <pc:picChg chg="add mod">
          <ac:chgData name="종현 김" userId="4e62a0cd71f6508f" providerId="LiveId" clId="{6E62CB57-B7C1-44BE-9515-1C88952032F1}" dt="2026-04-07T11:33:41.522" v="32927" actId="1076"/>
          <ac:picMkLst>
            <pc:docMk/>
            <pc:sldMk cId="2329922545" sldId="436"/>
            <ac:picMk id="16" creationId="{CA76DCAE-79C7-20EF-B4C4-0C95ACC445C2}"/>
          </ac:picMkLst>
        </pc:picChg>
      </pc:sldChg>
      <pc:sldChg chg="addSp modSp add mod ord">
        <pc:chgData name="종현 김" userId="4e62a0cd71f6508f" providerId="LiveId" clId="{6E62CB57-B7C1-44BE-9515-1C88952032F1}" dt="2026-04-08T06:49:55.156" v="35375" actId="20577"/>
        <pc:sldMkLst>
          <pc:docMk/>
          <pc:sldMk cId="4066983565" sldId="437"/>
        </pc:sldMkLst>
        <pc:spChg chg="mod">
          <ac:chgData name="종현 김" userId="4e62a0cd71f6508f" providerId="LiveId" clId="{6E62CB57-B7C1-44BE-9515-1C88952032F1}" dt="2026-04-08T03:54:53.398" v="33317" actId="20577"/>
          <ac:spMkLst>
            <pc:docMk/>
            <pc:sldMk cId="4066983565" sldId="437"/>
            <ac:spMk id="2" creationId="{A24A7A0A-CA48-2E1E-485E-CEC8D848AA75}"/>
          </ac:spMkLst>
        </pc:spChg>
        <pc:spChg chg="mod">
          <ac:chgData name="종현 김" userId="4e62a0cd71f6508f" providerId="LiveId" clId="{6E62CB57-B7C1-44BE-9515-1C88952032F1}" dt="2026-04-08T06:49:55.156" v="35375" actId="20577"/>
          <ac:spMkLst>
            <pc:docMk/>
            <pc:sldMk cId="4066983565" sldId="437"/>
            <ac:spMk id="3" creationId="{E13F2896-C4BB-539A-3E46-39F77E41A4EE}"/>
          </ac:spMkLst>
        </pc:spChg>
        <pc:spChg chg="mod">
          <ac:chgData name="종현 김" userId="4e62a0cd71f6508f" providerId="LiveId" clId="{6E62CB57-B7C1-44BE-9515-1C88952032F1}" dt="2026-04-08T04:03:21.968" v="34144" actId="1076"/>
          <ac:spMkLst>
            <pc:docMk/>
            <pc:sldMk cId="4066983565" sldId="437"/>
            <ac:spMk id="5" creationId="{7EB929DD-501C-8B9D-4BE6-EEDB5E163904}"/>
          </ac:spMkLst>
        </pc:spChg>
        <pc:picChg chg="add mod">
          <ac:chgData name="종현 김" userId="4e62a0cd71f6508f" providerId="LiveId" clId="{6E62CB57-B7C1-44BE-9515-1C88952032F1}" dt="2026-04-08T03:55:17.731" v="33351"/>
          <ac:picMkLst>
            <pc:docMk/>
            <pc:sldMk cId="4066983565" sldId="437"/>
            <ac:picMk id="4" creationId="{A2332783-6C60-5726-0DD9-EE6D60E1A31E}"/>
          </ac:picMkLst>
        </pc:picChg>
      </pc:sldChg>
      <pc:sldChg chg="addSp modSp add mod">
        <pc:chgData name="종현 김" userId="4e62a0cd71f6508f" providerId="LiveId" clId="{6E62CB57-B7C1-44BE-9515-1C88952032F1}" dt="2026-04-08T06:51:01.329" v="35467" actId="20577"/>
        <pc:sldMkLst>
          <pc:docMk/>
          <pc:sldMk cId="3811971586" sldId="438"/>
        </pc:sldMkLst>
        <pc:spChg chg="mod">
          <ac:chgData name="종현 김" userId="4e62a0cd71f6508f" providerId="LiveId" clId="{6E62CB57-B7C1-44BE-9515-1C88952032F1}" dt="2026-04-08T06:34:31.168" v="34910" actId="20577"/>
          <ac:spMkLst>
            <pc:docMk/>
            <pc:sldMk cId="3811971586" sldId="438"/>
            <ac:spMk id="2" creationId="{A743B1BB-7457-C10B-9A92-6028A4A0A7B6}"/>
          </ac:spMkLst>
        </pc:spChg>
        <pc:spChg chg="mod">
          <ac:chgData name="종현 김" userId="4e62a0cd71f6508f" providerId="LiveId" clId="{6E62CB57-B7C1-44BE-9515-1C88952032F1}" dt="2026-04-08T06:49:58.427" v="35379" actId="20577"/>
          <ac:spMkLst>
            <pc:docMk/>
            <pc:sldMk cId="3811971586" sldId="438"/>
            <ac:spMk id="3" creationId="{3BE71390-8F2D-831A-1296-164A50684070}"/>
          </ac:spMkLst>
        </pc:spChg>
        <pc:spChg chg="add mod">
          <ac:chgData name="종현 김" userId="4e62a0cd71f6508f" providerId="LiveId" clId="{6E62CB57-B7C1-44BE-9515-1C88952032F1}" dt="2026-04-08T03:57:48.371" v="33445" actId="20577"/>
          <ac:spMkLst>
            <pc:docMk/>
            <pc:sldMk cId="3811971586" sldId="438"/>
            <ac:spMk id="4" creationId="{4E4692FC-B9DD-6391-0D4A-019E58189380}"/>
          </ac:spMkLst>
        </pc:spChg>
        <pc:spChg chg="mod">
          <ac:chgData name="종현 김" userId="4e62a0cd71f6508f" providerId="LiveId" clId="{6E62CB57-B7C1-44BE-9515-1C88952032F1}" dt="2026-04-08T06:51:01.329" v="35467" actId="20577"/>
          <ac:spMkLst>
            <pc:docMk/>
            <pc:sldMk cId="3811971586" sldId="438"/>
            <ac:spMk id="5" creationId="{507B2181-1293-C8EE-15B1-697DBF90E256}"/>
          </ac:spMkLst>
        </pc:spChg>
        <pc:spChg chg="add mod">
          <ac:chgData name="종현 김" userId="4e62a0cd71f6508f" providerId="LiveId" clId="{6E62CB57-B7C1-44BE-9515-1C88952032F1}" dt="2026-04-08T03:57:35.609" v="33431" actId="1076"/>
          <ac:spMkLst>
            <pc:docMk/>
            <pc:sldMk cId="3811971586" sldId="438"/>
            <ac:spMk id="6" creationId="{1EF009A8-3E62-11FD-63F8-7517B819205E}"/>
          </ac:spMkLst>
        </pc:spChg>
      </pc:sldChg>
      <pc:sldChg chg="addSp delSp modSp add del mod">
        <pc:chgData name="종현 김" userId="4e62a0cd71f6508f" providerId="LiveId" clId="{6E62CB57-B7C1-44BE-9515-1C88952032F1}" dt="2026-04-08T06:51:30.876" v="35468" actId="47"/>
        <pc:sldMkLst>
          <pc:docMk/>
          <pc:sldMk cId="2388614265" sldId="439"/>
        </pc:sldMkLst>
        <pc:spChg chg="del">
          <ac:chgData name="종현 김" userId="4e62a0cd71f6508f" providerId="LiveId" clId="{6E62CB57-B7C1-44BE-9515-1C88952032F1}" dt="2026-04-08T06:36:23.784" v="35000" actId="478"/>
          <ac:spMkLst>
            <pc:docMk/>
            <pc:sldMk cId="2388614265" sldId="439"/>
            <ac:spMk id="4" creationId="{3E9A0EE5-53C5-F796-4ED3-DA69DD568420}"/>
          </ac:spMkLst>
        </pc:spChg>
        <pc:spChg chg="mod">
          <ac:chgData name="종현 김" userId="4e62a0cd71f6508f" providerId="LiveId" clId="{6E62CB57-B7C1-44BE-9515-1C88952032F1}" dt="2026-04-08T06:36:40.140" v="35025" actId="20577"/>
          <ac:spMkLst>
            <pc:docMk/>
            <pc:sldMk cId="2388614265" sldId="439"/>
            <ac:spMk id="5" creationId="{9CB25F54-735A-3C0E-38B3-C4C5E18C87DA}"/>
          </ac:spMkLst>
        </pc:spChg>
        <pc:spChg chg="del">
          <ac:chgData name="종현 김" userId="4e62a0cd71f6508f" providerId="LiveId" clId="{6E62CB57-B7C1-44BE-9515-1C88952032F1}" dt="2026-04-08T06:36:23.784" v="35000" actId="478"/>
          <ac:spMkLst>
            <pc:docMk/>
            <pc:sldMk cId="2388614265" sldId="439"/>
            <ac:spMk id="6" creationId="{92ED57C1-E2E1-2AA8-C4A1-903CDBD172F5}"/>
          </ac:spMkLst>
        </pc:spChg>
        <pc:spChg chg="add mod">
          <ac:chgData name="종현 김" userId="4e62a0cd71f6508f" providerId="LiveId" clId="{6E62CB57-B7C1-44BE-9515-1C88952032F1}" dt="2026-04-08T06:36:24.001" v="35001"/>
          <ac:spMkLst>
            <pc:docMk/>
            <pc:sldMk cId="2388614265" sldId="439"/>
            <ac:spMk id="7" creationId="{54A030D6-CC81-DA12-9D76-7EE8FB1C85E0}"/>
          </ac:spMkLst>
        </pc:spChg>
        <pc:spChg chg="add mod">
          <ac:chgData name="종현 김" userId="4e62a0cd71f6508f" providerId="LiveId" clId="{6E62CB57-B7C1-44BE-9515-1C88952032F1}" dt="2026-04-08T06:36:24.001" v="35001"/>
          <ac:spMkLst>
            <pc:docMk/>
            <pc:sldMk cId="2388614265" sldId="439"/>
            <ac:spMk id="8" creationId="{49EF68D2-D820-A9CB-74EE-12285C11A332}"/>
          </ac:spMkLst>
        </pc:spChg>
        <pc:spChg chg="add mod">
          <ac:chgData name="종현 김" userId="4e62a0cd71f6508f" providerId="LiveId" clId="{6E62CB57-B7C1-44BE-9515-1C88952032F1}" dt="2026-04-08T06:36:24.001" v="35001"/>
          <ac:spMkLst>
            <pc:docMk/>
            <pc:sldMk cId="2388614265" sldId="439"/>
            <ac:spMk id="9" creationId="{13ED6C3E-32A1-AF02-F42E-F906C60B79A4}"/>
          </ac:spMkLst>
        </pc:spChg>
        <pc:spChg chg="add mod">
          <ac:chgData name="종현 김" userId="4e62a0cd71f6508f" providerId="LiveId" clId="{6E62CB57-B7C1-44BE-9515-1C88952032F1}" dt="2026-04-08T06:36:24.001" v="35001"/>
          <ac:spMkLst>
            <pc:docMk/>
            <pc:sldMk cId="2388614265" sldId="439"/>
            <ac:spMk id="10" creationId="{21787B24-5A9A-6990-CAF8-602CF9456633}"/>
          </ac:spMkLst>
        </pc:spChg>
        <pc:spChg chg="add mod">
          <ac:chgData name="종현 김" userId="4e62a0cd71f6508f" providerId="LiveId" clId="{6E62CB57-B7C1-44BE-9515-1C88952032F1}" dt="2026-04-08T06:36:24.001" v="35001"/>
          <ac:spMkLst>
            <pc:docMk/>
            <pc:sldMk cId="2388614265" sldId="439"/>
            <ac:spMk id="11" creationId="{AD16D5B0-A11E-CC4F-21C2-5ECE491692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3F2AD-ED4C-4EB7-812B-786B5CD91F2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85A4B-3C4A-4CDC-A882-312DF5063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25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460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570E-2F7E-5A16-6AD0-89472EF32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099933-48FE-9C9B-F6C7-CE33FEE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2985DE-415A-AEEA-8E86-4F8EAD708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FBA4C9-9F21-774D-D6F1-D3B62AB18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685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D553A-9629-BCCE-FE30-9F9A468AF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ADBD25-3E85-3F07-D66B-8FD95C32D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D25762-FCDD-ADB8-38B5-28692342E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82CF39-257A-47E2-6F21-FDC7365D8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624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9FE32-1E62-0F3D-E662-06708FF1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B9E71F-BA72-826A-8CDE-E08E92B75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8BD174-8651-8E60-B9DB-15516CDCE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51EBDA-7BEF-DD8A-5458-81B98979D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116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F336A-DA38-68F6-D243-8DDD88D7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02AB5B-D9D9-FED9-B235-BA03A9377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71A438-FB88-DDAE-629F-210EF9527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01B10E-A1C4-3712-E1CE-38C737A24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339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8A0D5-DE2F-EAE5-868E-3290491C2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2D958F-7347-CFA3-C519-940E3B9FB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B7A496-EA59-3494-2EF7-996F759DF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30F5C9-F146-0F3F-ADF5-85A13A03C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594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F9AE0-2085-8CA3-00DF-BB3C0AD98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829F54-3AEE-2FC0-3699-7E950C061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52F213-20E8-86A2-7937-2A0D95DF8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2FAD7D-13FC-F1CF-E83F-5402D7913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103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3CDAC-CA23-0516-BAA6-D5EF37D23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9AF2FA-ACE1-80FE-CC92-64E9E9426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D6FB91-913D-F9EB-367D-1E48E5F05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897F93-A501-0424-A3BB-9DEB5C343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801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2184F-2296-5B8C-94B0-B9FC1D82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1CACE3-E2D5-CA7E-925E-CF1E08C4D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9424AD-BE50-B356-71A3-7C731DF38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B1A0B9-4470-55D6-EDF9-6ACB2E202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964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1D07-C003-CFBA-26E2-72BA282BB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801344-4837-BA54-549A-8D7D584D5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A758E3-3310-5BDA-3D00-516A39AEC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E1D0BC-D6FE-D09E-1ADE-7279655BF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020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1770-43A7-4A37-27FC-C4AE7FC5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DC8111-6259-EC85-0C96-29F68F42B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CB0A4C-93AB-C0EA-4FCF-661719DC1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F48B08-46E8-FA48-9A29-1745CC3F0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43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6357E-1E70-992B-2EC5-CDF74574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45194A-779E-7397-42F6-D1BF98978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EE36CE-7E23-3637-4D37-D864316F6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F4820B-F356-EEBC-3A07-69784C45D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57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33330-437C-4C29-B797-F50C1C980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19236-B804-FF59-A23F-7D9503D86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09A64D-9EDE-5C27-D410-7D12D4BBF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B1D186-27B0-446F-2A7F-B357B6A40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192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2B4BC-0E63-135E-11FB-F2C839541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AE30EE-190F-2754-046A-CFC22E6FE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F350C2-9C96-D127-6EFC-C82C23A92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EF624F-4342-0FA3-23E4-83CC0AAD4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4210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F8E78-0F2E-0D68-44C6-191A348F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199063-FDB6-675C-FEEB-F60EC8090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DAA5D6-994D-49D5-0FF1-2BFE1E75A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202789-BB0C-C165-589F-AB3307ACF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643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CDAFF-EFB9-3EA1-7DC6-E606834FD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5089D5-FCBF-9610-78B6-502382EAC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480C66-90FE-80AA-8374-875107F12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BEEAA-A442-0EF2-0C59-9822AE1AB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074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E30C2-E1A8-C3A6-24D3-79564AAF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0196D1-22FA-974E-713E-2462A3E2E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7EED73-837C-E452-E643-F31F9CE0F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628CE4-FF94-A8EF-4055-247640653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045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2D21-F10E-653E-A2EF-FF9BBCA97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0A9C1D-A987-12A1-6780-BAD642725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62A2DA-0145-0BAB-ADC2-CAD4ADC52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9B8A66-8976-AC99-E055-14F30DCEC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455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27863-4D6F-DEF5-9449-87A2B1742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9014CE-4A00-7462-90E1-CEDE356E1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59EEF9-A0BE-93BE-1DF7-6D71A034C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7733A-6346-EE17-74BB-9432BC27F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2890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6153F-E1F8-0F39-3DC2-129B0B78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286D5A-CD41-5F72-B322-FEBE404F8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9327EE-2F63-7F0B-80F3-56614256C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8345B0-0EC9-4B13-F782-AD4582245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448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F9BED-865D-DA83-C84E-29D4CB49C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AFE06C-F869-AE36-655F-5FE4FEB95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34E752-1047-CD79-F979-5C4814018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DE2E43-8620-9B72-0D26-1518A0428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199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B4415-81E4-D91C-376F-F9F132E36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B08BD8-9B9A-019F-3D06-DDD17C856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D11FCB-6D1B-DF1E-7DE9-9E6482357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4330F5-F18B-B600-7DC0-8736CD5F1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341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12E85-B4D7-CF69-D3D8-07BAB0A45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323C7C-A4DD-B784-17BE-82950210B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3FE99-E09D-93C6-6FF1-B5826843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CADF6-D64A-8C4E-E384-D72B3CF6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2EBBA-53B5-E5BF-E632-CCA7D01D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35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54CD1-23AC-2732-15A2-55742488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DB3A8-B149-8368-CD32-2BC9D0DDC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D02326-6107-96CE-C34C-02FA5888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EF87E-B2AA-E9B5-F25D-1D85A338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8C4ED-CF1D-E261-663C-B8793C3D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39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F568-2C90-972A-858A-8A0F87F6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92CBD3-2C61-9EF5-7E00-DCACD0AA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3F6E9-047A-EEB5-8FC6-4E4EC527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9336-8451-E3ED-C7C1-758315FE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674B3-B5FA-1093-A408-311FD679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00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9FF2-3FB5-BAB2-A63A-DC954B95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6055C-FFF8-78E1-BA65-5E76CD3CE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2F4AB4-0E26-9B09-C9DF-1A01B3897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C35ED3-C870-BDAF-31C7-D8E0528D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794AF5-B4BB-9E19-396B-79E28070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51E05-89E6-5541-6CDA-B0031240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4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07599-86BC-035D-65AE-56142602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E95EA-DC07-E61E-B26F-981D6359F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A46FA-C1F4-3657-8EA5-17E1D4A0A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DCFFD1-ABCC-60A0-F179-E85FD2BE0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4EFE44-D274-F010-EC31-571F41AF2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BC54F3-9373-4F8B-5A71-E671B839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AE0C73-4274-4094-15DD-B7F04E9D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BBCCF9-26CE-186E-0A96-9A7F307B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63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1388A-FA2D-B74E-B02E-C0B68668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5FB4BD-FD86-4ADA-BE6E-DB29E0FB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76405D-0187-D48A-DFD8-DC90009E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3067F7-AD47-48BC-1232-A8A940F8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82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BDB35C-508E-6BCE-C5E0-493F4406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ABC2B4-0F86-36F4-2F7C-7BA59C59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BF9D0F-EDE0-183E-73BB-ADADC97A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0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8ED61-853E-0214-94F5-97DE7122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7EF3C-481E-96A5-1932-5ED0E52F6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F1B9B0-7D12-72FB-B1AD-EB635A8AA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14860-7B50-F03D-A0DD-DF772E10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AF1E49-0015-C513-B335-4EF94F3A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4EEE7E-AC2C-06D3-58B8-DB765086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84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E199C-86E6-B769-5CC3-885FE9C3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2111F3-90DF-6B55-947E-AD3EBF1F1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84A870-FA48-1EAE-ABA4-6FF490911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F9B68A-02EF-F0D7-F9DF-BB65423C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753C0D-5D4B-F83F-8E43-7297A226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F88229-5E60-8B9B-FD2D-DB836D3E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1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93291-DC44-253C-D67F-62EE0F37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8FB284-CDD9-8F3A-F9C3-D01653A26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052D9-C9E0-88C2-5CBD-1401C9EE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4588D-2E4D-896C-04E3-B66746C1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738CEF-7B37-7D93-C207-6EF7F4B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860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56A05B-68C8-46C7-2626-18E9A7487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CF17A9-FE0A-6243-7186-51A13C37B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6BFBD-64DB-6026-9CBF-2DB362E6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F702A-A76E-1C65-0971-1BA75B70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04C18-0893-C867-F133-B619B662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8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819403-53DF-6604-2F26-99E19AD5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C860CA-87F4-06D3-0DF1-91E6937F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7BEE7-752D-B995-E426-EB07FBE26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E06D2-2A69-4E78-B74D-11F45FE9BC2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C53958-31A1-0D7B-75E9-ECDD8AC8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2EE7CD-A15E-F2CC-3777-91CEEB31D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50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0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25.png"/><Relationship Id="rId5" Type="http://schemas.openxmlformats.org/officeDocument/2006/relationships/image" Target="../media/image190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0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4.png"/><Relationship Id="rId3" Type="http://schemas.openxmlformats.org/officeDocument/2006/relationships/image" Target="../media/image170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25.png"/><Relationship Id="rId5" Type="http://schemas.openxmlformats.org/officeDocument/2006/relationships/image" Target="../media/image190.png"/><Relationship Id="rId15" Type="http://schemas.openxmlformats.org/officeDocument/2006/relationships/image" Target="../media/image35.png"/><Relationship Id="rId10" Type="http://schemas.openxmlformats.org/officeDocument/2006/relationships/image" Target="../media/image24.png"/><Relationship Id="rId4" Type="http://schemas.openxmlformats.org/officeDocument/2006/relationships/image" Target="../media/image180.png"/><Relationship Id="rId9" Type="http://schemas.openxmlformats.org/officeDocument/2006/relationships/image" Target="../media/image23.png"/><Relationship Id="rId1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30.png"/><Relationship Id="rId18" Type="http://schemas.openxmlformats.org/officeDocument/2006/relationships/image" Target="../media/image44.png"/><Relationship Id="rId3" Type="http://schemas.openxmlformats.org/officeDocument/2006/relationships/image" Target="../media/image170.png"/><Relationship Id="rId21" Type="http://schemas.openxmlformats.org/officeDocument/2006/relationships/image" Target="../media/image410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25.png"/><Relationship Id="rId5" Type="http://schemas.openxmlformats.org/officeDocument/2006/relationships/image" Target="../media/image190.png"/><Relationship Id="rId15" Type="http://schemas.openxmlformats.org/officeDocument/2006/relationships/image" Target="../media/image41.png"/><Relationship Id="rId10" Type="http://schemas.openxmlformats.org/officeDocument/2006/relationships/image" Target="../media/image24.png"/><Relationship Id="rId19" Type="http://schemas.openxmlformats.org/officeDocument/2006/relationships/image" Target="../media/image45.png"/><Relationship Id="rId4" Type="http://schemas.openxmlformats.org/officeDocument/2006/relationships/image" Target="../media/image180.png"/><Relationship Id="rId9" Type="http://schemas.openxmlformats.org/officeDocument/2006/relationships/image" Target="../media/image23.png"/><Relationship Id="rId1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7" Type="http://schemas.openxmlformats.org/officeDocument/2006/relationships/image" Target="../media/image4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5" Type="http://schemas.openxmlformats.org/officeDocument/2006/relationships/image" Target="../media/image440.png"/><Relationship Id="rId4" Type="http://schemas.openxmlformats.org/officeDocument/2006/relationships/image" Target="../media/image4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7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26" Type="http://schemas.openxmlformats.org/officeDocument/2006/relationships/image" Target="../media/image70.png"/><Relationship Id="rId3" Type="http://schemas.openxmlformats.org/officeDocument/2006/relationships/image" Target="../media/image470.png"/><Relationship Id="rId21" Type="http://schemas.openxmlformats.org/officeDocument/2006/relationships/image" Target="../media/image65.png"/><Relationship Id="rId7" Type="http://schemas.openxmlformats.org/officeDocument/2006/relationships/image" Target="../media/image510.png"/><Relationship Id="rId12" Type="http://schemas.openxmlformats.org/officeDocument/2006/relationships/image" Target="../media/image560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11" Type="http://schemas.openxmlformats.org/officeDocument/2006/relationships/image" Target="../media/image550.png"/><Relationship Id="rId24" Type="http://schemas.openxmlformats.org/officeDocument/2006/relationships/image" Target="../media/image68.png"/><Relationship Id="rId5" Type="http://schemas.openxmlformats.org/officeDocument/2006/relationships/image" Target="../media/image490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540.png"/><Relationship Id="rId19" Type="http://schemas.openxmlformats.org/officeDocument/2006/relationships/image" Target="../media/image63.png"/><Relationship Id="rId4" Type="http://schemas.openxmlformats.org/officeDocument/2006/relationships/image" Target="../media/image480.png"/><Relationship Id="rId9" Type="http://schemas.openxmlformats.org/officeDocument/2006/relationships/image" Target="../media/image530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Relationship Id="rId27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A92FA-518A-0B6D-16FB-CD7306E21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091" y="2057400"/>
            <a:ext cx="9466662" cy="830558"/>
          </a:xfrm>
        </p:spPr>
        <p:txBody>
          <a:bodyPr>
            <a:normAutofit/>
          </a:bodyPr>
          <a:lstStyle/>
          <a:p>
            <a:pPr algn="l"/>
            <a:r>
              <a:rPr lang="en-US" altLang="ko-KR" sz="4400" b="1" dirty="0"/>
              <a:t>Qwen 3.5 </a:t>
            </a:r>
            <a:r>
              <a:rPr lang="ko-KR" altLang="en-US" sz="4400" b="1" dirty="0"/>
              <a:t>구조 </a:t>
            </a:r>
            <a:r>
              <a:rPr lang="en-US" altLang="ko-KR" sz="4400" b="1" dirty="0"/>
              <a:t>(1)</a:t>
            </a:r>
            <a:endParaRPr lang="ko-KR" altLang="en-US" sz="4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3DAA8-F9CB-F786-B098-04DDD3734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0092" y="4322135"/>
            <a:ext cx="2640418" cy="459599"/>
          </a:xfrm>
        </p:spPr>
        <p:txBody>
          <a:bodyPr/>
          <a:lstStyle/>
          <a:p>
            <a:r>
              <a:rPr lang="en-US" altLang="ko-KR" dirty="0"/>
              <a:t>20220300 </a:t>
            </a:r>
            <a:r>
              <a:rPr lang="ko-KR" altLang="en-US" dirty="0"/>
              <a:t>김종현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87AB0-D8D5-7543-BEEF-A82F9DA2BBE9}"/>
              </a:ext>
            </a:extLst>
          </p:cNvPr>
          <p:cNvSpPr txBox="1"/>
          <p:nvPr/>
        </p:nvSpPr>
        <p:spPr>
          <a:xfrm>
            <a:off x="10403457" y="6211019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2026-04-08</a:t>
            </a:r>
          </a:p>
        </p:txBody>
      </p:sp>
    </p:spTree>
    <p:extLst>
      <p:ext uri="{BB962C8B-B14F-4D97-AF65-F5344CB8AC3E}">
        <p14:creationId xmlns:p14="http://schemas.microsoft.com/office/powerpoint/2010/main" val="293753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79DAF-772F-2876-1F59-FA07EEFA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78E5D-C179-E5E5-01C2-F5C104F2A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90168"/>
            <a:ext cx="10515600" cy="377004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주제를 선정한 이유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Qwen 3.5</a:t>
            </a:r>
            <a:r>
              <a:rPr lang="ko-KR" altLang="en-US" dirty="0"/>
              <a:t>의 구조 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Attention</a:t>
            </a:r>
            <a:r>
              <a:rPr lang="ko-KR" altLang="en-US" dirty="0"/>
              <a:t>이 무엇이고 문제점 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Linear Attention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936FC-1DB7-7421-7323-CCD407A1E8F2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-2-</a:t>
            </a:r>
          </a:p>
        </p:txBody>
      </p:sp>
    </p:spTree>
    <p:extLst>
      <p:ext uri="{BB962C8B-B14F-4D97-AF65-F5344CB8AC3E}">
        <p14:creationId xmlns:p14="http://schemas.microsoft.com/office/powerpoint/2010/main" val="390622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3F11-2436-5C61-BF56-B28933BF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74462-FE98-741B-07BD-9ED2CE65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 선정 이유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AFD46-211A-EF3D-7AC9-907E604D5E83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-3-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752D0-F6B1-D2CE-B288-27FBFEB8840D}"/>
              </a:ext>
            </a:extLst>
          </p:cNvPr>
          <p:cNvSpPr txBox="1"/>
          <p:nvPr/>
        </p:nvSpPr>
        <p:spPr>
          <a:xfrm>
            <a:off x="6874047" y="2163108"/>
            <a:ext cx="4911922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최근 </a:t>
            </a:r>
            <a:r>
              <a:rPr lang="en-US" altLang="ko-KR" dirty="0"/>
              <a:t>Qwen 3.5</a:t>
            </a:r>
            <a:r>
              <a:rPr lang="ko-KR" altLang="en-US" dirty="0"/>
              <a:t>가 공개되며 화제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높은 성능을 보여줌에도 적은 파라미터와</a:t>
            </a:r>
            <a:br>
              <a:rPr lang="en-US" altLang="ko-KR" dirty="0"/>
            </a:br>
            <a:r>
              <a:rPr lang="ko-KR" altLang="en-US" dirty="0"/>
              <a:t>용량을 보여줌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어떤 구조로 이루어져 있길래 가능한 걸까</a:t>
            </a:r>
            <a:r>
              <a:rPr lang="en-US" altLang="ko-KR" dirty="0"/>
              <a:t>?</a:t>
            </a:r>
          </a:p>
        </p:txBody>
      </p:sp>
      <p:pic>
        <p:nvPicPr>
          <p:cNvPr id="1026" name="Picture 2" descr="r/LocalLLaMA - Qwen3 vs Qwen3.5 성능">
            <a:extLst>
              <a:ext uri="{FF2B5EF4-FFF2-40B4-BE49-F238E27FC236}">
                <a16:creationId xmlns:a16="http://schemas.microsoft.com/office/drawing/2014/main" id="{EBB391C4-E5C4-9B75-18B4-15E98AD2C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29" y="1998850"/>
            <a:ext cx="5810365" cy="332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09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5EA10-DFA4-E57C-2080-66EF2DEE1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C7D8A-EA80-18EF-449A-183026460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어떻게 구성이 되어있나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4E7D5-AAD3-B900-28C9-7F22F969C09B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-4-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7B565-A469-334C-C10D-058AAC500C99}"/>
              </a:ext>
            </a:extLst>
          </p:cNvPr>
          <p:cNvSpPr txBox="1"/>
          <p:nvPr/>
        </p:nvSpPr>
        <p:spPr>
          <a:xfrm>
            <a:off x="6719500" y="2370857"/>
            <a:ext cx="4195379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Qwen3.5</a:t>
            </a:r>
            <a:r>
              <a:rPr lang="ko-KR" altLang="en-US" dirty="0"/>
              <a:t>의 구조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일반적인 </a:t>
            </a:r>
            <a:r>
              <a:rPr lang="ko-KR" altLang="en-US" dirty="0" err="1"/>
              <a:t>어텐션</a:t>
            </a:r>
            <a:r>
              <a:rPr lang="ko-KR" altLang="en-US" dirty="0"/>
              <a:t> 구조가 없는 모습</a:t>
            </a:r>
            <a:r>
              <a:rPr lang="en-US" altLang="ko-KR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75%</a:t>
            </a:r>
            <a:r>
              <a:rPr lang="ko-KR" altLang="en-US" dirty="0"/>
              <a:t>의 </a:t>
            </a:r>
            <a:r>
              <a:rPr lang="en-US" altLang="ko-KR" dirty="0"/>
              <a:t>Gated </a:t>
            </a:r>
            <a:r>
              <a:rPr lang="en-US" altLang="ko-KR" dirty="0" err="1"/>
              <a:t>DeltaNet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25%</a:t>
            </a:r>
            <a:r>
              <a:rPr lang="ko-KR" altLang="en-US" dirty="0"/>
              <a:t>의 </a:t>
            </a:r>
            <a:r>
              <a:rPr lang="en-US" altLang="ko-KR" dirty="0"/>
              <a:t>Gated attention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7" name="그림 6" descr="The image illustrates a complex neural network architecture, featuring various layers with attention mechanisms, gated attention, and multiple experts, including a vocabulary size of 248k and a final output of 17 billion parameters.&#10;&#10;AI 생성 콘텐츠는 정확하지 않을 수 있습니다.">
            <a:extLst>
              <a:ext uri="{FF2B5EF4-FFF2-40B4-BE49-F238E27FC236}">
                <a16:creationId xmlns:a16="http://schemas.microsoft.com/office/drawing/2014/main" id="{FFDEBB45-45E8-D87E-7A8F-D2505C082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30" y="1690688"/>
            <a:ext cx="3879152" cy="494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03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A20B9-2442-42FA-CBFE-FDDA34665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3CFD3-A034-953D-99C4-E5E0C9BC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Attention </a:t>
            </a:r>
            <a:r>
              <a:rPr lang="ko-KR" altLang="en-US" dirty="0"/>
              <a:t>까지 하는 이유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3EE08-2ED9-9F5C-F593-E80FD9F4020A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-5-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3D09C-C30B-4D85-B5D4-9141FA7E9783}"/>
              </a:ext>
            </a:extLst>
          </p:cNvPr>
          <p:cNvSpPr txBox="1"/>
          <p:nvPr/>
        </p:nvSpPr>
        <p:spPr>
          <a:xfrm>
            <a:off x="6565950" y="2002587"/>
            <a:ext cx="4519186" cy="3778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Gating mechanism</a:t>
            </a:r>
            <a:r>
              <a:rPr lang="ko-KR" altLang="en-US" dirty="0"/>
              <a:t>이 적용된 구조까지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Attention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Linear Attention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DeltaNet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Gating Mechanism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한번에 다루기에는 많은 양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선형 </a:t>
            </a:r>
            <a:r>
              <a:rPr lang="ko-KR" altLang="en-US" dirty="0" err="1"/>
              <a:t>어텐션까지</a:t>
            </a:r>
            <a:r>
              <a:rPr lang="ko-KR" altLang="en-US" dirty="0"/>
              <a:t> 해보려 합니다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The image illustrates a complex neural network architecture, featuring various layers with attention mechanisms, gated attention, and multiple experts, including a vocabulary size of 248k and a final output of 17 billion parameters.&#10;&#10;AI 생성 콘텐츠는 정확하지 않을 수 있습니다.">
            <a:extLst>
              <a:ext uri="{FF2B5EF4-FFF2-40B4-BE49-F238E27FC236}">
                <a16:creationId xmlns:a16="http://schemas.microsoft.com/office/drawing/2014/main" id="{20589E85-2DC1-ED3F-0D83-2510B7F79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30" y="1690688"/>
            <a:ext cx="3879152" cy="494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767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F747-DA21-9483-3292-6AEC34785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66027-BB1C-A28A-0138-567BCA99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Transformer</a:t>
            </a:r>
            <a:r>
              <a:rPr lang="ko-KR" altLang="en-US" dirty="0"/>
              <a:t>의 </a:t>
            </a:r>
            <a:r>
              <a:rPr lang="en-US" altLang="ko-KR" dirty="0"/>
              <a:t>attention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0BA2BE-803B-5D45-C7A3-7864B0B40C02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-6-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DF3A4-F5D6-D391-FE01-EAE1BB9D17F4}"/>
              </a:ext>
            </a:extLst>
          </p:cNvPr>
          <p:cNvSpPr txBox="1"/>
          <p:nvPr/>
        </p:nvSpPr>
        <p:spPr>
          <a:xfrm>
            <a:off x="6719500" y="2370857"/>
            <a:ext cx="4740400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기존의 </a:t>
            </a:r>
            <a:r>
              <a:rPr lang="en-US" altLang="ko-KR" dirty="0"/>
              <a:t>attention </a:t>
            </a:r>
            <a:r>
              <a:rPr lang="ko-KR" altLang="en-US" dirty="0"/>
              <a:t>구조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트랜스포머의 가장 핵심적인 원리는 </a:t>
            </a:r>
            <a:br>
              <a:rPr lang="en-US" altLang="ko-KR" dirty="0"/>
            </a:br>
            <a:r>
              <a:rPr lang="ko-KR" altLang="en-US" dirty="0"/>
              <a:t>모든 토큰을 고려하여 계산하는 것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Q</a:t>
            </a:r>
            <a:r>
              <a:rPr lang="ko-KR" altLang="en-US" dirty="0"/>
              <a:t>와 </a:t>
            </a:r>
            <a:r>
              <a:rPr lang="en-US" altLang="ko-KR" dirty="0"/>
              <a:t>K</a:t>
            </a:r>
            <a:r>
              <a:rPr lang="ko-KR" altLang="en-US" dirty="0"/>
              <a:t>를 서로 내적하여 유사도를 구하고 </a:t>
            </a:r>
            <a:br>
              <a:rPr lang="en-US" altLang="ko-KR" dirty="0"/>
            </a:br>
            <a:r>
              <a:rPr lang="en-US" altLang="ko-KR" dirty="0"/>
              <a:t>V</a:t>
            </a:r>
            <a:r>
              <a:rPr lang="ko-KR" altLang="en-US" dirty="0"/>
              <a:t>를 곱해 토큰 계산</a:t>
            </a:r>
            <a:endParaRPr lang="en-US" altLang="ko-KR" dirty="0"/>
          </a:p>
        </p:txBody>
      </p:sp>
      <p:pic>
        <p:nvPicPr>
          <p:cNvPr id="6" name="그림 5" descr="The image illustrates a flowchart or process involving a series of operations: MatMul, followed by SoftMax, an optional Mask, and a Scale operation, with numerical parameters Q, K, and V.&#10;&#10;AI 생성 콘텐츠는 정확하지 않을 수 있습니다.">
            <a:extLst>
              <a:ext uri="{FF2B5EF4-FFF2-40B4-BE49-F238E27FC236}">
                <a16:creationId xmlns:a16="http://schemas.microsoft.com/office/drawing/2014/main" id="{842DBCFE-EE17-F3EB-AF22-0ACA1F7DC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741" y="1288001"/>
            <a:ext cx="2308498" cy="4026626"/>
          </a:xfrm>
          <a:prstGeom prst="rect">
            <a:avLst/>
          </a:prstGeom>
        </p:spPr>
      </p:pic>
      <p:pic>
        <p:nvPicPr>
          <p:cNvPr id="8" name="그림 7" descr="The image depicts a mathematical equation for calculating attention in a neural network, where Q, K, and V represent queries, keys, and values, respectively, and the softmax function is applied to the matrix product of QKT and Vdk.&#10;&#10;AI 생성 콘텐츠는 정확하지 않을 수 있습니다.">
            <a:extLst>
              <a:ext uri="{FF2B5EF4-FFF2-40B4-BE49-F238E27FC236}">
                <a16:creationId xmlns:a16="http://schemas.microsoft.com/office/drawing/2014/main" id="{A8481C91-E149-7CE1-DBE1-65ECC3109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152" y="5314627"/>
            <a:ext cx="4215676" cy="90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31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2A2B-8620-3886-2C18-34DC9401D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762AC-2ACD-4D5E-51A9-D314607D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Transformer</a:t>
            </a:r>
            <a:r>
              <a:rPr lang="ko-KR" altLang="en-US" dirty="0"/>
              <a:t>의 </a:t>
            </a:r>
            <a:r>
              <a:rPr lang="en-US" altLang="ko-KR" dirty="0"/>
              <a:t>attention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839F4-00CF-B48F-F842-B90666AD3CA1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-7-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BB8BC-42C5-91B9-B0BE-8DAAAD6B0FE1}"/>
              </a:ext>
            </a:extLst>
          </p:cNvPr>
          <p:cNvSpPr txBox="1"/>
          <p:nvPr/>
        </p:nvSpPr>
        <p:spPr>
          <a:xfrm>
            <a:off x="6506662" y="2789210"/>
            <a:ext cx="5514651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조금 더 이해하기 편하게 설명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현재 정보인 </a:t>
            </a:r>
            <a:r>
              <a:rPr lang="en-US" altLang="ko-KR" dirty="0"/>
              <a:t>Q</a:t>
            </a:r>
            <a:r>
              <a:rPr lang="ko-KR" altLang="en-US" dirty="0"/>
              <a:t>와 이전까지의 정보들인 </a:t>
            </a:r>
            <a:r>
              <a:rPr lang="en-US" altLang="ko-KR" dirty="0"/>
              <a:t>K</a:t>
            </a:r>
            <a:r>
              <a:rPr lang="ko-KR" altLang="en-US" dirty="0"/>
              <a:t>에 접근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필요한 만큼 </a:t>
            </a:r>
            <a:r>
              <a:rPr lang="en-US" altLang="ko-KR" dirty="0"/>
              <a:t>V</a:t>
            </a:r>
            <a:r>
              <a:rPr lang="ko-KR" altLang="en-US" dirty="0"/>
              <a:t>를 가져오는 과정 </a:t>
            </a:r>
            <a:endParaRPr lang="en-US" altLang="ko-K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7D26D34-4515-2AEF-B23D-13DE9E2EB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70857"/>
            <a:ext cx="5668462" cy="3078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43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E0120-3D92-3EA4-4EE1-93AF27F5F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42FA9-AB5C-8B69-849C-E8A3C9905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Transformer</a:t>
            </a:r>
            <a:r>
              <a:rPr lang="ko-KR" altLang="en-US" dirty="0"/>
              <a:t>의 </a:t>
            </a:r>
            <a:r>
              <a:rPr lang="en-US" altLang="ko-KR" dirty="0"/>
              <a:t>attention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85D226-1D58-C03C-EAC0-785E42DE33CA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-8-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9B1C33-5292-910A-FA34-D04DAD389A6F}"/>
                  </a:ext>
                </a:extLst>
              </p:cNvPr>
              <p:cNvSpPr txBox="1"/>
              <p:nvPr/>
            </p:nvSpPr>
            <p:spPr>
              <a:xfrm>
                <a:off x="6719500" y="2370857"/>
                <a:ext cx="4886274" cy="2979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QKV</a:t>
                </a:r>
                <a:r>
                  <a:rPr lang="ko-KR" altLang="en-US" dirty="0"/>
                  <a:t>의 연산 과정 그림 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기본적으로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br>
                  <a:rPr lang="en-US" altLang="ko-KR" dirty="0"/>
                </a:br>
                <a:r>
                  <a:rPr lang="en-US" altLang="ko-KR" dirty="0"/>
                  <a:t>K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V</a:t>
                </a:r>
                <a:r>
                  <a:rPr lang="ko-KR" altLang="en-US" dirty="0"/>
                  <a:t>도 마찬가지 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b="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가중치들을 기반으로 </a:t>
                </a:r>
                <a:r>
                  <a:rPr lang="en-US" altLang="ko-KR" dirty="0"/>
                  <a:t>QKV </a:t>
                </a:r>
                <a:r>
                  <a:rPr lang="ko-KR" altLang="en-US" dirty="0"/>
                  <a:t>행렬을 만든 뒤 </a:t>
                </a:r>
                <a:br>
                  <a:rPr lang="en-US" altLang="ko-KR" dirty="0"/>
                </a:br>
                <a:r>
                  <a:rPr lang="ko-KR" altLang="en-US" dirty="0"/>
                  <a:t>모두 연산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9B1C33-5292-910A-FA34-D04DAD389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500" y="2370857"/>
                <a:ext cx="4886274" cy="2979405"/>
              </a:xfrm>
              <a:prstGeom prst="rect">
                <a:avLst/>
              </a:prstGeom>
              <a:blipFill>
                <a:blip r:embed="rId3"/>
                <a:stretch>
                  <a:fillRect l="-748" b="-22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is Query, Key, and Value (QKV) in the Transformer Architecture and Why  Are They Used? | Ebrahim Pichka">
            <a:extLst>
              <a:ext uri="{FF2B5EF4-FFF2-40B4-BE49-F238E27FC236}">
                <a16:creationId xmlns:a16="http://schemas.microsoft.com/office/drawing/2014/main" id="{DE447CD4-7208-F71C-5634-04BF65405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00" y="2068453"/>
            <a:ext cx="5914932" cy="355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095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43B5-EBAF-402B-7FB1-69DD2D3BD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A276B5-6437-488B-6568-0AF844E2376A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-9-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0E6AB0-7635-3BCD-4AC4-137AE9F41292}"/>
              </a:ext>
            </a:extLst>
          </p:cNvPr>
          <p:cNvSpPr/>
          <p:nvPr/>
        </p:nvSpPr>
        <p:spPr>
          <a:xfrm>
            <a:off x="1373368" y="4064879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313B47-D6D9-476C-8D3A-71CF002FAB84}"/>
              </a:ext>
            </a:extLst>
          </p:cNvPr>
          <p:cNvSpPr/>
          <p:nvPr/>
        </p:nvSpPr>
        <p:spPr>
          <a:xfrm>
            <a:off x="9788244" y="4064880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663C36-FE1F-28F0-8B98-1E46861F3816}"/>
              </a:ext>
            </a:extLst>
          </p:cNvPr>
          <p:cNvSpPr/>
          <p:nvPr/>
        </p:nvSpPr>
        <p:spPr>
          <a:xfrm>
            <a:off x="7684525" y="4064880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B9A5BE-7B86-903C-A54A-DE655C54C07F}"/>
              </a:ext>
            </a:extLst>
          </p:cNvPr>
          <p:cNvSpPr/>
          <p:nvPr/>
        </p:nvSpPr>
        <p:spPr>
          <a:xfrm>
            <a:off x="3477087" y="4064879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34835B-0F05-47A2-0071-85C8F142BB4C}"/>
              </a:ext>
            </a:extLst>
          </p:cNvPr>
          <p:cNvSpPr/>
          <p:nvPr/>
        </p:nvSpPr>
        <p:spPr>
          <a:xfrm>
            <a:off x="5580806" y="4064880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30C2D9B-0B22-B686-5433-32597A635B5D}"/>
                  </a:ext>
                </a:extLst>
              </p:cNvPr>
              <p:cNvSpPr txBox="1"/>
              <p:nvPr/>
            </p:nvSpPr>
            <p:spPr>
              <a:xfrm>
                <a:off x="1523455" y="2370858"/>
                <a:ext cx="5389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30C2D9B-0B22-B686-5433-32597A635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455" y="2370858"/>
                <a:ext cx="538994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6D4576-F354-D9D0-C923-E3A356A1D605}"/>
                  </a:ext>
                </a:extLst>
              </p:cNvPr>
              <p:cNvSpPr txBox="1"/>
              <p:nvPr/>
            </p:nvSpPr>
            <p:spPr>
              <a:xfrm>
                <a:off x="3615697" y="2370858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6D4576-F354-D9D0-C923-E3A356A1D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697" y="2370858"/>
                <a:ext cx="548483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B08C04-2467-D467-EA6E-28A04F02E684}"/>
                  </a:ext>
                </a:extLst>
              </p:cNvPr>
              <p:cNvSpPr txBox="1"/>
              <p:nvPr/>
            </p:nvSpPr>
            <p:spPr>
              <a:xfrm>
                <a:off x="7823139" y="2370858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B08C04-2467-D467-EA6E-28A04F02E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139" y="2370858"/>
                <a:ext cx="548483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21D97D-1874-6DF1-10B9-CBC57319A84A}"/>
                  </a:ext>
                </a:extLst>
              </p:cNvPr>
              <p:cNvSpPr txBox="1"/>
              <p:nvPr/>
            </p:nvSpPr>
            <p:spPr>
              <a:xfrm>
                <a:off x="9926858" y="2370858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21D97D-1874-6DF1-10B9-CBC57319A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858" y="2370858"/>
                <a:ext cx="548483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F6417E-BF14-E121-F9AF-6A6BFDEB2956}"/>
                  </a:ext>
                </a:extLst>
              </p:cNvPr>
              <p:cNvSpPr txBox="1"/>
              <p:nvPr/>
            </p:nvSpPr>
            <p:spPr>
              <a:xfrm>
                <a:off x="5719416" y="2370857"/>
                <a:ext cx="548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F6417E-BF14-E121-F9AF-6A6BFDEB2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416" y="2370857"/>
                <a:ext cx="54848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C2C4EA8-4527-AF55-E54F-4B040AF916F4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1792952" y="2863301"/>
            <a:ext cx="4746" cy="12015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625AAAB-108E-FC5D-7B34-CB23E574EA64}"/>
              </a:ext>
            </a:extLst>
          </p:cNvPr>
          <p:cNvCxnSpPr/>
          <p:nvPr/>
        </p:nvCxnSpPr>
        <p:spPr>
          <a:xfrm>
            <a:off x="3896671" y="2863301"/>
            <a:ext cx="1" cy="12015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15B5264-2511-41A0-4804-4BC6D137747C}"/>
              </a:ext>
            </a:extLst>
          </p:cNvPr>
          <p:cNvCxnSpPr/>
          <p:nvPr/>
        </p:nvCxnSpPr>
        <p:spPr>
          <a:xfrm>
            <a:off x="6005134" y="2863301"/>
            <a:ext cx="1" cy="12015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2FDE423-D9CA-AA58-390A-967738645A47}"/>
              </a:ext>
            </a:extLst>
          </p:cNvPr>
          <p:cNvCxnSpPr/>
          <p:nvPr/>
        </p:nvCxnSpPr>
        <p:spPr>
          <a:xfrm>
            <a:off x="8104111" y="2863301"/>
            <a:ext cx="1" cy="12015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757E8D5-3891-4273-55BA-CB29E00E3793}"/>
              </a:ext>
            </a:extLst>
          </p:cNvPr>
          <p:cNvCxnSpPr/>
          <p:nvPr/>
        </p:nvCxnSpPr>
        <p:spPr>
          <a:xfrm>
            <a:off x="10212574" y="2863301"/>
            <a:ext cx="1" cy="12015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9418DF5-55BD-3148-01F4-6F2668DD0FF4}"/>
                  </a:ext>
                </a:extLst>
              </p:cNvPr>
              <p:cNvSpPr txBox="1"/>
              <p:nvPr/>
            </p:nvSpPr>
            <p:spPr>
              <a:xfrm>
                <a:off x="692176" y="3087727"/>
                <a:ext cx="7650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9418DF5-55BD-3148-01F4-6F2668DD0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76" y="3087727"/>
                <a:ext cx="765081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5396A92-3FD3-1A54-C511-83ADCB9D412B}"/>
                  </a:ext>
                </a:extLst>
              </p:cNvPr>
              <p:cNvSpPr txBox="1"/>
              <p:nvPr/>
            </p:nvSpPr>
            <p:spPr>
              <a:xfrm>
                <a:off x="1545255" y="4788402"/>
                <a:ext cx="53816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5396A92-3FD3-1A54-C511-83ADCB9D4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255" y="4788402"/>
                <a:ext cx="538161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F783F4-AA30-6FAE-6C92-9A568896BBAA}"/>
                  </a:ext>
                </a:extLst>
              </p:cNvPr>
              <p:cNvSpPr txBox="1"/>
              <p:nvPr/>
            </p:nvSpPr>
            <p:spPr>
              <a:xfrm>
                <a:off x="3627590" y="4788402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F783F4-AA30-6FAE-6C92-9A568896B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590" y="4788402"/>
                <a:ext cx="547649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D6F073-DAEF-EAEA-2742-A24B2B93409B}"/>
                  </a:ext>
                </a:extLst>
              </p:cNvPr>
              <p:cNvSpPr txBox="1"/>
              <p:nvPr/>
            </p:nvSpPr>
            <p:spPr>
              <a:xfrm>
                <a:off x="5731603" y="4788402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D6F073-DAEF-EAEA-2742-A24B2B934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603" y="4788402"/>
                <a:ext cx="547649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52C669-273E-1D29-0B5C-1BAF2656283F}"/>
                  </a:ext>
                </a:extLst>
              </p:cNvPr>
              <p:cNvSpPr txBox="1"/>
              <p:nvPr/>
            </p:nvSpPr>
            <p:spPr>
              <a:xfrm>
                <a:off x="7861158" y="4830238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52C669-273E-1D29-0B5C-1BAF26562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158" y="4830238"/>
                <a:ext cx="547649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9377AE-40FE-5ECE-1DA3-6F3A1CFA49C6}"/>
                  </a:ext>
                </a:extLst>
              </p:cNvPr>
              <p:cNvSpPr txBox="1"/>
              <p:nvPr/>
            </p:nvSpPr>
            <p:spPr>
              <a:xfrm>
                <a:off x="9943493" y="4830238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9377AE-40FE-5ECE-1DA3-6F3A1CFA4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3493" y="4830238"/>
                <a:ext cx="547649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3377008-57EF-CC16-87CB-19ED64FD0609}"/>
              </a:ext>
            </a:extLst>
          </p:cNvPr>
          <p:cNvCxnSpPr>
            <a:stCxn id="20" idx="3"/>
          </p:cNvCxnSpPr>
          <p:nvPr/>
        </p:nvCxnSpPr>
        <p:spPr>
          <a:xfrm>
            <a:off x="1457257" y="3333949"/>
            <a:ext cx="9627879" cy="257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BCD9D52-095F-6F23-B44B-C950B22479E6}"/>
              </a:ext>
            </a:extLst>
          </p:cNvPr>
          <p:cNvSpPr txBox="1"/>
          <p:nvPr/>
        </p:nvSpPr>
        <p:spPr>
          <a:xfrm>
            <a:off x="692176" y="5777222"/>
            <a:ext cx="7733271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토큰은</a:t>
            </a:r>
            <a:r>
              <a:rPr lang="en-US" altLang="ko-KR" dirty="0"/>
              <a:t> </a:t>
            </a:r>
            <a:r>
              <a:rPr lang="ko-KR" altLang="en-US" dirty="0"/>
              <a:t>가중치</a:t>
            </a:r>
            <a:r>
              <a:rPr lang="en-US" altLang="ko-KR" dirty="0"/>
              <a:t> W</a:t>
            </a:r>
            <a:r>
              <a:rPr lang="ko-KR" altLang="en-US" dirty="0"/>
              <a:t>를 거쳐 </a:t>
            </a:r>
            <a:r>
              <a:rPr lang="en-US" altLang="ko-KR" dirty="0"/>
              <a:t>attention </a:t>
            </a:r>
            <a:r>
              <a:rPr lang="ko-KR" altLang="en-US" dirty="0"/>
              <a:t>계산에 활용될 </a:t>
            </a:r>
            <a:r>
              <a:rPr lang="en-US" altLang="ko-KR" dirty="0"/>
              <a:t>Query </a:t>
            </a:r>
            <a:r>
              <a:rPr lang="ko-KR" altLang="en-US" dirty="0"/>
              <a:t>벡터로 변환 </a:t>
            </a: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376E372-C317-4DFD-23B1-69B27C6005C3}"/>
                  </a:ext>
                </a:extLst>
              </p:cNvPr>
              <p:cNvSpPr txBox="1"/>
              <p:nvPr/>
            </p:nvSpPr>
            <p:spPr>
              <a:xfrm>
                <a:off x="1528200" y="1047909"/>
                <a:ext cx="53899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376E372-C317-4DFD-23B1-69B27C600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200" y="1047909"/>
                <a:ext cx="538994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580293-0ED8-D736-90D6-D41718852B44}"/>
                  </a:ext>
                </a:extLst>
              </p:cNvPr>
              <p:cNvSpPr txBox="1"/>
              <p:nvPr/>
            </p:nvSpPr>
            <p:spPr>
              <a:xfrm>
                <a:off x="3615697" y="1047909"/>
                <a:ext cx="53899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580293-0ED8-D736-90D6-D4171885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697" y="1047909"/>
                <a:ext cx="538994" cy="4924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AAF80B38-D261-AF07-FD53-719DEFA5E754}"/>
              </a:ext>
            </a:extLst>
          </p:cNvPr>
          <p:cNvSpPr txBox="1"/>
          <p:nvPr/>
        </p:nvSpPr>
        <p:spPr>
          <a:xfrm>
            <a:off x="5304908" y="1042875"/>
            <a:ext cx="137749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3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reading</a:t>
            </a:r>
            <a:endParaRPr lang="ko-KR" altLang="en-US" sz="3200" i="1" dirty="0">
              <a:latin typeface="Cambria Math" panose="020405030504060302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90B526-5844-16DE-CF51-8817C8CB67FD}"/>
              </a:ext>
            </a:extLst>
          </p:cNvPr>
          <p:cNvSpPr txBox="1"/>
          <p:nvPr/>
        </p:nvSpPr>
        <p:spPr>
          <a:xfrm>
            <a:off x="7982749" y="1042876"/>
            <a:ext cx="22925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3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41EE69-1987-D596-2CB5-9CEBB0773009}"/>
              </a:ext>
            </a:extLst>
          </p:cNvPr>
          <p:cNvSpPr txBox="1"/>
          <p:nvPr/>
        </p:nvSpPr>
        <p:spPr>
          <a:xfrm>
            <a:off x="9713241" y="1042876"/>
            <a:ext cx="99866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3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book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62D3CB3-F786-A752-D5F3-E719155C191D}"/>
              </a:ext>
            </a:extLst>
          </p:cNvPr>
          <p:cNvCxnSpPr>
            <a:cxnSpLocks/>
            <a:stCxn id="19" idx="2"/>
            <a:endCxn id="2" idx="0"/>
          </p:cNvCxnSpPr>
          <p:nvPr/>
        </p:nvCxnSpPr>
        <p:spPr>
          <a:xfrm flipH="1">
            <a:off x="1792952" y="1540352"/>
            <a:ext cx="4745" cy="8305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3534CA9-1C88-0ABE-6F37-19F5DA60AEFA}"/>
              </a:ext>
            </a:extLst>
          </p:cNvPr>
          <p:cNvCxnSpPr>
            <a:cxnSpLocks/>
            <a:stCxn id="26" idx="2"/>
            <a:endCxn id="5" idx="0"/>
          </p:cNvCxnSpPr>
          <p:nvPr/>
        </p:nvCxnSpPr>
        <p:spPr>
          <a:xfrm>
            <a:off x="3885194" y="1540352"/>
            <a:ext cx="4745" cy="8305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597FEF9-D3DA-B2F7-C2FA-9C15765390FF}"/>
              </a:ext>
            </a:extLst>
          </p:cNvPr>
          <p:cNvCxnSpPr>
            <a:cxnSpLocks/>
            <a:stCxn id="28" idx="2"/>
            <a:endCxn id="12" idx="0"/>
          </p:cNvCxnSpPr>
          <p:nvPr/>
        </p:nvCxnSpPr>
        <p:spPr>
          <a:xfrm>
            <a:off x="5993657" y="1535318"/>
            <a:ext cx="1" cy="8355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2D83FB87-133D-FE88-7C27-150E759CCFF0}"/>
              </a:ext>
            </a:extLst>
          </p:cNvPr>
          <p:cNvCxnSpPr>
            <a:cxnSpLocks/>
            <a:stCxn id="29" idx="2"/>
            <a:endCxn id="6" idx="0"/>
          </p:cNvCxnSpPr>
          <p:nvPr/>
        </p:nvCxnSpPr>
        <p:spPr>
          <a:xfrm>
            <a:off x="8097378" y="1535319"/>
            <a:ext cx="3" cy="8355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74DF4BE-5B1B-B555-23D2-CD70B8F8ABFB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 flipH="1">
            <a:off x="10201100" y="1535319"/>
            <a:ext cx="11473" cy="8355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823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083E0-69A4-CAC1-022A-3C3F1610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E6DD95-FB6C-D4F1-5E53-DB8078A217B4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-10-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796FD7-D952-19AE-739A-C853EEC694A0}"/>
              </a:ext>
            </a:extLst>
          </p:cNvPr>
          <p:cNvSpPr/>
          <p:nvPr/>
        </p:nvSpPr>
        <p:spPr>
          <a:xfrm>
            <a:off x="725024" y="1299636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887F2A-BB1D-9058-B8C6-160D12A735B5}"/>
              </a:ext>
            </a:extLst>
          </p:cNvPr>
          <p:cNvSpPr/>
          <p:nvPr/>
        </p:nvSpPr>
        <p:spPr>
          <a:xfrm>
            <a:off x="719045" y="5268012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104B61-583E-796E-C856-A8A802814160}"/>
              </a:ext>
            </a:extLst>
          </p:cNvPr>
          <p:cNvSpPr/>
          <p:nvPr/>
        </p:nvSpPr>
        <p:spPr>
          <a:xfrm>
            <a:off x="719045" y="4275918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DB0E301-4E9B-2EA4-9075-A3AC54F9A4A3}"/>
              </a:ext>
            </a:extLst>
          </p:cNvPr>
          <p:cNvSpPr/>
          <p:nvPr/>
        </p:nvSpPr>
        <p:spPr>
          <a:xfrm>
            <a:off x="725023" y="2291730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E70A60-D823-7D6F-2F72-48CE1746CCE8}"/>
              </a:ext>
            </a:extLst>
          </p:cNvPr>
          <p:cNvSpPr/>
          <p:nvPr/>
        </p:nvSpPr>
        <p:spPr>
          <a:xfrm>
            <a:off x="719046" y="3283824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0ADBE0-AA8A-953C-701B-634F97F08C17}"/>
                  </a:ext>
                </a:extLst>
              </p:cNvPr>
              <p:cNvSpPr txBox="1"/>
              <p:nvPr/>
            </p:nvSpPr>
            <p:spPr>
              <a:xfrm>
                <a:off x="180884" y="1465790"/>
                <a:ext cx="5381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0ADBE0-AA8A-953C-701B-634F97F08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1465790"/>
                <a:ext cx="53816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228041-64FD-E98B-4038-D830A4EBE652}"/>
                  </a:ext>
                </a:extLst>
              </p:cNvPr>
              <p:cNvSpPr txBox="1"/>
              <p:nvPr/>
            </p:nvSpPr>
            <p:spPr>
              <a:xfrm>
                <a:off x="180884" y="2378411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228041-64FD-E98B-4038-D830A4EB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2378411"/>
                <a:ext cx="54764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DA7C52-3C1C-0F01-8A3C-C5B35F5E338A}"/>
                  </a:ext>
                </a:extLst>
              </p:cNvPr>
              <p:cNvSpPr txBox="1"/>
              <p:nvPr/>
            </p:nvSpPr>
            <p:spPr>
              <a:xfrm>
                <a:off x="180884" y="3330768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DA7C52-3C1C-0F01-8A3C-C5B35F5E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3330768"/>
                <a:ext cx="547649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C06643C-1971-6351-B495-8D7943B5F293}"/>
                  </a:ext>
                </a:extLst>
              </p:cNvPr>
              <p:cNvSpPr txBox="1"/>
              <p:nvPr/>
            </p:nvSpPr>
            <p:spPr>
              <a:xfrm>
                <a:off x="180884" y="4354797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C06643C-1971-6351-B495-8D7943B5F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4354797"/>
                <a:ext cx="547649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78B5A1B-1A71-2C32-2C9B-B88675992F76}"/>
                  </a:ext>
                </a:extLst>
              </p:cNvPr>
              <p:cNvSpPr txBox="1"/>
              <p:nvPr/>
            </p:nvSpPr>
            <p:spPr>
              <a:xfrm>
                <a:off x="180884" y="5307154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78B5A1B-1A71-2C32-2C9B-B88675992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5307154"/>
                <a:ext cx="547649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32F5E1-7478-B841-147A-4CB53055FB0E}"/>
              </a:ext>
            </a:extLst>
          </p:cNvPr>
          <p:cNvSpPr/>
          <p:nvPr/>
        </p:nvSpPr>
        <p:spPr>
          <a:xfrm>
            <a:off x="1579662" y="474883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924BA13-6547-50C3-433C-95E5D0BF3B63}"/>
              </a:ext>
            </a:extLst>
          </p:cNvPr>
          <p:cNvSpPr/>
          <p:nvPr/>
        </p:nvSpPr>
        <p:spPr>
          <a:xfrm>
            <a:off x="2586086" y="474882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B0FD945-9C0F-BF35-671B-1B4A71EA4EB2}"/>
              </a:ext>
            </a:extLst>
          </p:cNvPr>
          <p:cNvSpPr/>
          <p:nvPr/>
        </p:nvSpPr>
        <p:spPr>
          <a:xfrm>
            <a:off x="3592510" y="474882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022E5BD-D1E6-6D2C-BE97-99BBF8B7A5D5}"/>
              </a:ext>
            </a:extLst>
          </p:cNvPr>
          <p:cNvSpPr/>
          <p:nvPr/>
        </p:nvSpPr>
        <p:spPr>
          <a:xfrm>
            <a:off x="4598934" y="474881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35F627-81CC-E278-B8A8-A33C2183F57B}"/>
              </a:ext>
            </a:extLst>
          </p:cNvPr>
          <p:cNvSpPr/>
          <p:nvPr/>
        </p:nvSpPr>
        <p:spPr>
          <a:xfrm>
            <a:off x="10128701" y="1293655"/>
            <a:ext cx="848659" cy="824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E6D1484-97DB-8DB0-B91C-29C382A4DC14}"/>
                  </a:ext>
                </a:extLst>
              </p:cNvPr>
              <p:cNvSpPr txBox="1"/>
              <p:nvPr/>
            </p:nvSpPr>
            <p:spPr>
              <a:xfrm>
                <a:off x="1734316" y="-17562"/>
                <a:ext cx="55098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E6D1484-97DB-8DB0-B91C-29C382A4D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316" y="-17562"/>
                <a:ext cx="550984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611FAD5-5AD4-D244-434E-16F3F720B425}"/>
                  </a:ext>
                </a:extLst>
              </p:cNvPr>
              <p:cNvSpPr txBox="1"/>
              <p:nvPr/>
            </p:nvSpPr>
            <p:spPr>
              <a:xfrm>
                <a:off x="2734923" y="-17563"/>
                <a:ext cx="5604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611FAD5-5AD4-D244-434E-16F3F720B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923" y="-17563"/>
                <a:ext cx="560473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A7B838-4EAD-8025-6E26-270D0A70EC88}"/>
                  </a:ext>
                </a:extLst>
              </p:cNvPr>
              <p:cNvSpPr txBox="1"/>
              <p:nvPr/>
            </p:nvSpPr>
            <p:spPr>
              <a:xfrm>
                <a:off x="3744256" y="-17562"/>
                <a:ext cx="5604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A7B838-4EAD-8025-6E26-270D0A70E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256" y="-17562"/>
                <a:ext cx="560473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1299239-3069-2AB3-3A72-0FE1687D6195}"/>
                  </a:ext>
                </a:extLst>
              </p:cNvPr>
              <p:cNvSpPr txBox="1"/>
              <p:nvPr/>
            </p:nvSpPr>
            <p:spPr>
              <a:xfrm>
                <a:off x="4744863" y="-17563"/>
                <a:ext cx="5604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1299239-3069-2AB3-3A72-0FE1687D6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863" y="-17563"/>
                <a:ext cx="560473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4A6692-A209-F02E-65E4-F5227D20E573}"/>
                  </a:ext>
                </a:extLst>
              </p:cNvPr>
              <p:cNvSpPr txBox="1"/>
              <p:nvPr/>
            </p:nvSpPr>
            <p:spPr>
              <a:xfrm>
                <a:off x="5754196" y="-23539"/>
                <a:ext cx="5604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4A6692-A209-F02E-65E4-F5227D20E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196" y="-23539"/>
                <a:ext cx="560473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직사각형 38">
            <a:extLst>
              <a:ext uri="{FF2B5EF4-FFF2-40B4-BE49-F238E27FC236}">
                <a16:creationId xmlns:a16="http://schemas.microsoft.com/office/drawing/2014/main" id="{4F2BF315-83CA-A813-A292-1539C35AE42C}"/>
              </a:ext>
            </a:extLst>
          </p:cNvPr>
          <p:cNvSpPr/>
          <p:nvPr/>
        </p:nvSpPr>
        <p:spPr>
          <a:xfrm>
            <a:off x="1579662" y="1293657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F856AD9-BD5F-6BF0-1AAA-332B733FC46C}"/>
              </a:ext>
            </a:extLst>
          </p:cNvPr>
          <p:cNvSpPr/>
          <p:nvPr/>
        </p:nvSpPr>
        <p:spPr>
          <a:xfrm>
            <a:off x="2586086" y="1293656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928485C-2F6C-C0CF-0F3D-BEF7865D826B}"/>
              </a:ext>
            </a:extLst>
          </p:cNvPr>
          <p:cNvSpPr/>
          <p:nvPr/>
        </p:nvSpPr>
        <p:spPr>
          <a:xfrm>
            <a:off x="3592510" y="1293656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1F39815-4D7B-EA15-FE23-3C0CBDF02C51}"/>
              </a:ext>
            </a:extLst>
          </p:cNvPr>
          <p:cNvSpPr/>
          <p:nvPr/>
        </p:nvSpPr>
        <p:spPr>
          <a:xfrm>
            <a:off x="4598934" y="1293655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6F41192-88F2-DBCC-8DC7-06629A10DFE5}"/>
              </a:ext>
            </a:extLst>
          </p:cNvPr>
          <p:cNvSpPr/>
          <p:nvPr/>
        </p:nvSpPr>
        <p:spPr>
          <a:xfrm>
            <a:off x="5605358" y="1293656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CFAD883-C565-A809-72EE-3B1DE5E3CA15}"/>
              </a:ext>
            </a:extLst>
          </p:cNvPr>
          <p:cNvSpPr/>
          <p:nvPr/>
        </p:nvSpPr>
        <p:spPr>
          <a:xfrm>
            <a:off x="1579662" y="2291731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F9345E8-DB43-C58F-6433-C7DA211A1959}"/>
              </a:ext>
            </a:extLst>
          </p:cNvPr>
          <p:cNvSpPr/>
          <p:nvPr/>
        </p:nvSpPr>
        <p:spPr>
          <a:xfrm>
            <a:off x="2586086" y="2291730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741CD3C-D7C6-29D3-2F12-1870B7E5920F}"/>
              </a:ext>
            </a:extLst>
          </p:cNvPr>
          <p:cNvSpPr/>
          <p:nvPr/>
        </p:nvSpPr>
        <p:spPr>
          <a:xfrm>
            <a:off x="3592510" y="2291730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71852A0-6935-5797-9865-142859B88331}"/>
              </a:ext>
            </a:extLst>
          </p:cNvPr>
          <p:cNvSpPr/>
          <p:nvPr/>
        </p:nvSpPr>
        <p:spPr>
          <a:xfrm>
            <a:off x="4598934" y="2291729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E82BB2A-568A-93CA-D48E-AE47BB23973F}"/>
              </a:ext>
            </a:extLst>
          </p:cNvPr>
          <p:cNvSpPr/>
          <p:nvPr/>
        </p:nvSpPr>
        <p:spPr>
          <a:xfrm>
            <a:off x="5605358" y="2291730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3BC92B9-E070-8806-DE94-C71D2F3DD080}"/>
              </a:ext>
            </a:extLst>
          </p:cNvPr>
          <p:cNvSpPr/>
          <p:nvPr/>
        </p:nvSpPr>
        <p:spPr>
          <a:xfrm>
            <a:off x="1579662" y="3283823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35AEC58-8971-235C-99E6-38BB41C78109}"/>
              </a:ext>
            </a:extLst>
          </p:cNvPr>
          <p:cNvSpPr/>
          <p:nvPr/>
        </p:nvSpPr>
        <p:spPr>
          <a:xfrm>
            <a:off x="2586086" y="3283822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9CDD4F9-A8B6-CE69-5182-91C17AB34783}"/>
              </a:ext>
            </a:extLst>
          </p:cNvPr>
          <p:cNvSpPr/>
          <p:nvPr/>
        </p:nvSpPr>
        <p:spPr>
          <a:xfrm>
            <a:off x="3592510" y="3283822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B629948-FD30-9B64-1338-3B404CFFBB08}"/>
              </a:ext>
            </a:extLst>
          </p:cNvPr>
          <p:cNvSpPr/>
          <p:nvPr/>
        </p:nvSpPr>
        <p:spPr>
          <a:xfrm>
            <a:off x="4598934" y="3283821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A524DC7-B34B-12F2-9243-3D660248D725}"/>
              </a:ext>
            </a:extLst>
          </p:cNvPr>
          <p:cNvSpPr/>
          <p:nvPr/>
        </p:nvSpPr>
        <p:spPr>
          <a:xfrm>
            <a:off x="5605358" y="3283822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5AACCC3-8881-E4E8-3D6D-07E4AF793DD1}"/>
              </a:ext>
            </a:extLst>
          </p:cNvPr>
          <p:cNvSpPr/>
          <p:nvPr/>
        </p:nvSpPr>
        <p:spPr>
          <a:xfrm>
            <a:off x="1579662" y="4275914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53C6EAA-4451-1C50-6858-A918AF36AAF5}"/>
              </a:ext>
            </a:extLst>
          </p:cNvPr>
          <p:cNvSpPr/>
          <p:nvPr/>
        </p:nvSpPr>
        <p:spPr>
          <a:xfrm>
            <a:off x="2586086" y="4275913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48504CF-BA9F-46B2-FC15-214A5B4411BD}"/>
              </a:ext>
            </a:extLst>
          </p:cNvPr>
          <p:cNvSpPr/>
          <p:nvPr/>
        </p:nvSpPr>
        <p:spPr>
          <a:xfrm>
            <a:off x="3592510" y="4275913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78F3E6D-98D8-906A-555A-CB21893B43F9}"/>
              </a:ext>
            </a:extLst>
          </p:cNvPr>
          <p:cNvSpPr/>
          <p:nvPr/>
        </p:nvSpPr>
        <p:spPr>
          <a:xfrm>
            <a:off x="4598934" y="4275912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17E75E2-875E-8270-3D23-D184A1F2FEE2}"/>
              </a:ext>
            </a:extLst>
          </p:cNvPr>
          <p:cNvSpPr/>
          <p:nvPr/>
        </p:nvSpPr>
        <p:spPr>
          <a:xfrm>
            <a:off x="5605358" y="4275913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736F5DB-3183-4BA8-035C-0455961E6AEE}"/>
              </a:ext>
            </a:extLst>
          </p:cNvPr>
          <p:cNvSpPr/>
          <p:nvPr/>
        </p:nvSpPr>
        <p:spPr>
          <a:xfrm>
            <a:off x="1579662" y="5268006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D496024-8EA9-75FF-A1AF-17BBCEBDF06F}"/>
              </a:ext>
            </a:extLst>
          </p:cNvPr>
          <p:cNvSpPr/>
          <p:nvPr/>
        </p:nvSpPr>
        <p:spPr>
          <a:xfrm>
            <a:off x="2586086" y="5268005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BC88DAA-51A1-9179-397C-0539A361C41E}"/>
              </a:ext>
            </a:extLst>
          </p:cNvPr>
          <p:cNvSpPr/>
          <p:nvPr/>
        </p:nvSpPr>
        <p:spPr>
          <a:xfrm>
            <a:off x="3592510" y="5268005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2CA8FA1-F5B0-064A-29DE-0EFB71ABBAD9}"/>
              </a:ext>
            </a:extLst>
          </p:cNvPr>
          <p:cNvSpPr/>
          <p:nvPr/>
        </p:nvSpPr>
        <p:spPr>
          <a:xfrm>
            <a:off x="4598934" y="5268004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95D9007-8621-08F1-190F-224F6A71DF02}"/>
              </a:ext>
            </a:extLst>
          </p:cNvPr>
          <p:cNvSpPr/>
          <p:nvPr/>
        </p:nvSpPr>
        <p:spPr>
          <a:xfrm>
            <a:off x="5605358" y="5268005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5BAA92-E96B-A743-E435-F46F15474052}"/>
              </a:ext>
            </a:extLst>
          </p:cNvPr>
          <p:cNvSpPr txBox="1"/>
          <p:nvPr/>
        </p:nvSpPr>
        <p:spPr>
          <a:xfrm>
            <a:off x="6757711" y="99572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softmax</a:t>
            </a:r>
            <a:endParaRPr lang="ko-KR" altLang="en-US" dirty="0"/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BD980BA-8DD7-7ADF-7445-6AEDE9B6CAA2}"/>
              </a:ext>
            </a:extLst>
          </p:cNvPr>
          <p:cNvCxnSpPr>
            <a:stCxn id="64" idx="2"/>
          </p:cNvCxnSpPr>
          <p:nvPr/>
        </p:nvCxnSpPr>
        <p:spPr>
          <a:xfrm>
            <a:off x="7261215" y="468904"/>
            <a:ext cx="18126" cy="608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0C7D5888-C869-3EBE-6C72-36250141076B}"/>
              </a:ext>
            </a:extLst>
          </p:cNvPr>
          <p:cNvCxnSpPr>
            <a:stCxn id="43" idx="3"/>
          </p:cNvCxnSpPr>
          <p:nvPr/>
        </p:nvCxnSpPr>
        <p:spPr>
          <a:xfrm flipV="1">
            <a:off x="6454017" y="1706031"/>
            <a:ext cx="150066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C017CD6A-8A79-C6AA-089A-32522CC0B723}"/>
              </a:ext>
            </a:extLst>
          </p:cNvPr>
          <p:cNvCxnSpPr/>
          <p:nvPr/>
        </p:nvCxnSpPr>
        <p:spPr>
          <a:xfrm flipV="1">
            <a:off x="6454016" y="2704105"/>
            <a:ext cx="150066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604E0436-70D0-8710-A32A-E630FCE3B9D0}"/>
              </a:ext>
            </a:extLst>
          </p:cNvPr>
          <p:cNvCxnSpPr/>
          <p:nvPr/>
        </p:nvCxnSpPr>
        <p:spPr>
          <a:xfrm flipV="1">
            <a:off x="6454015" y="3696197"/>
            <a:ext cx="150066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274EEC19-C038-8557-1822-0FEDA8C89EB1}"/>
              </a:ext>
            </a:extLst>
          </p:cNvPr>
          <p:cNvCxnSpPr/>
          <p:nvPr/>
        </p:nvCxnSpPr>
        <p:spPr>
          <a:xfrm flipV="1">
            <a:off x="6454015" y="4688289"/>
            <a:ext cx="150066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DD9CB2D7-CBE6-2C98-C559-6BE8472EA70E}"/>
              </a:ext>
            </a:extLst>
          </p:cNvPr>
          <p:cNvCxnSpPr/>
          <p:nvPr/>
        </p:nvCxnSpPr>
        <p:spPr>
          <a:xfrm flipV="1">
            <a:off x="6454014" y="5680381"/>
            <a:ext cx="150066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D9ABA5D-75E7-BEA9-FFB4-7FF81C161389}"/>
              </a:ext>
            </a:extLst>
          </p:cNvPr>
          <p:cNvSpPr/>
          <p:nvPr/>
        </p:nvSpPr>
        <p:spPr>
          <a:xfrm>
            <a:off x="10128701" y="2291728"/>
            <a:ext cx="848659" cy="824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A5B80C-D255-B8B9-C769-C3F4AEE9EE23}"/>
              </a:ext>
            </a:extLst>
          </p:cNvPr>
          <p:cNvSpPr/>
          <p:nvPr/>
        </p:nvSpPr>
        <p:spPr>
          <a:xfrm>
            <a:off x="10128701" y="3277839"/>
            <a:ext cx="848659" cy="824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F5600A-90AC-0433-5E53-D27EA57AEEFD}"/>
              </a:ext>
            </a:extLst>
          </p:cNvPr>
          <p:cNvSpPr/>
          <p:nvPr/>
        </p:nvSpPr>
        <p:spPr>
          <a:xfrm>
            <a:off x="10128701" y="4275912"/>
            <a:ext cx="848659" cy="824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220BCE-58C5-8871-F5D8-7EFF9D2A65D2}"/>
              </a:ext>
            </a:extLst>
          </p:cNvPr>
          <p:cNvSpPr/>
          <p:nvPr/>
        </p:nvSpPr>
        <p:spPr>
          <a:xfrm>
            <a:off x="10128701" y="5270744"/>
            <a:ext cx="848659" cy="824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1FEFB0-E120-BF04-B42B-3C0465A1C951}"/>
                  </a:ext>
                </a:extLst>
              </p:cNvPr>
              <p:cNvSpPr txBox="1"/>
              <p:nvPr/>
            </p:nvSpPr>
            <p:spPr>
              <a:xfrm>
                <a:off x="11135125" y="1510045"/>
                <a:ext cx="54380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1FEFB0-E120-BF04-B42B-3C0465A1C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125" y="1510045"/>
                <a:ext cx="54380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93E7EB-AE9A-AC7E-B5AF-406F0878AC5D}"/>
                  </a:ext>
                </a:extLst>
              </p:cNvPr>
              <p:cNvSpPr txBox="1"/>
              <p:nvPr/>
            </p:nvSpPr>
            <p:spPr>
              <a:xfrm>
                <a:off x="11135125" y="2422666"/>
                <a:ext cx="79547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1:2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93E7EB-AE9A-AC7E-B5AF-406F0878A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125" y="2422666"/>
                <a:ext cx="795474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E347BB-A31D-E53C-6949-BDF74EC8B3F0}"/>
                  </a:ext>
                </a:extLst>
              </p:cNvPr>
              <p:cNvSpPr txBox="1"/>
              <p:nvPr/>
            </p:nvSpPr>
            <p:spPr>
              <a:xfrm>
                <a:off x="11135125" y="3375023"/>
                <a:ext cx="79547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1:3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E347BB-A31D-E53C-6949-BDF74EC8B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125" y="3375023"/>
                <a:ext cx="795474" cy="4924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E5FB900-929A-58B9-47B8-9392CFB1D743}"/>
                  </a:ext>
                </a:extLst>
              </p:cNvPr>
              <p:cNvSpPr txBox="1"/>
              <p:nvPr/>
            </p:nvSpPr>
            <p:spPr>
              <a:xfrm>
                <a:off x="11135125" y="4399052"/>
                <a:ext cx="79547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1:4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E5FB900-929A-58B9-47B8-9392CFB1D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125" y="4399052"/>
                <a:ext cx="795474" cy="4924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A78E29F-DD9A-168A-7AFB-56E78F048803}"/>
                  </a:ext>
                </a:extLst>
              </p:cNvPr>
              <p:cNvSpPr txBox="1"/>
              <p:nvPr/>
            </p:nvSpPr>
            <p:spPr>
              <a:xfrm>
                <a:off x="11135125" y="5351409"/>
                <a:ext cx="79547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1:5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A78E29F-DD9A-168A-7AFB-56E78F048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125" y="5351409"/>
                <a:ext cx="795474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직사각형 66">
            <a:extLst>
              <a:ext uri="{FF2B5EF4-FFF2-40B4-BE49-F238E27FC236}">
                <a16:creationId xmlns:a16="http://schemas.microsoft.com/office/drawing/2014/main" id="{CF69A077-74DC-BE1E-52CB-1494B81F050D}"/>
              </a:ext>
            </a:extLst>
          </p:cNvPr>
          <p:cNvSpPr/>
          <p:nvPr/>
        </p:nvSpPr>
        <p:spPr>
          <a:xfrm>
            <a:off x="5599284" y="468902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556500-4CDA-9F20-1D89-49BE8EDEC53F}"/>
                  </a:ext>
                </a:extLst>
              </p:cNvPr>
              <p:cNvSpPr txBox="1"/>
              <p:nvPr/>
            </p:nvSpPr>
            <p:spPr>
              <a:xfrm>
                <a:off x="8020707" y="1497608"/>
                <a:ext cx="2041969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2400" dirty="0" err="1"/>
                  <a:t>Softmax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556500-4CDA-9F20-1D89-49BE8EDEC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0707" y="1497608"/>
                <a:ext cx="2041969" cy="416845"/>
              </a:xfrm>
              <a:prstGeom prst="rect">
                <a:avLst/>
              </a:prstGeom>
              <a:blipFill>
                <a:blip r:embed="rId18"/>
                <a:stretch>
                  <a:fillRect l="-9254" t="-19118" b="-36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7E7501-3B86-A934-7C65-CFA1B021C694}"/>
                  </a:ext>
                </a:extLst>
              </p:cNvPr>
              <p:cNvSpPr txBox="1"/>
              <p:nvPr/>
            </p:nvSpPr>
            <p:spPr>
              <a:xfrm>
                <a:off x="1579662" y="6242357"/>
                <a:ext cx="4646080" cy="501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Sup>
                      <m:sSubSup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altLang="ko-KR" sz="3200" dirty="0"/>
                  <a:t>)</a:t>
                </a:r>
                <a14:m>
                  <m:oMath xmlns:m="http://schemas.openxmlformats.org/officeDocument/2006/math">
                    <m:r>
                      <a:rPr lang="en-US" altLang="ko-KR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3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1:</m:t>
                        </m:r>
                        <m:r>
                          <a:rPr lang="en-US" altLang="ko-KR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7E7501-3B86-A934-7C65-CFA1B021C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662" y="6242357"/>
                <a:ext cx="4646080" cy="501035"/>
              </a:xfrm>
              <a:prstGeom prst="rect">
                <a:avLst/>
              </a:prstGeom>
              <a:blipFill>
                <a:blip r:embed="rId19"/>
                <a:stretch>
                  <a:fillRect t="-24390" b="-47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184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7DDDC-35E0-1AEA-6FE4-C0DCFF64C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3E5DAD-29ED-0D7B-8832-5EE090F6117A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-11-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991116-AF66-75F2-F7CE-CD2ECF8B0044}"/>
              </a:ext>
            </a:extLst>
          </p:cNvPr>
          <p:cNvSpPr/>
          <p:nvPr/>
        </p:nvSpPr>
        <p:spPr>
          <a:xfrm>
            <a:off x="725024" y="1299636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FCDD6C-576D-6569-888E-3F7726767BD1}"/>
              </a:ext>
            </a:extLst>
          </p:cNvPr>
          <p:cNvSpPr/>
          <p:nvPr/>
        </p:nvSpPr>
        <p:spPr>
          <a:xfrm>
            <a:off x="719045" y="5268012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CD6042-C342-9BAF-618B-1FFD00F922DC}"/>
              </a:ext>
            </a:extLst>
          </p:cNvPr>
          <p:cNvSpPr/>
          <p:nvPr/>
        </p:nvSpPr>
        <p:spPr>
          <a:xfrm>
            <a:off x="719045" y="4275918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DAAEC1-DBD3-29DC-E050-A0AA469DC1DE}"/>
              </a:ext>
            </a:extLst>
          </p:cNvPr>
          <p:cNvSpPr/>
          <p:nvPr/>
        </p:nvSpPr>
        <p:spPr>
          <a:xfrm>
            <a:off x="725023" y="2291730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741696-6997-CB07-8C93-42160882D183}"/>
              </a:ext>
            </a:extLst>
          </p:cNvPr>
          <p:cNvSpPr/>
          <p:nvPr/>
        </p:nvSpPr>
        <p:spPr>
          <a:xfrm>
            <a:off x="719046" y="3283824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E433E8-D7E7-0407-5722-9E61631CAA1F}"/>
                  </a:ext>
                </a:extLst>
              </p:cNvPr>
              <p:cNvSpPr txBox="1"/>
              <p:nvPr/>
            </p:nvSpPr>
            <p:spPr>
              <a:xfrm>
                <a:off x="180884" y="1465790"/>
                <a:ext cx="5381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0ADBE0-AA8A-953C-701B-634F97F08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1465790"/>
                <a:ext cx="53816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B81CA8-8F01-9C26-6AF2-7559D5FCF654}"/>
                  </a:ext>
                </a:extLst>
              </p:cNvPr>
              <p:cNvSpPr txBox="1"/>
              <p:nvPr/>
            </p:nvSpPr>
            <p:spPr>
              <a:xfrm>
                <a:off x="180884" y="2378411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228041-64FD-E98B-4038-D830A4EB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2378411"/>
                <a:ext cx="54764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D09B01-452D-12BD-95CB-52AEF2809466}"/>
                  </a:ext>
                </a:extLst>
              </p:cNvPr>
              <p:cNvSpPr txBox="1"/>
              <p:nvPr/>
            </p:nvSpPr>
            <p:spPr>
              <a:xfrm>
                <a:off x="180884" y="3330768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DA7C52-3C1C-0F01-8A3C-C5B35F5E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3330768"/>
                <a:ext cx="547649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BE94C33-2629-9AA3-C615-7DD315B44CAD}"/>
                  </a:ext>
                </a:extLst>
              </p:cNvPr>
              <p:cNvSpPr txBox="1"/>
              <p:nvPr/>
            </p:nvSpPr>
            <p:spPr>
              <a:xfrm>
                <a:off x="180884" y="4354797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C06643C-1971-6351-B495-8D7943B5F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4354797"/>
                <a:ext cx="547649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A53BC23-CE18-34A8-E83B-F2B5DA472C51}"/>
                  </a:ext>
                </a:extLst>
              </p:cNvPr>
              <p:cNvSpPr txBox="1"/>
              <p:nvPr/>
            </p:nvSpPr>
            <p:spPr>
              <a:xfrm>
                <a:off x="180884" y="5307154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78B5A1B-1A71-2C32-2C9B-B88675992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5307154"/>
                <a:ext cx="547649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951D0C-AEE2-4A13-D10B-D10A23C6D72E}"/>
              </a:ext>
            </a:extLst>
          </p:cNvPr>
          <p:cNvSpPr/>
          <p:nvPr/>
        </p:nvSpPr>
        <p:spPr>
          <a:xfrm>
            <a:off x="1579662" y="474883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B764F93-AD59-47CB-FADB-891FEDD12931}"/>
              </a:ext>
            </a:extLst>
          </p:cNvPr>
          <p:cNvSpPr/>
          <p:nvPr/>
        </p:nvSpPr>
        <p:spPr>
          <a:xfrm>
            <a:off x="2586086" y="474882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C53AFA4-8182-8E3B-D455-DA9F79F43C26}"/>
              </a:ext>
            </a:extLst>
          </p:cNvPr>
          <p:cNvSpPr/>
          <p:nvPr/>
        </p:nvSpPr>
        <p:spPr>
          <a:xfrm>
            <a:off x="3592510" y="474882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9EC3B2D-747D-33AF-3B3A-F05BED0D9A79}"/>
              </a:ext>
            </a:extLst>
          </p:cNvPr>
          <p:cNvSpPr/>
          <p:nvPr/>
        </p:nvSpPr>
        <p:spPr>
          <a:xfrm>
            <a:off x="4598934" y="474881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DA4C58B-D5BD-C8A0-47FA-A123EBA5F4E9}"/>
                  </a:ext>
                </a:extLst>
              </p:cNvPr>
              <p:cNvSpPr txBox="1"/>
              <p:nvPr/>
            </p:nvSpPr>
            <p:spPr>
              <a:xfrm>
                <a:off x="1734316" y="-17562"/>
                <a:ext cx="55098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E6D1484-97DB-8DB0-B91C-29C382A4D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316" y="-17562"/>
                <a:ext cx="550984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A46EF7-6BC7-6DDE-FE64-5C927722FCB7}"/>
                  </a:ext>
                </a:extLst>
              </p:cNvPr>
              <p:cNvSpPr txBox="1"/>
              <p:nvPr/>
            </p:nvSpPr>
            <p:spPr>
              <a:xfrm>
                <a:off x="2734923" y="-17563"/>
                <a:ext cx="5604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611FAD5-5AD4-D244-434E-16F3F720B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923" y="-17563"/>
                <a:ext cx="560473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F601629-AA42-B3EC-3F1D-85F7A73D22D1}"/>
                  </a:ext>
                </a:extLst>
              </p:cNvPr>
              <p:cNvSpPr txBox="1"/>
              <p:nvPr/>
            </p:nvSpPr>
            <p:spPr>
              <a:xfrm>
                <a:off x="3744256" y="-17562"/>
                <a:ext cx="5604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A7B838-4EAD-8025-6E26-270D0A70E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256" y="-17562"/>
                <a:ext cx="560473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B336B8-F2FB-C1FF-AF56-764BE9AFE0B3}"/>
                  </a:ext>
                </a:extLst>
              </p:cNvPr>
              <p:cNvSpPr txBox="1"/>
              <p:nvPr/>
            </p:nvSpPr>
            <p:spPr>
              <a:xfrm>
                <a:off x="4744863" y="-17563"/>
                <a:ext cx="5604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1299239-3069-2AB3-3A72-0FE1687D6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863" y="-17563"/>
                <a:ext cx="560473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30911EE-D603-FFB7-1F61-D6025BFF584A}"/>
                  </a:ext>
                </a:extLst>
              </p:cNvPr>
              <p:cNvSpPr txBox="1"/>
              <p:nvPr/>
            </p:nvSpPr>
            <p:spPr>
              <a:xfrm>
                <a:off x="5754196" y="-23539"/>
                <a:ext cx="5604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4A6692-A209-F02E-65E4-F5227D20E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196" y="-23539"/>
                <a:ext cx="560473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직사각형 38">
            <a:extLst>
              <a:ext uri="{FF2B5EF4-FFF2-40B4-BE49-F238E27FC236}">
                <a16:creationId xmlns:a16="http://schemas.microsoft.com/office/drawing/2014/main" id="{7893E36B-E9D6-3143-49DE-CE037038F7D2}"/>
              </a:ext>
            </a:extLst>
          </p:cNvPr>
          <p:cNvSpPr/>
          <p:nvPr/>
        </p:nvSpPr>
        <p:spPr>
          <a:xfrm>
            <a:off x="1579662" y="1293657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F148DBE-1CA5-5AB9-B27A-D52AF0247674}"/>
              </a:ext>
            </a:extLst>
          </p:cNvPr>
          <p:cNvSpPr/>
          <p:nvPr/>
        </p:nvSpPr>
        <p:spPr>
          <a:xfrm>
            <a:off x="2586086" y="1293656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F926D9E-9E62-2F24-9A51-AAA585131AB0}"/>
              </a:ext>
            </a:extLst>
          </p:cNvPr>
          <p:cNvSpPr/>
          <p:nvPr/>
        </p:nvSpPr>
        <p:spPr>
          <a:xfrm>
            <a:off x="3592510" y="1293656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989BC03-F60D-7DFF-2F3B-639AE3FD2018}"/>
              </a:ext>
            </a:extLst>
          </p:cNvPr>
          <p:cNvSpPr/>
          <p:nvPr/>
        </p:nvSpPr>
        <p:spPr>
          <a:xfrm>
            <a:off x="4598934" y="1293655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D51656C-3734-F7D1-4EF6-EE694C3F04B1}"/>
              </a:ext>
            </a:extLst>
          </p:cNvPr>
          <p:cNvSpPr/>
          <p:nvPr/>
        </p:nvSpPr>
        <p:spPr>
          <a:xfrm>
            <a:off x="5605358" y="1293656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B41CD93-E404-06FE-4D73-FEC049C05064}"/>
              </a:ext>
            </a:extLst>
          </p:cNvPr>
          <p:cNvSpPr/>
          <p:nvPr/>
        </p:nvSpPr>
        <p:spPr>
          <a:xfrm>
            <a:off x="1579662" y="2291731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C8823B7-A638-DC8B-729B-8C4FE88F3452}"/>
              </a:ext>
            </a:extLst>
          </p:cNvPr>
          <p:cNvSpPr/>
          <p:nvPr/>
        </p:nvSpPr>
        <p:spPr>
          <a:xfrm>
            <a:off x="2586086" y="2291730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30432B8-2829-C650-9EEC-B2546D1C79D6}"/>
              </a:ext>
            </a:extLst>
          </p:cNvPr>
          <p:cNvSpPr/>
          <p:nvPr/>
        </p:nvSpPr>
        <p:spPr>
          <a:xfrm>
            <a:off x="3592510" y="2291730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0226381-7C0F-B881-27B4-9DB70E83FA87}"/>
              </a:ext>
            </a:extLst>
          </p:cNvPr>
          <p:cNvSpPr/>
          <p:nvPr/>
        </p:nvSpPr>
        <p:spPr>
          <a:xfrm>
            <a:off x="4598934" y="2291729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2EEFB6E-1168-C680-B16D-FC901F1032B4}"/>
              </a:ext>
            </a:extLst>
          </p:cNvPr>
          <p:cNvSpPr/>
          <p:nvPr/>
        </p:nvSpPr>
        <p:spPr>
          <a:xfrm>
            <a:off x="5605358" y="2291730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87D993F-E41C-AE3B-A5CC-A4C4E3B23D7C}"/>
              </a:ext>
            </a:extLst>
          </p:cNvPr>
          <p:cNvSpPr/>
          <p:nvPr/>
        </p:nvSpPr>
        <p:spPr>
          <a:xfrm>
            <a:off x="1579662" y="3283823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C4307CE-7B71-7738-F4E0-D381374627C9}"/>
              </a:ext>
            </a:extLst>
          </p:cNvPr>
          <p:cNvSpPr/>
          <p:nvPr/>
        </p:nvSpPr>
        <p:spPr>
          <a:xfrm>
            <a:off x="2586086" y="3283822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3903E87-6B86-DD60-4D57-66A7E2CBAF77}"/>
              </a:ext>
            </a:extLst>
          </p:cNvPr>
          <p:cNvSpPr/>
          <p:nvPr/>
        </p:nvSpPr>
        <p:spPr>
          <a:xfrm>
            <a:off x="3592510" y="3283822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78A13C1-6A70-0D48-9D08-62735394B9A0}"/>
              </a:ext>
            </a:extLst>
          </p:cNvPr>
          <p:cNvSpPr/>
          <p:nvPr/>
        </p:nvSpPr>
        <p:spPr>
          <a:xfrm>
            <a:off x="4598934" y="3283821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017E97A-3756-4D0A-8FDA-6E395B4C8E03}"/>
              </a:ext>
            </a:extLst>
          </p:cNvPr>
          <p:cNvSpPr/>
          <p:nvPr/>
        </p:nvSpPr>
        <p:spPr>
          <a:xfrm>
            <a:off x="5605358" y="3283822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ACF0D4D-45AC-72AD-F480-725BEAB9ED08}"/>
              </a:ext>
            </a:extLst>
          </p:cNvPr>
          <p:cNvSpPr/>
          <p:nvPr/>
        </p:nvSpPr>
        <p:spPr>
          <a:xfrm>
            <a:off x="1579662" y="4275914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9982578-C8C0-6024-6BA4-31C69CF88B11}"/>
              </a:ext>
            </a:extLst>
          </p:cNvPr>
          <p:cNvSpPr/>
          <p:nvPr/>
        </p:nvSpPr>
        <p:spPr>
          <a:xfrm>
            <a:off x="2586086" y="4275913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984F16C-C187-A2F8-9B3B-B4E494A5C8C2}"/>
              </a:ext>
            </a:extLst>
          </p:cNvPr>
          <p:cNvSpPr/>
          <p:nvPr/>
        </p:nvSpPr>
        <p:spPr>
          <a:xfrm>
            <a:off x="3592510" y="4275913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AF95360-AFAA-34FD-0F03-A65B929D8114}"/>
              </a:ext>
            </a:extLst>
          </p:cNvPr>
          <p:cNvSpPr/>
          <p:nvPr/>
        </p:nvSpPr>
        <p:spPr>
          <a:xfrm>
            <a:off x="4598934" y="4275912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6BAC8C7-37DB-89DB-8125-3D3E1D0CB581}"/>
              </a:ext>
            </a:extLst>
          </p:cNvPr>
          <p:cNvSpPr/>
          <p:nvPr/>
        </p:nvSpPr>
        <p:spPr>
          <a:xfrm>
            <a:off x="5605358" y="4275913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DD4E868-36C6-1144-88CE-B93715CC3E21}"/>
              </a:ext>
            </a:extLst>
          </p:cNvPr>
          <p:cNvSpPr/>
          <p:nvPr/>
        </p:nvSpPr>
        <p:spPr>
          <a:xfrm>
            <a:off x="1579662" y="5268006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4DDF8B8-6F52-DCAC-01A6-AF83456893DF}"/>
              </a:ext>
            </a:extLst>
          </p:cNvPr>
          <p:cNvSpPr/>
          <p:nvPr/>
        </p:nvSpPr>
        <p:spPr>
          <a:xfrm>
            <a:off x="2586086" y="5268005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E558A22-1EF0-9D56-B483-CAD008701BB5}"/>
              </a:ext>
            </a:extLst>
          </p:cNvPr>
          <p:cNvSpPr/>
          <p:nvPr/>
        </p:nvSpPr>
        <p:spPr>
          <a:xfrm>
            <a:off x="3592510" y="5268005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3679A53-6B9B-1DB7-DA1E-29FFB0AD7A00}"/>
              </a:ext>
            </a:extLst>
          </p:cNvPr>
          <p:cNvSpPr/>
          <p:nvPr/>
        </p:nvSpPr>
        <p:spPr>
          <a:xfrm>
            <a:off x="4598934" y="5268004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DCB2B8B-EADF-3759-A7E5-0FD36D2945CE}"/>
              </a:ext>
            </a:extLst>
          </p:cNvPr>
          <p:cNvSpPr/>
          <p:nvPr/>
        </p:nvSpPr>
        <p:spPr>
          <a:xfrm>
            <a:off x="5605358" y="5268005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68FE707-CE1D-CD8E-AE27-35F740EAAFD8}"/>
              </a:ext>
            </a:extLst>
          </p:cNvPr>
          <p:cNvSpPr txBox="1"/>
          <p:nvPr/>
        </p:nvSpPr>
        <p:spPr>
          <a:xfrm>
            <a:off x="6757711" y="99572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softmax</a:t>
            </a:r>
            <a:endParaRPr lang="ko-KR" altLang="en-US" dirty="0"/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4C27D8FC-7F3A-BA03-E743-520637E81C01}"/>
              </a:ext>
            </a:extLst>
          </p:cNvPr>
          <p:cNvCxnSpPr>
            <a:stCxn id="64" idx="2"/>
          </p:cNvCxnSpPr>
          <p:nvPr/>
        </p:nvCxnSpPr>
        <p:spPr>
          <a:xfrm>
            <a:off x="7261215" y="468904"/>
            <a:ext cx="18126" cy="6081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97D2A20C-1282-5398-774A-9DB5C8DF6129}"/>
              </a:ext>
            </a:extLst>
          </p:cNvPr>
          <p:cNvCxnSpPr>
            <a:stCxn id="43" idx="3"/>
          </p:cNvCxnSpPr>
          <p:nvPr/>
        </p:nvCxnSpPr>
        <p:spPr>
          <a:xfrm flipV="1">
            <a:off x="6454017" y="1706031"/>
            <a:ext cx="150066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29559F3C-B015-3242-2FA7-E021D3AE9A79}"/>
              </a:ext>
            </a:extLst>
          </p:cNvPr>
          <p:cNvCxnSpPr/>
          <p:nvPr/>
        </p:nvCxnSpPr>
        <p:spPr>
          <a:xfrm flipV="1">
            <a:off x="6454016" y="2704105"/>
            <a:ext cx="150066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8C2CA843-93FF-F38A-D54E-5B3F188609D6}"/>
              </a:ext>
            </a:extLst>
          </p:cNvPr>
          <p:cNvCxnSpPr/>
          <p:nvPr/>
        </p:nvCxnSpPr>
        <p:spPr>
          <a:xfrm flipV="1">
            <a:off x="6454015" y="3696197"/>
            <a:ext cx="150066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C89E350B-968A-BEF0-7C17-484D7B1B94E6}"/>
              </a:ext>
            </a:extLst>
          </p:cNvPr>
          <p:cNvCxnSpPr/>
          <p:nvPr/>
        </p:nvCxnSpPr>
        <p:spPr>
          <a:xfrm flipV="1">
            <a:off x="6454015" y="4688289"/>
            <a:ext cx="150066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0E88E056-810A-4962-388B-3B0D721B6E84}"/>
              </a:ext>
            </a:extLst>
          </p:cNvPr>
          <p:cNvCxnSpPr/>
          <p:nvPr/>
        </p:nvCxnSpPr>
        <p:spPr>
          <a:xfrm flipV="1">
            <a:off x="6454014" y="5680381"/>
            <a:ext cx="150066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FE80FA8-C36E-A1AC-5AFC-15057CEAD0F4}"/>
              </a:ext>
            </a:extLst>
          </p:cNvPr>
          <p:cNvSpPr/>
          <p:nvPr/>
        </p:nvSpPr>
        <p:spPr>
          <a:xfrm>
            <a:off x="5599284" y="468902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F4B534-0E70-CD1F-7F9A-E51172769CFD}"/>
                  </a:ext>
                </a:extLst>
              </p:cNvPr>
              <p:cNvSpPr txBox="1"/>
              <p:nvPr/>
            </p:nvSpPr>
            <p:spPr>
              <a:xfrm>
                <a:off x="8104344" y="1465790"/>
                <a:ext cx="2041969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2400" dirty="0" err="1"/>
                  <a:t>Softmax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F4B534-0E70-CD1F-7F9A-E51172769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344" y="1465790"/>
                <a:ext cx="2041969" cy="416845"/>
              </a:xfrm>
              <a:prstGeom prst="rect">
                <a:avLst/>
              </a:prstGeom>
              <a:blipFill>
                <a:blip r:embed="rId13"/>
                <a:stretch>
                  <a:fillRect l="-8955" t="-17391" b="-36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C0D9E1-99EB-13D7-DCF1-B85E612BEB51}"/>
                  </a:ext>
                </a:extLst>
              </p:cNvPr>
              <p:cNvSpPr txBox="1"/>
              <p:nvPr/>
            </p:nvSpPr>
            <p:spPr>
              <a:xfrm>
                <a:off x="1579662" y="6242357"/>
                <a:ext cx="4646080" cy="501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Sup>
                      <m:sSubSup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altLang="ko-KR" sz="3200" dirty="0"/>
                  <a:t>)</a:t>
                </a:r>
                <a14:m>
                  <m:oMath xmlns:m="http://schemas.openxmlformats.org/officeDocument/2006/math">
                    <m:r>
                      <a:rPr lang="en-US" altLang="ko-KR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3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1:</m:t>
                        </m:r>
                        <m:r>
                          <a:rPr lang="en-US" altLang="ko-KR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C0D9E1-99EB-13D7-DCF1-B85E612BE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662" y="6242357"/>
                <a:ext cx="4646080" cy="501035"/>
              </a:xfrm>
              <a:prstGeom prst="rect">
                <a:avLst/>
              </a:prstGeom>
              <a:blipFill>
                <a:blip r:embed="rId14"/>
                <a:stretch>
                  <a:fillRect t="-24390" b="-47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6D641E-287F-A036-07A4-7EFE202C49F0}"/>
                  </a:ext>
                </a:extLst>
              </p:cNvPr>
              <p:cNvSpPr txBox="1"/>
              <p:nvPr/>
            </p:nvSpPr>
            <p:spPr>
              <a:xfrm>
                <a:off x="8101292" y="2495682"/>
                <a:ext cx="3135089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2400" dirty="0"/>
                  <a:t>Softmax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6D641E-287F-A036-07A4-7EFE202C4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92" y="2495682"/>
                <a:ext cx="3135089" cy="416845"/>
              </a:xfrm>
              <a:prstGeom prst="rect">
                <a:avLst/>
              </a:prstGeom>
              <a:blipFill>
                <a:blip r:embed="rId15"/>
                <a:stretch>
                  <a:fillRect l="-6031" t="-17391" b="-36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0144CB-68CE-32AE-23C4-185E61CECE62}"/>
                  </a:ext>
                </a:extLst>
              </p:cNvPr>
              <p:cNvSpPr txBox="1"/>
              <p:nvPr/>
            </p:nvSpPr>
            <p:spPr>
              <a:xfrm>
                <a:off x="8086539" y="3487774"/>
                <a:ext cx="4152355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2400" dirty="0"/>
                  <a:t>Softmax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0144CB-68CE-32AE-23C4-185E61CEC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539" y="3487774"/>
                <a:ext cx="4152355" cy="416845"/>
              </a:xfrm>
              <a:prstGeom prst="rect">
                <a:avLst/>
              </a:prstGeom>
              <a:blipFill>
                <a:blip r:embed="rId16"/>
                <a:stretch>
                  <a:fillRect l="-4552" t="-17391" b="-36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2589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0567D-61E3-1362-14D0-20811769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C4665-18EB-8CA3-9478-E90081E4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attention</a:t>
            </a:r>
            <a:r>
              <a:rPr lang="ko-KR" altLang="en-US" dirty="0"/>
              <a:t>은 어디가 문제였나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EBDEE-78F3-7605-E975-8474DA072B36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-12-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535D7-6F7A-BFDB-DE67-066768844EC2}"/>
              </a:ext>
            </a:extLst>
          </p:cNvPr>
          <p:cNvSpPr txBox="1"/>
          <p:nvPr/>
        </p:nvSpPr>
        <p:spPr>
          <a:xfrm>
            <a:off x="6719500" y="2370857"/>
            <a:ext cx="4806124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기본적으로 모든 입력 토큰을 고려하기에</a:t>
            </a:r>
            <a:br>
              <a:rPr lang="en-US" altLang="ko-KR" dirty="0"/>
            </a:br>
            <a:r>
              <a:rPr lang="ko-KR" altLang="en-US" dirty="0" err="1"/>
              <a:t>계산량과</a:t>
            </a:r>
            <a:r>
              <a:rPr lang="ko-KR" altLang="en-US" dirty="0"/>
              <a:t> 메모리 사용량이 너무 많다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Attention score matrix</a:t>
            </a:r>
            <a:r>
              <a:rPr lang="ko-KR" altLang="en-US" dirty="0"/>
              <a:t>를 만드는 과정</a:t>
            </a:r>
            <a:br>
              <a:rPr lang="en-US" altLang="ko-KR" dirty="0"/>
            </a:br>
            <a:r>
              <a:rPr lang="en-US" altLang="ko-KR" dirty="0"/>
              <a:t>-&gt; O(n^2)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컨텍스트가 길어질수록 부담은 더욱 커짐 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7D2939-FD52-7642-7FB2-448440E30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74" y="2002118"/>
            <a:ext cx="5530367" cy="391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45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1772-0DA2-635B-D1F7-917EFBEC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EFDD1-7334-58B0-8D61-2596FB16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attention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3E858-A2E9-63B6-36B3-131DB7024DC8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-13-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79BC08-8A44-A58C-AFB9-F6197DDDCF58}"/>
              </a:ext>
            </a:extLst>
          </p:cNvPr>
          <p:cNvSpPr txBox="1"/>
          <p:nvPr/>
        </p:nvSpPr>
        <p:spPr>
          <a:xfrm>
            <a:off x="6719500" y="2370857"/>
            <a:ext cx="5283819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방금 본 것처럼 기존의 </a:t>
            </a:r>
            <a:r>
              <a:rPr lang="en-US" altLang="ko-KR" dirty="0"/>
              <a:t>attention</a:t>
            </a:r>
            <a:r>
              <a:rPr lang="ko-KR" altLang="en-US" dirty="0"/>
              <a:t>은 모든 </a:t>
            </a:r>
            <a:br>
              <a:rPr lang="en-US" altLang="ko-KR" dirty="0"/>
            </a:br>
            <a:r>
              <a:rPr lang="ko-KR" altLang="en-US" dirty="0"/>
              <a:t>토큰 쌍을 비교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Linear</a:t>
            </a:r>
            <a:r>
              <a:rPr lang="ko-KR" altLang="en-US" dirty="0"/>
              <a:t> </a:t>
            </a:r>
            <a:r>
              <a:rPr lang="en-US" altLang="ko-KR" dirty="0"/>
              <a:t>Attention</a:t>
            </a:r>
            <a:r>
              <a:rPr lang="ko-KR" altLang="en-US" dirty="0"/>
              <a:t>은 </a:t>
            </a:r>
            <a:r>
              <a:rPr lang="en-US" altLang="ko-KR" dirty="0" err="1"/>
              <a:t>softmax</a:t>
            </a:r>
            <a:r>
              <a:rPr lang="en-US" altLang="ko-KR" dirty="0"/>
              <a:t> attention</a:t>
            </a:r>
            <a:r>
              <a:rPr lang="ko-KR" altLang="en-US" dirty="0"/>
              <a:t>을 </a:t>
            </a:r>
            <a:br>
              <a:rPr lang="en-US" altLang="ko-KR" dirty="0"/>
            </a:br>
            <a:r>
              <a:rPr lang="ko-KR" altLang="en-US" dirty="0"/>
              <a:t>그대로 계산 </a:t>
            </a:r>
            <a:r>
              <a:rPr lang="en-US" altLang="ko-KR" dirty="0"/>
              <a:t>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QK </a:t>
            </a:r>
            <a:r>
              <a:rPr lang="ko-KR" altLang="en-US" dirty="0"/>
              <a:t>전체를 만들지 않도록 계산 순서 바꾸는 것</a:t>
            </a:r>
            <a:endParaRPr lang="en-US" altLang="ko-KR" dirty="0"/>
          </a:p>
        </p:txBody>
      </p:sp>
      <p:pic>
        <p:nvPicPr>
          <p:cNvPr id="3074" name="Picture 2" descr="Understanding Linear Attention. Self Attention | by ML Blogger | Medium">
            <a:extLst>
              <a:ext uri="{FF2B5EF4-FFF2-40B4-BE49-F238E27FC236}">
                <a16:creationId xmlns:a16="http://schemas.microsoft.com/office/drawing/2014/main" id="{E44D38CB-25B8-7918-AE33-892578874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12" y="1833275"/>
            <a:ext cx="4301564" cy="430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31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6D8B-1AB8-C804-A4C2-701C564E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EC757-E51C-EB9B-6F77-EC42E1CC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attention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E7E743-E239-8461-DFD6-14B7FF206C00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-14-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79BD6-B433-C9FD-154E-02319D00F101}"/>
              </a:ext>
            </a:extLst>
          </p:cNvPr>
          <p:cNvSpPr txBox="1"/>
          <p:nvPr/>
        </p:nvSpPr>
        <p:spPr>
          <a:xfrm>
            <a:off x="6392567" y="2486024"/>
            <a:ext cx="5580374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이전 상태의 정보를 누적하여 다음 출력에 영향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이러한 부분이 </a:t>
            </a:r>
            <a:r>
              <a:rPr lang="en-US" altLang="ko-KR" dirty="0"/>
              <a:t>RNN</a:t>
            </a:r>
            <a:r>
              <a:rPr lang="ko-KR" altLang="en-US" dirty="0"/>
              <a:t>과 유사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이전 정보들을 상태 행렬로 누적하여 선형적 계산</a:t>
            </a:r>
            <a:endParaRPr lang="en-US" altLang="ko-KR" dirty="0"/>
          </a:p>
        </p:txBody>
      </p:sp>
      <p:pic>
        <p:nvPicPr>
          <p:cNvPr id="4098" name="Picture 2" descr="08-01 순환 신경망(Recurrent Neural Network, RNN) - 딥 러닝을 이용한 자연어 처리 입문">
            <a:extLst>
              <a:ext uri="{FF2B5EF4-FFF2-40B4-BE49-F238E27FC236}">
                <a16:creationId xmlns:a16="http://schemas.microsoft.com/office/drawing/2014/main" id="{83ACD65C-39C6-9015-191D-764D88374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86024"/>
            <a:ext cx="4961235" cy="229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03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6B9DA-F25E-40B2-6B7F-7564A530C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93B708-1FA7-5951-FE9F-E425360D0AD9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-15-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043345-14A5-37EE-CA08-57EC9ADBA2A5}"/>
              </a:ext>
            </a:extLst>
          </p:cNvPr>
          <p:cNvSpPr/>
          <p:nvPr/>
        </p:nvSpPr>
        <p:spPr>
          <a:xfrm>
            <a:off x="725024" y="1299636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DDB636-4953-D276-52B8-F65975D35873}"/>
              </a:ext>
            </a:extLst>
          </p:cNvPr>
          <p:cNvSpPr/>
          <p:nvPr/>
        </p:nvSpPr>
        <p:spPr>
          <a:xfrm>
            <a:off x="719045" y="5268012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1887B7-C0A3-6A70-3FCC-ACDB1BF63199}"/>
              </a:ext>
            </a:extLst>
          </p:cNvPr>
          <p:cNvSpPr/>
          <p:nvPr/>
        </p:nvSpPr>
        <p:spPr>
          <a:xfrm>
            <a:off x="719045" y="4275918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CF76B1-0773-7FD4-204D-3DD1644F0FAE}"/>
              </a:ext>
            </a:extLst>
          </p:cNvPr>
          <p:cNvSpPr/>
          <p:nvPr/>
        </p:nvSpPr>
        <p:spPr>
          <a:xfrm>
            <a:off x="725023" y="2291730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126998-3BF1-5394-2818-043B745C3EC0}"/>
              </a:ext>
            </a:extLst>
          </p:cNvPr>
          <p:cNvSpPr/>
          <p:nvPr/>
        </p:nvSpPr>
        <p:spPr>
          <a:xfrm>
            <a:off x="719046" y="3283824"/>
            <a:ext cx="848659" cy="8247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6542C2-2515-44AC-3EF9-74750F370942}"/>
                  </a:ext>
                </a:extLst>
              </p:cNvPr>
              <p:cNvSpPr txBox="1"/>
              <p:nvPr/>
            </p:nvSpPr>
            <p:spPr>
              <a:xfrm>
                <a:off x="180884" y="1465790"/>
                <a:ext cx="5381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0ADBE0-AA8A-953C-701B-634F97F08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1465790"/>
                <a:ext cx="53816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B659B8-578C-3199-E12C-D02F3EA14DA7}"/>
                  </a:ext>
                </a:extLst>
              </p:cNvPr>
              <p:cNvSpPr txBox="1"/>
              <p:nvPr/>
            </p:nvSpPr>
            <p:spPr>
              <a:xfrm>
                <a:off x="180884" y="2378411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228041-64FD-E98B-4038-D830A4EB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2378411"/>
                <a:ext cx="54764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BDEB719-1A43-240E-F29B-223179DDDF77}"/>
                  </a:ext>
                </a:extLst>
              </p:cNvPr>
              <p:cNvSpPr txBox="1"/>
              <p:nvPr/>
            </p:nvSpPr>
            <p:spPr>
              <a:xfrm>
                <a:off x="180884" y="3330768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DA7C52-3C1C-0F01-8A3C-C5B35F5E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3330768"/>
                <a:ext cx="547649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3023C1B-376A-8100-02E8-C23C4434CE97}"/>
                  </a:ext>
                </a:extLst>
              </p:cNvPr>
              <p:cNvSpPr txBox="1"/>
              <p:nvPr/>
            </p:nvSpPr>
            <p:spPr>
              <a:xfrm>
                <a:off x="180884" y="4354797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C06643C-1971-6351-B495-8D7943B5F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4354797"/>
                <a:ext cx="547649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5627D3-E521-9DE4-C619-9176053DBA5D}"/>
                  </a:ext>
                </a:extLst>
              </p:cNvPr>
              <p:cNvSpPr txBox="1"/>
              <p:nvPr/>
            </p:nvSpPr>
            <p:spPr>
              <a:xfrm>
                <a:off x="180884" y="5307154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78B5A1B-1A71-2C32-2C9B-B88675992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84" y="5307154"/>
                <a:ext cx="547649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68A67BC7-9FE7-6A1D-712E-D95B9F64DF1E}"/>
              </a:ext>
            </a:extLst>
          </p:cNvPr>
          <p:cNvSpPr/>
          <p:nvPr/>
        </p:nvSpPr>
        <p:spPr>
          <a:xfrm>
            <a:off x="1579662" y="474883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FC2EF17-1FC7-ADED-959B-20CA3E5295AE}"/>
              </a:ext>
            </a:extLst>
          </p:cNvPr>
          <p:cNvSpPr/>
          <p:nvPr/>
        </p:nvSpPr>
        <p:spPr>
          <a:xfrm>
            <a:off x="2586086" y="474882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87DBE40-3401-DBD4-B977-2AD48D5A0BE3}"/>
              </a:ext>
            </a:extLst>
          </p:cNvPr>
          <p:cNvSpPr/>
          <p:nvPr/>
        </p:nvSpPr>
        <p:spPr>
          <a:xfrm>
            <a:off x="3592510" y="474882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053DBE-90F5-A905-51F6-79C553F64C9A}"/>
              </a:ext>
            </a:extLst>
          </p:cNvPr>
          <p:cNvSpPr/>
          <p:nvPr/>
        </p:nvSpPr>
        <p:spPr>
          <a:xfrm>
            <a:off x="4598934" y="474881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44E181A-D861-4126-1102-8DCC313A7914}"/>
              </a:ext>
            </a:extLst>
          </p:cNvPr>
          <p:cNvSpPr/>
          <p:nvPr/>
        </p:nvSpPr>
        <p:spPr>
          <a:xfrm>
            <a:off x="6599634" y="1290915"/>
            <a:ext cx="848659" cy="824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660C1DF-3DAB-0EDF-6708-DC4C20967632}"/>
                  </a:ext>
                </a:extLst>
              </p:cNvPr>
              <p:cNvSpPr txBox="1"/>
              <p:nvPr/>
            </p:nvSpPr>
            <p:spPr>
              <a:xfrm>
                <a:off x="1734316" y="-17562"/>
                <a:ext cx="55098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E6D1484-97DB-8DB0-B91C-29C382A4D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316" y="-17562"/>
                <a:ext cx="550984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305BBA4-D3FF-3172-A396-EF5A9BA1F1AE}"/>
                  </a:ext>
                </a:extLst>
              </p:cNvPr>
              <p:cNvSpPr txBox="1"/>
              <p:nvPr/>
            </p:nvSpPr>
            <p:spPr>
              <a:xfrm>
                <a:off x="2734923" y="-17563"/>
                <a:ext cx="5604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611FAD5-5AD4-D244-434E-16F3F720B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923" y="-17563"/>
                <a:ext cx="560473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BA8C66-B998-5F90-563F-E285D9C338A8}"/>
                  </a:ext>
                </a:extLst>
              </p:cNvPr>
              <p:cNvSpPr txBox="1"/>
              <p:nvPr/>
            </p:nvSpPr>
            <p:spPr>
              <a:xfrm>
                <a:off x="3744256" y="-17562"/>
                <a:ext cx="5604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A7B838-4EAD-8025-6E26-270D0A70E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256" y="-17562"/>
                <a:ext cx="560473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2CDC6DC-3A96-C65A-756A-C1376142646E}"/>
                  </a:ext>
                </a:extLst>
              </p:cNvPr>
              <p:cNvSpPr txBox="1"/>
              <p:nvPr/>
            </p:nvSpPr>
            <p:spPr>
              <a:xfrm>
                <a:off x="4744863" y="-17563"/>
                <a:ext cx="5604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1299239-3069-2AB3-3A72-0FE1687D6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863" y="-17563"/>
                <a:ext cx="560473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272A39A-8419-DFA8-4043-A921634F1CA4}"/>
                  </a:ext>
                </a:extLst>
              </p:cNvPr>
              <p:cNvSpPr txBox="1"/>
              <p:nvPr/>
            </p:nvSpPr>
            <p:spPr>
              <a:xfrm>
                <a:off x="5754196" y="-23539"/>
                <a:ext cx="5604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4A6692-A209-F02E-65E4-F5227D20E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196" y="-23539"/>
                <a:ext cx="560473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84A693-F640-35F1-D6D9-C53F521702B3}"/>
              </a:ext>
            </a:extLst>
          </p:cNvPr>
          <p:cNvSpPr/>
          <p:nvPr/>
        </p:nvSpPr>
        <p:spPr>
          <a:xfrm>
            <a:off x="1579662" y="1293657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89D017E-16FC-28A8-7D5D-AF48E1FAFCFD}"/>
              </a:ext>
            </a:extLst>
          </p:cNvPr>
          <p:cNvSpPr/>
          <p:nvPr/>
        </p:nvSpPr>
        <p:spPr>
          <a:xfrm>
            <a:off x="2586086" y="1293656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4F4E4F6-D12E-5C3E-DAEA-274E336F2BCA}"/>
              </a:ext>
            </a:extLst>
          </p:cNvPr>
          <p:cNvSpPr/>
          <p:nvPr/>
        </p:nvSpPr>
        <p:spPr>
          <a:xfrm>
            <a:off x="3592510" y="1293656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B1334FE-8B94-A294-E39B-31630F06C20E}"/>
              </a:ext>
            </a:extLst>
          </p:cNvPr>
          <p:cNvSpPr/>
          <p:nvPr/>
        </p:nvSpPr>
        <p:spPr>
          <a:xfrm>
            <a:off x="4598934" y="1293655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6418DD4-2A65-7B6B-0938-0E75AB6F7DB3}"/>
              </a:ext>
            </a:extLst>
          </p:cNvPr>
          <p:cNvSpPr/>
          <p:nvPr/>
        </p:nvSpPr>
        <p:spPr>
          <a:xfrm>
            <a:off x="5605358" y="1293656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0974720-07F9-2E1E-AC60-E6DB920D9218}"/>
              </a:ext>
            </a:extLst>
          </p:cNvPr>
          <p:cNvSpPr/>
          <p:nvPr/>
        </p:nvSpPr>
        <p:spPr>
          <a:xfrm>
            <a:off x="1579662" y="2291731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6A7BABE-B321-0D0D-7E02-39C36CB89B39}"/>
              </a:ext>
            </a:extLst>
          </p:cNvPr>
          <p:cNvSpPr/>
          <p:nvPr/>
        </p:nvSpPr>
        <p:spPr>
          <a:xfrm>
            <a:off x="2586086" y="2291730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4981A8D-28A9-F880-0CC4-AC8FF7165FCD}"/>
              </a:ext>
            </a:extLst>
          </p:cNvPr>
          <p:cNvSpPr/>
          <p:nvPr/>
        </p:nvSpPr>
        <p:spPr>
          <a:xfrm>
            <a:off x="3592510" y="2291730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971D362-9A08-8917-DE03-EA9A88012865}"/>
              </a:ext>
            </a:extLst>
          </p:cNvPr>
          <p:cNvSpPr/>
          <p:nvPr/>
        </p:nvSpPr>
        <p:spPr>
          <a:xfrm>
            <a:off x="4598934" y="2291729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1264FBC-B423-F8FD-BF28-590C0AE97B7F}"/>
              </a:ext>
            </a:extLst>
          </p:cNvPr>
          <p:cNvSpPr/>
          <p:nvPr/>
        </p:nvSpPr>
        <p:spPr>
          <a:xfrm>
            <a:off x="5605358" y="2291730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773E617-DF36-3A58-0D51-028E963101EA}"/>
              </a:ext>
            </a:extLst>
          </p:cNvPr>
          <p:cNvSpPr/>
          <p:nvPr/>
        </p:nvSpPr>
        <p:spPr>
          <a:xfrm>
            <a:off x="1579662" y="3283823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3F3423C-64C7-7914-8A86-C9ADE04382FA}"/>
              </a:ext>
            </a:extLst>
          </p:cNvPr>
          <p:cNvSpPr/>
          <p:nvPr/>
        </p:nvSpPr>
        <p:spPr>
          <a:xfrm>
            <a:off x="2586086" y="3283822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FF949F9-9943-150B-6DAF-CBD48F07C0B9}"/>
              </a:ext>
            </a:extLst>
          </p:cNvPr>
          <p:cNvSpPr/>
          <p:nvPr/>
        </p:nvSpPr>
        <p:spPr>
          <a:xfrm>
            <a:off x="3592510" y="3283822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CC94EA1-AA12-C8EB-7971-D4ED1C27343A}"/>
              </a:ext>
            </a:extLst>
          </p:cNvPr>
          <p:cNvSpPr/>
          <p:nvPr/>
        </p:nvSpPr>
        <p:spPr>
          <a:xfrm>
            <a:off x="4598934" y="3283821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C41D52C-D6A0-40F8-B139-EB2F3E71BAF9}"/>
              </a:ext>
            </a:extLst>
          </p:cNvPr>
          <p:cNvSpPr/>
          <p:nvPr/>
        </p:nvSpPr>
        <p:spPr>
          <a:xfrm>
            <a:off x="5605358" y="3283822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2AFE26B-A0FB-1E3D-B473-5F4E0E9907DB}"/>
              </a:ext>
            </a:extLst>
          </p:cNvPr>
          <p:cNvSpPr/>
          <p:nvPr/>
        </p:nvSpPr>
        <p:spPr>
          <a:xfrm>
            <a:off x="1579662" y="4275914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D6671B-0FA3-4DE6-9BC5-457A0CCF5F81}"/>
              </a:ext>
            </a:extLst>
          </p:cNvPr>
          <p:cNvSpPr/>
          <p:nvPr/>
        </p:nvSpPr>
        <p:spPr>
          <a:xfrm>
            <a:off x="2586086" y="4275913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62C1938-B7D1-32FA-7878-930774D65D11}"/>
              </a:ext>
            </a:extLst>
          </p:cNvPr>
          <p:cNvSpPr/>
          <p:nvPr/>
        </p:nvSpPr>
        <p:spPr>
          <a:xfrm>
            <a:off x="3592510" y="4275913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B47A105-9530-ACC5-0068-704901236AA6}"/>
              </a:ext>
            </a:extLst>
          </p:cNvPr>
          <p:cNvSpPr/>
          <p:nvPr/>
        </p:nvSpPr>
        <p:spPr>
          <a:xfrm>
            <a:off x="4598934" y="4275912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B9B500B-97AA-1DB8-DB97-86C25610CB1C}"/>
              </a:ext>
            </a:extLst>
          </p:cNvPr>
          <p:cNvSpPr/>
          <p:nvPr/>
        </p:nvSpPr>
        <p:spPr>
          <a:xfrm>
            <a:off x="5605358" y="4275913"/>
            <a:ext cx="848659" cy="824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4E7099A-E1D7-304F-7511-4E176B2C4E21}"/>
              </a:ext>
            </a:extLst>
          </p:cNvPr>
          <p:cNvSpPr/>
          <p:nvPr/>
        </p:nvSpPr>
        <p:spPr>
          <a:xfrm>
            <a:off x="1579662" y="5268006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5FBF319-1E7B-412B-C0D4-A99E8BE6D7DF}"/>
              </a:ext>
            </a:extLst>
          </p:cNvPr>
          <p:cNvSpPr/>
          <p:nvPr/>
        </p:nvSpPr>
        <p:spPr>
          <a:xfrm>
            <a:off x="2586086" y="5268005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F6DBDA9-5D54-7FA7-7874-2D2877D3C883}"/>
              </a:ext>
            </a:extLst>
          </p:cNvPr>
          <p:cNvSpPr/>
          <p:nvPr/>
        </p:nvSpPr>
        <p:spPr>
          <a:xfrm>
            <a:off x="3592510" y="5268005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B7E71F5-8F7F-CDE7-DF74-F185345A6FB4}"/>
              </a:ext>
            </a:extLst>
          </p:cNvPr>
          <p:cNvSpPr/>
          <p:nvPr/>
        </p:nvSpPr>
        <p:spPr>
          <a:xfrm>
            <a:off x="4598934" y="5268004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83EDC12-57D1-14ED-3F15-4F6A67F30CFA}"/>
              </a:ext>
            </a:extLst>
          </p:cNvPr>
          <p:cNvSpPr/>
          <p:nvPr/>
        </p:nvSpPr>
        <p:spPr>
          <a:xfrm>
            <a:off x="5605358" y="5268005"/>
            <a:ext cx="848659" cy="8247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79D038-8570-3CA9-2FC5-81EA98C76DA8}"/>
              </a:ext>
            </a:extLst>
          </p:cNvPr>
          <p:cNvSpPr/>
          <p:nvPr/>
        </p:nvSpPr>
        <p:spPr>
          <a:xfrm>
            <a:off x="6599634" y="2288988"/>
            <a:ext cx="848659" cy="824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E9B2E9-BBE2-4869-8DD3-EE4F0E61833D}"/>
              </a:ext>
            </a:extLst>
          </p:cNvPr>
          <p:cNvSpPr/>
          <p:nvPr/>
        </p:nvSpPr>
        <p:spPr>
          <a:xfrm>
            <a:off x="6599634" y="3275099"/>
            <a:ext cx="848659" cy="824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C2B1C8-52B8-5A7B-27C1-B7BE5B30949C}"/>
              </a:ext>
            </a:extLst>
          </p:cNvPr>
          <p:cNvSpPr/>
          <p:nvPr/>
        </p:nvSpPr>
        <p:spPr>
          <a:xfrm>
            <a:off x="6599634" y="4273172"/>
            <a:ext cx="848659" cy="824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2C6C43-9F44-A731-C166-5C39EB46B17C}"/>
              </a:ext>
            </a:extLst>
          </p:cNvPr>
          <p:cNvSpPr/>
          <p:nvPr/>
        </p:nvSpPr>
        <p:spPr>
          <a:xfrm>
            <a:off x="6599634" y="5268004"/>
            <a:ext cx="848659" cy="8247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4A73944-3CAB-63D2-D158-EF9B30513B87}"/>
                  </a:ext>
                </a:extLst>
              </p:cNvPr>
              <p:cNvSpPr txBox="1"/>
              <p:nvPr/>
            </p:nvSpPr>
            <p:spPr>
              <a:xfrm>
                <a:off x="7606058" y="1507305"/>
                <a:ext cx="54380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4A73944-3CAB-63D2-D158-EF9B30513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058" y="1507305"/>
                <a:ext cx="54380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48CCAD0-BAD0-84DA-324B-C555EBF99E2A}"/>
                  </a:ext>
                </a:extLst>
              </p:cNvPr>
              <p:cNvSpPr txBox="1"/>
              <p:nvPr/>
            </p:nvSpPr>
            <p:spPr>
              <a:xfrm>
                <a:off x="7606058" y="2419926"/>
                <a:ext cx="79547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1:2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48CCAD0-BAD0-84DA-324B-C555EBF99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058" y="2419926"/>
                <a:ext cx="795474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4DBD09-1ADD-F0F2-53F8-3160FE586E00}"/>
                  </a:ext>
                </a:extLst>
              </p:cNvPr>
              <p:cNvSpPr txBox="1"/>
              <p:nvPr/>
            </p:nvSpPr>
            <p:spPr>
              <a:xfrm>
                <a:off x="7606058" y="3372283"/>
                <a:ext cx="79547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1:3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4DBD09-1ADD-F0F2-53F8-3160FE586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058" y="3372283"/>
                <a:ext cx="795474" cy="4924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6B2719-34D6-3C34-1BCF-3068D4EA96BA}"/>
                  </a:ext>
                </a:extLst>
              </p:cNvPr>
              <p:cNvSpPr txBox="1"/>
              <p:nvPr/>
            </p:nvSpPr>
            <p:spPr>
              <a:xfrm>
                <a:off x="7606058" y="4396312"/>
                <a:ext cx="79547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1:4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6B2719-34D6-3C34-1BCF-3068D4EA9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058" y="4396312"/>
                <a:ext cx="795474" cy="4924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1FD9496-5811-4C0B-9096-7B362A01948F}"/>
                  </a:ext>
                </a:extLst>
              </p:cNvPr>
              <p:cNvSpPr txBox="1"/>
              <p:nvPr/>
            </p:nvSpPr>
            <p:spPr>
              <a:xfrm>
                <a:off x="7606058" y="5348669"/>
                <a:ext cx="79547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1:5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1FD9496-5811-4C0B-9096-7B362A019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058" y="5348669"/>
                <a:ext cx="795474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직사각형 66">
            <a:extLst>
              <a:ext uri="{FF2B5EF4-FFF2-40B4-BE49-F238E27FC236}">
                <a16:creationId xmlns:a16="http://schemas.microsoft.com/office/drawing/2014/main" id="{3C318385-4E3E-E4D6-3CE9-D63E367B4AC4}"/>
              </a:ext>
            </a:extLst>
          </p:cNvPr>
          <p:cNvSpPr/>
          <p:nvPr/>
        </p:nvSpPr>
        <p:spPr>
          <a:xfrm>
            <a:off x="5599284" y="468902"/>
            <a:ext cx="848659" cy="8247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DBFC05-B20B-5D3B-FB47-163B52475B6B}"/>
                  </a:ext>
                </a:extLst>
              </p:cNvPr>
              <p:cNvSpPr txBox="1"/>
              <p:nvPr/>
            </p:nvSpPr>
            <p:spPr>
              <a:xfrm>
                <a:off x="8325096" y="1462712"/>
                <a:ext cx="1814407" cy="498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DBFC05-B20B-5D3B-FB47-163B52475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096" y="1462712"/>
                <a:ext cx="1814407" cy="498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3DB69E-4D56-71C6-52C0-E9F3134BEBEF}"/>
                  </a:ext>
                </a:extLst>
              </p:cNvPr>
              <p:cNvSpPr txBox="1"/>
              <p:nvPr/>
            </p:nvSpPr>
            <p:spPr>
              <a:xfrm>
                <a:off x="8344621" y="2363930"/>
                <a:ext cx="3621119" cy="4994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3200" dirty="0"/>
                  <a:t> </a:t>
                </a:r>
                <a:r>
                  <a:rPr lang="en-US" altLang="ko-KR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3DB69E-4D56-71C6-52C0-E9F3134BE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4621" y="2363930"/>
                <a:ext cx="3621119" cy="499432"/>
              </a:xfrm>
              <a:prstGeom prst="rect">
                <a:avLst/>
              </a:prstGeom>
              <a:blipFill>
                <a:blip r:embed="rId19"/>
                <a:stretch>
                  <a:fillRect t="-25610" b="-463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52DD8F-628D-680B-6385-59CC6F2838E8}"/>
                  </a:ext>
                </a:extLst>
              </p:cNvPr>
              <p:cNvSpPr txBox="1"/>
              <p:nvPr/>
            </p:nvSpPr>
            <p:spPr>
              <a:xfrm>
                <a:off x="8344620" y="3131894"/>
                <a:ext cx="3589765" cy="10013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3200" dirty="0"/>
                  <a:t> </a:t>
                </a:r>
                <a:r>
                  <a:rPr lang="en-US" altLang="ko-KR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</m:oMath>
                </a14:m>
                <a:endParaRPr lang="en-US" altLang="ko-KR" sz="3200" dirty="0"/>
              </a:p>
              <a:p>
                <a:r>
                  <a:rPr lang="ko-KR" altLang="en-US" sz="3200" dirty="0"/>
                  <a:t> </a:t>
                </a:r>
                <a:r>
                  <a:rPr lang="en-US" altLang="ko-KR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ko-K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52DD8F-628D-680B-6385-59CC6F283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4620" y="3131894"/>
                <a:ext cx="3589765" cy="1001364"/>
              </a:xfrm>
              <a:prstGeom prst="rect">
                <a:avLst/>
              </a:prstGeom>
              <a:blipFill>
                <a:blip r:embed="rId20"/>
                <a:stretch>
                  <a:fillRect l="-3056" t="-12805" b="-22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69CD07-EC61-71D3-A371-8DB3D1D2D8F9}"/>
                  </a:ext>
                </a:extLst>
              </p:cNvPr>
              <p:cNvSpPr txBox="1"/>
              <p:nvPr/>
            </p:nvSpPr>
            <p:spPr>
              <a:xfrm>
                <a:off x="8416528" y="4494487"/>
                <a:ext cx="2973378" cy="1434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69CD07-EC61-71D3-A371-8DB3D1D2D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528" y="4494487"/>
                <a:ext cx="2973378" cy="143417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395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9DCDD-BE33-0A68-0A98-2B4BE133F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E3D44-91AA-6B6D-A9A8-3701984B4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Softmax</a:t>
            </a:r>
            <a:r>
              <a:rPr lang="ko-KR" altLang="en-US" dirty="0"/>
              <a:t>를 없애는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7210B-BF39-AF04-7501-F0589F2FEFD5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-16-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6BEE0-4148-F5EE-8004-475327C29F0C}"/>
              </a:ext>
            </a:extLst>
          </p:cNvPr>
          <p:cNvSpPr txBox="1"/>
          <p:nvPr/>
        </p:nvSpPr>
        <p:spPr>
          <a:xfrm>
            <a:off x="6096000" y="2645858"/>
            <a:ext cx="5735866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핵심은 </a:t>
            </a:r>
            <a:r>
              <a:rPr lang="en-US" altLang="ko-KR" dirty="0"/>
              <a:t>Q</a:t>
            </a:r>
            <a:r>
              <a:rPr lang="ko-KR" altLang="en-US" dirty="0"/>
              <a:t>와 </a:t>
            </a:r>
            <a:r>
              <a:rPr lang="en-US" altLang="ko-KR" dirty="0"/>
              <a:t>K</a:t>
            </a:r>
            <a:r>
              <a:rPr lang="ko-KR" altLang="en-US" dirty="0"/>
              <a:t>를 내적하여 유사도를 구하는 것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Softmax</a:t>
            </a:r>
            <a:r>
              <a:rPr lang="ko-KR" altLang="en-US" dirty="0"/>
              <a:t>는 정규화를 통해 더 잘되도록 해주는 과정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Softmax</a:t>
            </a:r>
            <a:r>
              <a:rPr lang="ko-KR" altLang="en-US" dirty="0"/>
              <a:t>가 없다고 하더라도 의미에서는 변화 </a:t>
            </a:r>
            <a:r>
              <a:rPr lang="en-US" altLang="ko-KR" dirty="0"/>
              <a:t>X</a:t>
            </a:r>
          </a:p>
        </p:txBody>
      </p:sp>
      <p:pic>
        <p:nvPicPr>
          <p:cNvPr id="4" name="그림 3" descr="The image illustrates a flowchart or process involving a series of operations: MatMul, followed by SoftMax, an optional Mask, and a Scale operation, with numerical parameters Q, K, and V.&#10;&#10;AI 생성 콘텐츠는 정확하지 않을 수 있습니다.">
            <a:extLst>
              <a:ext uri="{FF2B5EF4-FFF2-40B4-BE49-F238E27FC236}">
                <a16:creationId xmlns:a16="http://schemas.microsoft.com/office/drawing/2014/main" id="{5AC2C032-024D-26F9-4B06-11796DD54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623" y="1690688"/>
            <a:ext cx="2308498" cy="402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44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6F66F-6819-8343-D1C8-60623C6F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7506A-713B-C41A-3474-4D7EAAB9C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attention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002CCB-850D-ACA2-2F24-E531191789E5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-17-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23DA3B-1A93-F8BD-81B6-3C8B0ACC76DD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2973378" cy="1434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23DA3B-1A93-F8BD-81B6-3C8B0ACC7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973378" cy="14341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8C3739-00E5-21D4-42EF-6B0233E720FE}"/>
                  </a:ext>
                </a:extLst>
              </p:cNvPr>
              <p:cNvSpPr txBox="1"/>
              <p:nvPr/>
            </p:nvSpPr>
            <p:spPr>
              <a:xfrm>
                <a:off x="838200" y="3124863"/>
                <a:ext cx="3041795" cy="1434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8C3739-00E5-21D4-42EF-6B0233E72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24863"/>
                <a:ext cx="3041795" cy="14341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48888F-6CC7-C806-632F-F6C7340C75B9}"/>
                  </a:ext>
                </a:extLst>
              </p:cNvPr>
              <p:cNvSpPr txBox="1"/>
              <p:nvPr/>
            </p:nvSpPr>
            <p:spPr>
              <a:xfrm>
                <a:off x="838200" y="4735522"/>
                <a:ext cx="2544350" cy="1434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48888F-6CC7-C806-632F-F6C7340C7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35522"/>
                <a:ext cx="2544350" cy="14341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C5DB8E-CEF0-136D-B033-E6A03360FB5B}"/>
                  </a:ext>
                </a:extLst>
              </p:cNvPr>
              <p:cNvSpPr txBox="1"/>
              <p:nvPr/>
            </p:nvSpPr>
            <p:spPr>
              <a:xfrm>
                <a:off x="6096000" y="2037322"/>
                <a:ext cx="3103029" cy="496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ko-K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C5DB8E-CEF0-136D-B033-E6A03360F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37322"/>
                <a:ext cx="3103029" cy="4960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CD5A9F-C119-8C7B-3247-89333AE0B6E3}"/>
                  </a:ext>
                </a:extLst>
              </p:cNvPr>
              <p:cNvSpPr txBox="1"/>
              <p:nvPr/>
            </p:nvSpPr>
            <p:spPr>
              <a:xfrm>
                <a:off x="6095999" y="3593901"/>
                <a:ext cx="18204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CD5A9F-C119-8C7B-3247-89333AE0B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3593901"/>
                <a:ext cx="1820498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17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B35AD-6780-13B2-5EAC-C78B9ACB4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B5992-0056-C8A2-6C2A-1819F13E2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attention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F2802-52E7-B066-BBAB-A942B9BB200F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-18-</a:t>
            </a:r>
          </a:p>
        </p:txBody>
      </p:sp>
      <p:pic>
        <p:nvPicPr>
          <p:cNvPr id="12" name="그림 11" descr="The diagram displays a series of mathematical symbols: a variable (V), a question mark (Q), an X, and a multiplication symbol (ￃﾗ).&#10;&#10;AI 생성 콘텐츠는 정확하지 않을 수 있습니다.">
            <a:extLst>
              <a:ext uri="{FF2B5EF4-FFF2-40B4-BE49-F238E27FC236}">
                <a16:creationId xmlns:a16="http://schemas.microsoft.com/office/drawing/2014/main" id="{B6A7F5F6-5379-865B-7177-226A6656C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152" y="1022772"/>
            <a:ext cx="5466976" cy="2722981"/>
          </a:xfrm>
          <a:prstGeom prst="rect">
            <a:avLst/>
          </a:prstGeom>
        </p:spPr>
      </p:pic>
      <p:pic>
        <p:nvPicPr>
          <p:cNvPr id="14" name="그림 13" descr="The diagram illustrates a comparison between two mathematical variables, X and K, with their respective values, X and V, displayed in a tabular format.&#10;&#10;AI 생성 콘텐츠는 정확하지 않을 수 있습니다.">
            <a:extLst>
              <a:ext uri="{FF2B5EF4-FFF2-40B4-BE49-F238E27FC236}">
                <a16:creationId xmlns:a16="http://schemas.microsoft.com/office/drawing/2014/main" id="{3DDF70FD-4723-F3F8-14EE-E996CE7E1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152" y="3745753"/>
            <a:ext cx="3221030" cy="28320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616753-BB2E-8C3D-0869-6767D6D8BE4B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2973378" cy="1434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616753-BB2E-8C3D-0869-6767D6D8B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973378" cy="14341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627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92E21-CCB0-9417-6FC8-B813DC4D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42351-71FC-778A-1042-860EB3F2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attention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879293-D900-424B-5C66-DFD3CC84014A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-19-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5666EC-8729-5EB8-D8A2-7768A70B2590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2973378" cy="1434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5666EC-8729-5EB8-D8A2-7768A70B2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973378" cy="14341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1717581D-F417-A4AD-6507-0E38923E3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152" y="3953650"/>
            <a:ext cx="4752759" cy="2236322"/>
          </a:xfrm>
          <a:prstGeom prst="rect">
            <a:avLst/>
          </a:prstGeom>
        </p:spPr>
      </p:pic>
      <p:pic>
        <p:nvPicPr>
          <p:cNvPr id="4" name="그림 3" descr="The diagram displays a series of mathematical symbols: a variable (V), a question mark (Q), an X, and a multiplication symbol (ￃﾗ).&#10;&#10;AI 생성 콘텐츠는 정확하지 않을 수 있습니다.">
            <a:extLst>
              <a:ext uri="{FF2B5EF4-FFF2-40B4-BE49-F238E27FC236}">
                <a16:creationId xmlns:a16="http://schemas.microsoft.com/office/drawing/2014/main" id="{C6659DCA-7AEA-0A04-1168-AD7A2F8A2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5152" y="1022772"/>
            <a:ext cx="5466976" cy="27229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4C7712-C39F-6FE6-D289-BCF4588D474B}"/>
                  </a:ext>
                </a:extLst>
              </p:cNvPr>
              <p:cNvSpPr txBox="1"/>
              <p:nvPr/>
            </p:nvSpPr>
            <p:spPr>
              <a:xfrm>
                <a:off x="838200" y="3124863"/>
                <a:ext cx="3041795" cy="1434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4C7712-C39F-6FE6-D289-BCF4588D4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24863"/>
                <a:ext cx="3041795" cy="14341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665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0837B-9EAB-D87D-7609-8734BF34D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88C904-76A5-2384-868B-0AEB40C03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attention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0587C-1626-847E-ECF1-87C7720601BF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-20-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2D4359-F1EC-7F45-77FA-D06A1BD7015F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2973378" cy="1434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2D4359-F1EC-7F45-77FA-D06A1BD70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973378" cy="14341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D4AB9A43-DBDF-BB34-D0A7-D61CBCB46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128" y="1655404"/>
            <a:ext cx="4752759" cy="2236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2C4032-5639-D230-05E4-4001DFFC583D}"/>
                  </a:ext>
                </a:extLst>
              </p:cNvPr>
              <p:cNvSpPr txBox="1"/>
              <p:nvPr/>
            </p:nvSpPr>
            <p:spPr>
              <a:xfrm>
                <a:off x="838200" y="3124863"/>
                <a:ext cx="3041795" cy="1434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2C4032-5639-D230-05E4-4001DFFC5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24863"/>
                <a:ext cx="3041795" cy="14341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The image depicts a simple circuit diagram with a resistor (R), a capacitor (C), and a voltage source (V), connected in a series configuration, along with an input (Q) and an output (X).&#10;&#10;AI 생성 콘텐츠는 정확하지 않을 수 있습니다.">
            <a:extLst>
              <a:ext uri="{FF2B5EF4-FFF2-40B4-BE49-F238E27FC236}">
                <a16:creationId xmlns:a16="http://schemas.microsoft.com/office/drawing/2014/main" id="{C63F8A75-BCE8-15F8-E2B5-78FEB675F1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365"/>
          <a:stretch>
            <a:fillRect/>
          </a:stretch>
        </p:blipFill>
        <p:spPr>
          <a:xfrm>
            <a:off x="5301128" y="4156076"/>
            <a:ext cx="4612469" cy="1784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BF867F-3AD4-A296-F05B-0C8DA4788EC4}"/>
                  </a:ext>
                </a:extLst>
              </p:cNvPr>
              <p:cNvSpPr txBox="1"/>
              <p:nvPr/>
            </p:nvSpPr>
            <p:spPr>
              <a:xfrm>
                <a:off x="838200" y="4735522"/>
                <a:ext cx="2544350" cy="1434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BF867F-3AD4-A296-F05B-0C8DA4788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35522"/>
                <a:ext cx="2544350" cy="14341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816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0CBA8-9BD2-5E17-1DB0-DBA576D51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D9ADC-7605-33B9-6935-D0ECC1FF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attention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87956-9E4F-D24D-1306-7B474CEE0B34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-21-</a:t>
            </a:r>
          </a:p>
        </p:txBody>
      </p:sp>
      <p:pic>
        <p:nvPicPr>
          <p:cNvPr id="7" name="그림 6" descr="The image depicts a simple circuit diagram with a resistor (R), a capacitor (C), and a voltage source (V), connected in a series configuration, along with an input (Q) and an output (X).&#10;&#10;AI 생성 콘텐츠는 정확하지 않을 수 있습니다.">
            <a:extLst>
              <a:ext uri="{FF2B5EF4-FFF2-40B4-BE49-F238E27FC236}">
                <a16:creationId xmlns:a16="http://schemas.microsoft.com/office/drawing/2014/main" id="{2B0A27A4-EAC0-55CD-FB4B-E895FFD1A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171" y="1690688"/>
            <a:ext cx="6358965" cy="16393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33A867-0747-29F8-A7B9-FC5AC63F1246}"/>
                  </a:ext>
                </a:extLst>
              </p:cNvPr>
              <p:cNvSpPr txBox="1"/>
              <p:nvPr/>
            </p:nvSpPr>
            <p:spPr>
              <a:xfrm>
                <a:off x="886012" y="1848887"/>
                <a:ext cx="2544350" cy="1434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33A867-0747-29F8-A7B9-FC5AC63F1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012" y="1848887"/>
                <a:ext cx="2544350" cy="14341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The image displays a grid with various elements, including KV symbols and numerical values, arranged in a matrix format.&#10;&#10;AI 생성 콘텐츠는 정확하지 않을 수 있습니다.">
            <a:extLst>
              <a:ext uri="{FF2B5EF4-FFF2-40B4-BE49-F238E27FC236}">
                <a16:creationId xmlns:a16="http://schemas.microsoft.com/office/drawing/2014/main" id="{194BD7CB-AFB5-B078-5C0E-F59870AC45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171" y="3527921"/>
            <a:ext cx="6161741" cy="1723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29AF37-7D64-BF6F-18A0-7B0DFEBBDB67}"/>
                  </a:ext>
                </a:extLst>
              </p:cNvPr>
              <p:cNvSpPr txBox="1"/>
              <p:nvPr/>
            </p:nvSpPr>
            <p:spPr>
              <a:xfrm>
                <a:off x="886012" y="4230687"/>
                <a:ext cx="3103029" cy="496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ko-K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29AF37-7D64-BF6F-18A0-7B0DFEBBD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012" y="4230687"/>
                <a:ext cx="3103029" cy="496098"/>
              </a:xfrm>
              <a:prstGeom prst="rect">
                <a:avLst/>
              </a:prstGeom>
              <a:blipFill>
                <a:blip r:embed="rId6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171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D061C-461E-5B89-80B0-ABCB63398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CB4257-E509-F74D-3953-C8CA9917AD40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-22-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CA218F-0B92-19DB-FEBA-08A13E191289}"/>
              </a:ext>
            </a:extLst>
          </p:cNvPr>
          <p:cNvSpPr/>
          <p:nvPr/>
        </p:nvSpPr>
        <p:spPr>
          <a:xfrm>
            <a:off x="691545" y="4126505"/>
            <a:ext cx="848659" cy="8247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CAE14A-CEF4-761F-AA0A-5BF214740F5A}"/>
                  </a:ext>
                </a:extLst>
              </p:cNvPr>
              <p:cNvSpPr txBox="1"/>
              <p:nvPr/>
            </p:nvSpPr>
            <p:spPr>
              <a:xfrm>
                <a:off x="865485" y="4292659"/>
                <a:ext cx="5344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CAE14A-CEF4-761F-AA0A-5BF214740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485" y="4292659"/>
                <a:ext cx="53444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8E69AC-13E6-15D0-5344-A3292F648261}"/>
                  </a:ext>
                </a:extLst>
              </p:cNvPr>
              <p:cNvSpPr txBox="1"/>
              <p:nvPr/>
            </p:nvSpPr>
            <p:spPr>
              <a:xfrm>
                <a:off x="1739153" y="5162148"/>
                <a:ext cx="1000338" cy="498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ko-K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8E69AC-13E6-15D0-5344-A3292F64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153" y="5162148"/>
                <a:ext cx="1000338" cy="4985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B65BB3-9A00-2B7D-7D62-76E624C73C84}"/>
                  </a:ext>
                </a:extLst>
              </p:cNvPr>
              <p:cNvSpPr txBox="1"/>
              <p:nvPr/>
            </p:nvSpPr>
            <p:spPr>
              <a:xfrm>
                <a:off x="1962803" y="4292658"/>
                <a:ext cx="55303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B65BB3-9A00-2B7D-7D62-76E624C73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803" y="4292658"/>
                <a:ext cx="55303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직사각형 15">
            <a:extLst>
              <a:ext uri="{FF2B5EF4-FFF2-40B4-BE49-F238E27FC236}">
                <a16:creationId xmlns:a16="http://schemas.microsoft.com/office/drawing/2014/main" id="{BAB3BBF9-42EE-4012-F12E-AAA8A3EC4EFD}"/>
              </a:ext>
            </a:extLst>
          </p:cNvPr>
          <p:cNvSpPr/>
          <p:nvPr/>
        </p:nvSpPr>
        <p:spPr>
          <a:xfrm>
            <a:off x="2938439" y="4126505"/>
            <a:ext cx="848659" cy="8247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214C86-5943-11A8-6DA7-C4D8B5433693}"/>
                  </a:ext>
                </a:extLst>
              </p:cNvPr>
              <p:cNvSpPr txBox="1"/>
              <p:nvPr/>
            </p:nvSpPr>
            <p:spPr>
              <a:xfrm>
                <a:off x="3112379" y="4292659"/>
                <a:ext cx="52495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214C86-5943-11A8-6DA7-C4D8B5433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379" y="4292659"/>
                <a:ext cx="524951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A7A4B1D-503C-ECA8-7C88-FA78AC09352B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 flipV="1">
            <a:off x="1540204" y="4538880"/>
            <a:ext cx="42259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6042AAB-3EFD-7D21-6F29-4CAB52762CD4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2515840" y="4538880"/>
            <a:ext cx="42259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88B1DA1-9C6E-D382-0C0D-61C50429F9AC}"/>
              </a:ext>
            </a:extLst>
          </p:cNvPr>
          <p:cNvCxnSpPr>
            <a:stCxn id="14" idx="0"/>
            <a:endCxn id="15" idx="2"/>
          </p:cNvCxnSpPr>
          <p:nvPr/>
        </p:nvCxnSpPr>
        <p:spPr>
          <a:xfrm flipV="1">
            <a:off x="2239322" y="4785101"/>
            <a:ext cx="0" cy="377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633B73-0A08-5F27-5831-567A28285222}"/>
                  </a:ext>
                </a:extLst>
              </p:cNvPr>
              <p:cNvSpPr txBox="1"/>
              <p:nvPr/>
            </p:nvSpPr>
            <p:spPr>
              <a:xfrm>
                <a:off x="2889822" y="2145329"/>
                <a:ext cx="9188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633B73-0A08-5F27-5831-567A28285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822" y="2145329"/>
                <a:ext cx="918841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497191-6777-A2A8-B918-3C587355FDC6}"/>
                  </a:ext>
                </a:extLst>
              </p:cNvPr>
              <p:cNvSpPr txBox="1"/>
              <p:nvPr/>
            </p:nvSpPr>
            <p:spPr>
              <a:xfrm>
                <a:off x="1627032" y="2145329"/>
                <a:ext cx="5381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497191-6777-A2A8-B918-3C587355F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032" y="2145329"/>
                <a:ext cx="538160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FBB6EBF-4568-81BD-34FF-6FE80E8689F8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>
            <a:off x="2165192" y="2391551"/>
            <a:ext cx="7246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193A3CA-2DD1-FC9B-B442-4A6E5FDC535E}"/>
              </a:ext>
            </a:extLst>
          </p:cNvPr>
          <p:cNvCxnSpPr>
            <a:stCxn id="16" idx="0"/>
            <a:endCxn id="24" idx="2"/>
          </p:cNvCxnSpPr>
          <p:nvPr/>
        </p:nvCxnSpPr>
        <p:spPr>
          <a:xfrm flipH="1" flipV="1">
            <a:off x="3349243" y="2637772"/>
            <a:ext cx="13526" cy="1488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48BEFCA-AEA6-7DEF-709F-46FB2EF705D4}"/>
                  </a:ext>
                </a:extLst>
              </p:cNvPr>
              <p:cNvSpPr txBox="1"/>
              <p:nvPr/>
            </p:nvSpPr>
            <p:spPr>
              <a:xfrm>
                <a:off x="3055990" y="662298"/>
                <a:ext cx="58426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48BEFCA-AEA6-7DEF-709F-46FB2EF70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990" y="662298"/>
                <a:ext cx="584263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0D81136-6D08-561F-171E-C2F3B17037B9}"/>
              </a:ext>
            </a:extLst>
          </p:cNvPr>
          <p:cNvCxnSpPr>
            <a:stCxn id="24" idx="0"/>
            <a:endCxn id="31" idx="2"/>
          </p:cNvCxnSpPr>
          <p:nvPr/>
        </p:nvCxnSpPr>
        <p:spPr>
          <a:xfrm flipH="1" flipV="1">
            <a:off x="3348122" y="1154741"/>
            <a:ext cx="1121" cy="990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69D1EFD-5EC9-9751-48FA-1E6885E5C9E3}"/>
                  </a:ext>
                </a:extLst>
              </p:cNvPr>
              <p:cNvSpPr txBox="1"/>
              <p:nvPr/>
            </p:nvSpPr>
            <p:spPr>
              <a:xfrm>
                <a:off x="3986045" y="5162148"/>
                <a:ext cx="1009828" cy="4994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ko-K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69D1EFD-5EC9-9751-48FA-1E6885E5C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045" y="5162148"/>
                <a:ext cx="1009828" cy="4994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F0920FB-76E9-C620-00DF-06F6E59149C3}"/>
                  </a:ext>
                </a:extLst>
              </p:cNvPr>
              <p:cNvSpPr txBox="1"/>
              <p:nvPr/>
            </p:nvSpPr>
            <p:spPr>
              <a:xfrm>
                <a:off x="4209695" y="4292658"/>
                <a:ext cx="55303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F0920FB-76E9-C620-00DF-06F6E5914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695" y="4292658"/>
                <a:ext cx="553037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1DE805F-4542-8684-04D2-4A9A9CA8B665}"/>
              </a:ext>
            </a:extLst>
          </p:cNvPr>
          <p:cNvCxnSpPr>
            <a:endCxn id="43" idx="1"/>
          </p:cNvCxnSpPr>
          <p:nvPr/>
        </p:nvCxnSpPr>
        <p:spPr>
          <a:xfrm flipV="1">
            <a:off x="3787096" y="4538880"/>
            <a:ext cx="42259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65920EA-382E-69BB-1AE4-AB1AB41E06B3}"/>
              </a:ext>
            </a:extLst>
          </p:cNvPr>
          <p:cNvCxnSpPr>
            <a:stCxn id="43" idx="3"/>
          </p:cNvCxnSpPr>
          <p:nvPr/>
        </p:nvCxnSpPr>
        <p:spPr>
          <a:xfrm>
            <a:off x="4762732" y="4538880"/>
            <a:ext cx="42259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F5EED34-0D97-6CA4-91E6-B2C5AF4E7F38}"/>
              </a:ext>
            </a:extLst>
          </p:cNvPr>
          <p:cNvCxnSpPr>
            <a:stCxn id="42" idx="0"/>
            <a:endCxn id="43" idx="2"/>
          </p:cNvCxnSpPr>
          <p:nvPr/>
        </p:nvCxnSpPr>
        <p:spPr>
          <a:xfrm flipH="1" flipV="1">
            <a:off x="4486214" y="4785101"/>
            <a:ext cx="4745" cy="377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E24F9C0-69D1-508C-9855-4DDA5CAFF411}"/>
              </a:ext>
            </a:extLst>
          </p:cNvPr>
          <p:cNvSpPr/>
          <p:nvPr/>
        </p:nvSpPr>
        <p:spPr>
          <a:xfrm>
            <a:off x="5185331" y="4126503"/>
            <a:ext cx="848659" cy="8247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104D5EA-4AB4-6F24-9FD3-E95A3E88AC13}"/>
                  </a:ext>
                </a:extLst>
              </p:cNvPr>
              <p:cNvSpPr txBox="1"/>
              <p:nvPr/>
            </p:nvSpPr>
            <p:spPr>
              <a:xfrm>
                <a:off x="5359271" y="4292657"/>
                <a:ext cx="5344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104D5EA-4AB4-6F24-9FD3-E95A3E88A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271" y="4292657"/>
                <a:ext cx="534441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8BDEB1F-AD9B-6851-C371-685ED54CBEE2}"/>
                  </a:ext>
                </a:extLst>
              </p:cNvPr>
              <p:cNvSpPr txBox="1"/>
              <p:nvPr/>
            </p:nvSpPr>
            <p:spPr>
              <a:xfrm>
                <a:off x="5136714" y="2145327"/>
                <a:ext cx="93782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8BDEB1F-AD9B-6851-C371-685ED54CB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714" y="2145327"/>
                <a:ext cx="937821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AEE153C-030D-E68F-FACF-70CC0655069A}"/>
                  </a:ext>
                </a:extLst>
              </p:cNvPr>
              <p:cNvSpPr txBox="1"/>
              <p:nvPr/>
            </p:nvSpPr>
            <p:spPr>
              <a:xfrm>
                <a:off x="3873924" y="2145327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AEE153C-030D-E68F-FACF-70CC06550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924" y="2145327"/>
                <a:ext cx="547649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538F13F-1E8E-F839-FA07-49F423FB5A60}"/>
              </a:ext>
            </a:extLst>
          </p:cNvPr>
          <p:cNvCxnSpPr>
            <a:stCxn id="50" idx="3"/>
            <a:endCxn id="49" idx="1"/>
          </p:cNvCxnSpPr>
          <p:nvPr/>
        </p:nvCxnSpPr>
        <p:spPr>
          <a:xfrm>
            <a:off x="4421573" y="2391549"/>
            <a:ext cx="7151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69450E48-A2D4-729C-745A-D04155DC6B36}"/>
              </a:ext>
            </a:extLst>
          </p:cNvPr>
          <p:cNvCxnSpPr>
            <a:stCxn id="47" idx="0"/>
            <a:endCxn id="49" idx="2"/>
          </p:cNvCxnSpPr>
          <p:nvPr/>
        </p:nvCxnSpPr>
        <p:spPr>
          <a:xfrm flipH="1" flipV="1">
            <a:off x="5605625" y="2637770"/>
            <a:ext cx="4036" cy="1488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42428B1-BB54-64A1-ECFF-6FB3359A0062}"/>
                  </a:ext>
                </a:extLst>
              </p:cNvPr>
              <p:cNvSpPr txBox="1"/>
              <p:nvPr/>
            </p:nvSpPr>
            <p:spPr>
              <a:xfrm>
                <a:off x="5302882" y="662296"/>
                <a:ext cx="5937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42428B1-BB54-64A1-ECFF-6FB3359A0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882" y="662296"/>
                <a:ext cx="593752" cy="4924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4D88767B-991D-ACED-3B3C-DFAAA48D1C7D}"/>
              </a:ext>
            </a:extLst>
          </p:cNvPr>
          <p:cNvCxnSpPr>
            <a:stCxn id="49" idx="0"/>
            <a:endCxn id="53" idx="2"/>
          </p:cNvCxnSpPr>
          <p:nvPr/>
        </p:nvCxnSpPr>
        <p:spPr>
          <a:xfrm flipH="1" flipV="1">
            <a:off x="5599758" y="1154739"/>
            <a:ext cx="5867" cy="990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1C44B43-4E7D-A248-3D79-25B4FA5F029E}"/>
                  </a:ext>
                </a:extLst>
              </p:cNvPr>
              <p:cNvSpPr txBox="1"/>
              <p:nvPr/>
            </p:nvSpPr>
            <p:spPr>
              <a:xfrm>
                <a:off x="6260002" y="5161314"/>
                <a:ext cx="1009828" cy="5019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ko-K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1C44B43-4E7D-A248-3D79-25B4FA5F0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002" y="5161314"/>
                <a:ext cx="1009828" cy="5019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7937E12-279F-A636-E8CE-15218D1E877E}"/>
                  </a:ext>
                </a:extLst>
              </p:cNvPr>
              <p:cNvSpPr txBox="1"/>
              <p:nvPr/>
            </p:nvSpPr>
            <p:spPr>
              <a:xfrm>
                <a:off x="6483652" y="4291824"/>
                <a:ext cx="55303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7937E12-279F-A636-E8CE-15218D1E8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652" y="4291824"/>
                <a:ext cx="553037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3B1C2E0-98D5-9986-8741-00BE6DAC892A}"/>
              </a:ext>
            </a:extLst>
          </p:cNvPr>
          <p:cNvCxnSpPr>
            <a:endCxn id="56" idx="1"/>
          </p:cNvCxnSpPr>
          <p:nvPr/>
        </p:nvCxnSpPr>
        <p:spPr>
          <a:xfrm flipV="1">
            <a:off x="6061053" y="4538046"/>
            <a:ext cx="42259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96C83DAA-AC06-224C-4FAF-114A160324D2}"/>
              </a:ext>
            </a:extLst>
          </p:cNvPr>
          <p:cNvCxnSpPr>
            <a:stCxn id="56" idx="3"/>
          </p:cNvCxnSpPr>
          <p:nvPr/>
        </p:nvCxnSpPr>
        <p:spPr>
          <a:xfrm>
            <a:off x="7036689" y="4538046"/>
            <a:ext cx="42259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538BE06-FA57-0ACF-0D12-3242CBC8A616}"/>
              </a:ext>
            </a:extLst>
          </p:cNvPr>
          <p:cNvCxnSpPr>
            <a:stCxn id="55" idx="0"/>
            <a:endCxn id="56" idx="2"/>
          </p:cNvCxnSpPr>
          <p:nvPr/>
        </p:nvCxnSpPr>
        <p:spPr>
          <a:xfrm flipH="1" flipV="1">
            <a:off x="6760171" y="4784267"/>
            <a:ext cx="4745" cy="377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DBD6DE4-C770-40FE-310D-8DB91DA5D0D6}"/>
              </a:ext>
            </a:extLst>
          </p:cNvPr>
          <p:cNvSpPr/>
          <p:nvPr/>
        </p:nvSpPr>
        <p:spPr>
          <a:xfrm>
            <a:off x="7459288" y="4125669"/>
            <a:ext cx="848659" cy="8247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40E8278-AE77-4D8C-DE80-7F24F523D5F7}"/>
                  </a:ext>
                </a:extLst>
              </p:cNvPr>
              <p:cNvSpPr txBox="1"/>
              <p:nvPr/>
            </p:nvSpPr>
            <p:spPr>
              <a:xfrm>
                <a:off x="7633228" y="4291823"/>
                <a:ext cx="5344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40E8278-AE77-4D8C-DE80-7F24F523D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3228" y="4291823"/>
                <a:ext cx="534441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3C6E182-5B43-1FC7-6AE6-1A7770384607}"/>
                  </a:ext>
                </a:extLst>
              </p:cNvPr>
              <p:cNvSpPr txBox="1"/>
              <p:nvPr/>
            </p:nvSpPr>
            <p:spPr>
              <a:xfrm>
                <a:off x="7410671" y="2144493"/>
                <a:ext cx="93782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3C6E182-5B43-1FC7-6AE6-1A777038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671" y="2144493"/>
                <a:ext cx="937821" cy="49244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6A71EFC-1350-9415-1774-B481099E5B77}"/>
              </a:ext>
            </a:extLst>
          </p:cNvPr>
          <p:cNvCxnSpPr>
            <a:endCxn id="62" idx="1"/>
          </p:cNvCxnSpPr>
          <p:nvPr/>
        </p:nvCxnSpPr>
        <p:spPr>
          <a:xfrm>
            <a:off x="6695530" y="2390715"/>
            <a:ext cx="7151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8AD25BEC-7CC5-2559-BCC1-14984DF1AB33}"/>
              </a:ext>
            </a:extLst>
          </p:cNvPr>
          <p:cNvCxnSpPr>
            <a:stCxn id="60" idx="0"/>
            <a:endCxn id="62" idx="2"/>
          </p:cNvCxnSpPr>
          <p:nvPr/>
        </p:nvCxnSpPr>
        <p:spPr>
          <a:xfrm flipH="1" flipV="1">
            <a:off x="7879582" y="2636936"/>
            <a:ext cx="4036" cy="1488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F67770F-F82F-CB1E-AD00-A8B0C1F308D9}"/>
                  </a:ext>
                </a:extLst>
              </p:cNvPr>
              <p:cNvSpPr txBox="1"/>
              <p:nvPr/>
            </p:nvSpPr>
            <p:spPr>
              <a:xfrm>
                <a:off x="7576839" y="661462"/>
                <a:ext cx="5937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F67770F-F82F-CB1E-AD00-A8B0C1F30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839" y="661462"/>
                <a:ext cx="593752" cy="4924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758D0FD7-41A0-06EB-BA7A-6946679EFAAA}"/>
              </a:ext>
            </a:extLst>
          </p:cNvPr>
          <p:cNvCxnSpPr>
            <a:stCxn id="62" idx="0"/>
            <a:endCxn id="65" idx="2"/>
          </p:cNvCxnSpPr>
          <p:nvPr/>
        </p:nvCxnSpPr>
        <p:spPr>
          <a:xfrm flipH="1" flipV="1">
            <a:off x="7873715" y="1153905"/>
            <a:ext cx="5867" cy="990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FEFA14F-B7C2-A7D7-034A-9CDBF3BBAFF1}"/>
                  </a:ext>
                </a:extLst>
              </p:cNvPr>
              <p:cNvSpPr txBox="1"/>
              <p:nvPr/>
            </p:nvSpPr>
            <p:spPr>
              <a:xfrm>
                <a:off x="8494951" y="5161314"/>
                <a:ext cx="992258" cy="4980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ko-K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FEFA14F-B7C2-A7D7-034A-9CDBF3BBA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951" y="5161314"/>
                <a:ext cx="992258" cy="49808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F4C1427-81CD-2127-85DB-3EE21A25182B}"/>
                  </a:ext>
                </a:extLst>
              </p:cNvPr>
              <p:cNvSpPr txBox="1"/>
              <p:nvPr/>
            </p:nvSpPr>
            <p:spPr>
              <a:xfrm>
                <a:off x="8718601" y="4291824"/>
                <a:ext cx="55303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F4C1427-81CD-2127-85DB-3EE21A251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601" y="4291824"/>
                <a:ext cx="553037" cy="49244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63B663B7-DBE1-38A0-A461-488E51AADA52}"/>
              </a:ext>
            </a:extLst>
          </p:cNvPr>
          <p:cNvCxnSpPr>
            <a:endCxn id="68" idx="1"/>
          </p:cNvCxnSpPr>
          <p:nvPr/>
        </p:nvCxnSpPr>
        <p:spPr>
          <a:xfrm flipV="1">
            <a:off x="8296002" y="4538046"/>
            <a:ext cx="42259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B3153F74-E2BE-9A4B-1964-E70CC6EE5699}"/>
              </a:ext>
            </a:extLst>
          </p:cNvPr>
          <p:cNvCxnSpPr>
            <a:stCxn id="68" idx="3"/>
          </p:cNvCxnSpPr>
          <p:nvPr/>
        </p:nvCxnSpPr>
        <p:spPr>
          <a:xfrm>
            <a:off x="9271638" y="4538046"/>
            <a:ext cx="42259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5E0FE973-8909-B422-C39B-8872E9A1EE67}"/>
              </a:ext>
            </a:extLst>
          </p:cNvPr>
          <p:cNvCxnSpPr>
            <a:stCxn id="67" idx="0"/>
            <a:endCxn id="68" idx="2"/>
          </p:cNvCxnSpPr>
          <p:nvPr/>
        </p:nvCxnSpPr>
        <p:spPr>
          <a:xfrm flipV="1">
            <a:off x="8991080" y="4784267"/>
            <a:ext cx="4040" cy="377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8DF6151-2610-A394-3265-0D213C9F3C8B}"/>
              </a:ext>
            </a:extLst>
          </p:cNvPr>
          <p:cNvSpPr/>
          <p:nvPr/>
        </p:nvSpPr>
        <p:spPr>
          <a:xfrm>
            <a:off x="9694237" y="4125669"/>
            <a:ext cx="848659" cy="8247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D7F5B31-E3C7-DD87-C00A-464721690A4D}"/>
                  </a:ext>
                </a:extLst>
              </p:cNvPr>
              <p:cNvSpPr txBox="1"/>
              <p:nvPr/>
            </p:nvSpPr>
            <p:spPr>
              <a:xfrm>
                <a:off x="9868177" y="4291823"/>
                <a:ext cx="5344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D7F5B31-E3C7-DD87-C00A-464721690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8177" y="4291823"/>
                <a:ext cx="534441" cy="49244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4537200-2A2A-DF34-429E-19C26DBF4376}"/>
                  </a:ext>
                </a:extLst>
              </p:cNvPr>
              <p:cNvSpPr txBox="1"/>
              <p:nvPr/>
            </p:nvSpPr>
            <p:spPr>
              <a:xfrm>
                <a:off x="9645620" y="2144493"/>
                <a:ext cx="93782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4537200-2A2A-DF34-429E-19C26DBF4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5620" y="2144493"/>
                <a:ext cx="937821" cy="49244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44656666-4CAE-4AD5-F267-9D83A71A7A26}"/>
              </a:ext>
            </a:extLst>
          </p:cNvPr>
          <p:cNvCxnSpPr>
            <a:endCxn id="74" idx="1"/>
          </p:cNvCxnSpPr>
          <p:nvPr/>
        </p:nvCxnSpPr>
        <p:spPr>
          <a:xfrm>
            <a:off x="8930479" y="2390715"/>
            <a:ext cx="7151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15B261A6-F76C-12E8-EEF2-86F6BBA22653}"/>
              </a:ext>
            </a:extLst>
          </p:cNvPr>
          <p:cNvCxnSpPr>
            <a:stCxn id="72" idx="0"/>
            <a:endCxn id="74" idx="2"/>
          </p:cNvCxnSpPr>
          <p:nvPr/>
        </p:nvCxnSpPr>
        <p:spPr>
          <a:xfrm flipH="1" flipV="1">
            <a:off x="10114531" y="2636936"/>
            <a:ext cx="4036" cy="1488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F14BDAC-40B2-C138-3A9E-5EF17234E767}"/>
                  </a:ext>
                </a:extLst>
              </p:cNvPr>
              <p:cNvSpPr txBox="1"/>
              <p:nvPr/>
            </p:nvSpPr>
            <p:spPr>
              <a:xfrm>
                <a:off x="9811788" y="661462"/>
                <a:ext cx="5761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F14BDAC-40B2-C138-3A9E-5EF17234E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788" y="661462"/>
                <a:ext cx="576183" cy="49244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377CF2BA-2962-6AAB-90C4-D7F57E27FB0C}"/>
              </a:ext>
            </a:extLst>
          </p:cNvPr>
          <p:cNvCxnSpPr>
            <a:stCxn id="74" idx="0"/>
            <a:endCxn id="77" idx="2"/>
          </p:cNvCxnSpPr>
          <p:nvPr/>
        </p:nvCxnSpPr>
        <p:spPr>
          <a:xfrm flipH="1" flipV="1">
            <a:off x="10099880" y="1153905"/>
            <a:ext cx="14651" cy="990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F5B87EA-8D09-0893-3583-110CE6946760}"/>
                  </a:ext>
                </a:extLst>
              </p:cNvPr>
              <p:cNvSpPr txBox="1"/>
              <p:nvPr/>
            </p:nvSpPr>
            <p:spPr>
              <a:xfrm>
                <a:off x="6147881" y="2073733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F5B87EA-8D09-0893-3583-110CE6946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7881" y="2073733"/>
                <a:ext cx="547649" cy="49244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FC14AC9-7F37-F127-4F82-1CC65B8F3941}"/>
                  </a:ext>
                </a:extLst>
              </p:cNvPr>
              <p:cNvSpPr txBox="1"/>
              <p:nvPr/>
            </p:nvSpPr>
            <p:spPr>
              <a:xfrm>
                <a:off x="8424548" y="2144492"/>
                <a:ext cx="5476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FC14AC9-7F37-F127-4F82-1CC65B8F3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548" y="2144492"/>
                <a:ext cx="547649" cy="49244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730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D070A-986D-1488-05A6-033DF8BC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A7A0A-CA48-2E1E-485E-CEC8D848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attention </a:t>
            </a:r>
            <a:r>
              <a:rPr lang="ko-KR" altLang="en-US" dirty="0"/>
              <a:t>장점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F2896-C4BB-539A-3E46-39F77E41A4EE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-23-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929DD-501C-8B9D-4BE6-EEDB5E163904}"/>
              </a:ext>
            </a:extLst>
          </p:cNvPr>
          <p:cNvSpPr txBox="1"/>
          <p:nvPr/>
        </p:nvSpPr>
        <p:spPr>
          <a:xfrm>
            <a:off x="6096000" y="2578666"/>
            <a:ext cx="5118709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계산하는 구조를 바꿈으로써 복잡도 </a:t>
            </a:r>
            <a:r>
              <a:rPr lang="en-US" altLang="ko-KR" dirty="0"/>
              <a:t>O(n)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새로운 하나를 출력하려면 기존 상태 행렬에 </a:t>
            </a:r>
            <a:br>
              <a:rPr lang="en-US" altLang="ko-KR" dirty="0"/>
            </a:br>
            <a:r>
              <a:rPr lang="en-US" altLang="ko-KR" dirty="0" err="1"/>
              <a:t>kv</a:t>
            </a:r>
            <a:r>
              <a:rPr lang="ko-KR" altLang="en-US" dirty="0"/>
              <a:t>를 더하고 </a:t>
            </a:r>
            <a:r>
              <a:rPr lang="en-US" altLang="ko-KR" dirty="0"/>
              <a:t>q</a:t>
            </a:r>
            <a:r>
              <a:rPr lang="ko-KR" altLang="en-US" dirty="0"/>
              <a:t>를 곱하면 되는 형태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효율적인 측면에서 큰 개선</a:t>
            </a:r>
            <a:endParaRPr lang="en-US" altLang="ko-KR" dirty="0"/>
          </a:p>
        </p:txBody>
      </p:sp>
      <p:pic>
        <p:nvPicPr>
          <p:cNvPr id="4" name="Picture 2" descr="Understanding Linear Attention. Self Attention | by ML Blogger | Medium">
            <a:extLst>
              <a:ext uri="{FF2B5EF4-FFF2-40B4-BE49-F238E27FC236}">
                <a16:creationId xmlns:a16="http://schemas.microsoft.com/office/drawing/2014/main" id="{A2332783-6C60-5726-0DD9-EE6D60E1A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12" y="1833275"/>
            <a:ext cx="4301564" cy="430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983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35A9B-ECB3-2926-E3DC-6A7130E2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43B1BB-7457-C10B-9A92-6028A4A0A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Attention</a:t>
            </a:r>
            <a:r>
              <a:rPr lang="ko-KR" altLang="en-US" dirty="0"/>
              <a:t>의 한계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E71390-8F2D-831A-1296-164A50684070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-24-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B2181-1293-C8EE-15B1-697DBF90E256}"/>
              </a:ext>
            </a:extLst>
          </p:cNvPr>
          <p:cNvSpPr txBox="1"/>
          <p:nvPr/>
        </p:nvSpPr>
        <p:spPr>
          <a:xfrm>
            <a:off x="5763879" y="1927986"/>
            <a:ext cx="6179577" cy="4193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Softmax</a:t>
            </a:r>
            <a:r>
              <a:rPr lang="en-US" altLang="ko-KR" dirty="0"/>
              <a:t> Attention</a:t>
            </a:r>
            <a:r>
              <a:rPr lang="ko-KR" altLang="en-US" dirty="0"/>
              <a:t>의 경우에는 </a:t>
            </a:r>
            <a:r>
              <a:rPr lang="ko-KR" altLang="en-US" dirty="0" err="1"/>
              <a:t>출력할때마다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필요한 정보들을 가져온다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하지만 </a:t>
            </a:r>
            <a:r>
              <a:rPr lang="en-US" altLang="ko-KR" dirty="0"/>
              <a:t>Linear Attention</a:t>
            </a:r>
            <a:r>
              <a:rPr lang="ko-KR" altLang="en-US" dirty="0"/>
              <a:t>의 경우에는 압축된 </a:t>
            </a:r>
            <a:br>
              <a:rPr lang="en-US" altLang="ko-KR" dirty="0"/>
            </a:br>
            <a:r>
              <a:rPr lang="en-US" altLang="ko-KR" dirty="0"/>
              <a:t>S</a:t>
            </a:r>
            <a:r>
              <a:rPr lang="ko-KR" altLang="en-US" dirty="0"/>
              <a:t>로 부터 정보를 가져오기에 정확도나 표현이</a:t>
            </a:r>
            <a:br>
              <a:rPr lang="en-US" altLang="ko-KR" dirty="0"/>
            </a:br>
            <a:r>
              <a:rPr lang="ko-KR" altLang="en-US" dirty="0"/>
              <a:t>낮아진다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이러한 부분을 해결하기 위해 </a:t>
            </a:r>
            <a:r>
              <a:rPr lang="en-US" altLang="ko-KR" dirty="0"/>
              <a:t>Delta update rule</a:t>
            </a:r>
            <a:r>
              <a:rPr lang="ko-KR" altLang="en-US" dirty="0"/>
              <a:t>이 사용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다음 세미나때 다뤄보겠습니다</a:t>
            </a:r>
            <a:r>
              <a:rPr lang="en-US" altLang="ko-KR" dirty="0"/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4692FC-B9DD-6391-0D4A-019E58189380}"/>
                  </a:ext>
                </a:extLst>
              </p:cNvPr>
              <p:cNvSpPr txBox="1"/>
              <p:nvPr/>
            </p:nvSpPr>
            <p:spPr>
              <a:xfrm>
                <a:off x="838200" y="2811863"/>
                <a:ext cx="4646080" cy="501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Sup>
                      <m:sSubSup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altLang="ko-KR" sz="3200" dirty="0"/>
                  <a:t>)</a:t>
                </a:r>
                <a14:m>
                  <m:oMath xmlns:m="http://schemas.openxmlformats.org/officeDocument/2006/math">
                    <m:r>
                      <a:rPr lang="en-US" altLang="ko-KR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3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1:</m:t>
                        </m:r>
                        <m:r>
                          <a:rPr lang="en-US" altLang="ko-KR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4692FC-B9DD-6391-0D4A-019E58189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11863"/>
                <a:ext cx="4646080" cy="501035"/>
              </a:xfrm>
              <a:prstGeom prst="rect">
                <a:avLst/>
              </a:prstGeom>
              <a:blipFill>
                <a:blip r:embed="rId4"/>
                <a:stretch>
                  <a:fillRect t="-24390" b="-47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F009A8-3E62-11FD-63F8-7517B819205E}"/>
                  </a:ext>
                </a:extLst>
              </p:cNvPr>
              <p:cNvSpPr txBox="1"/>
              <p:nvPr/>
            </p:nvSpPr>
            <p:spPr>
              <a:xfrm>
                <a:off x="838200" y="4502324"/>
                <a:ext cx="18204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F009A8-3E62-11FD-63F8-7517B8192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02324"/>
                <a:ext cx="1820498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1971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3865</TotalTime>
  <Words>739</Words>
  <Application>Microsoft Office PowerPoint</Application>
  <PresentationFormat>와이드스크린</PresentationFormat>
  <Paragraphs>271</Paragraphs>
  <Slides>24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맑은 고딕</vt:lpstr>
      <vt:lpstr>Arial</vt:lpstr>
      <vt:lpstr>Cambria Math</vt:lpstr>
      <vt:lpstr>Office 테마</vt:lpstr>
      <vt:lpstr>Qwen 3.5 구조 (1)</vt:lpstr>
      <vt:lpstr>목차</vt:lpstr>
      <vt:lpstr>주제 선정 이유</vt:lpstr>
      <vt:lpstr>어떻게 구성이 되어있나?</vt:lpstr>
      <vt:lpstr>Linear Attention 까지 하는 이유</vt:lpstr>
      <vt:lpstr>Transformer의 attention</vt:lpstr>
      <vt:lpstr>Transformer의 attention</vt:lpstr>
      <vt:lpstr>Transformer의 attention</vt:lpstr>
      <vt:lpstr>PowerPoint 프레젠테이션</vt:lpstr>
      <vt:lpstr>PowerPoint 프레젠테이션</vt:lpstr>
      <vt:lpstr>PowerPoint 프레젠테이션</vt:lpstr>
      <vt:lpstr>attention은 어디가 문제였나?</vt:lpstr>
      <vt:lpstr>Linear attention</vt:lpstr>
      <vt:lpstr>Linear attention</vt:lpstr>
      <vt:lpstr>PowerPoint 프레젠테이션</vt:lpstr>
      <vt:lpstr>Softmax를 없애는 이유?</vt:lpstr>
      <vt:lpstr>Linear attention</vt:lpstr>
      <vt:lpstr>Linear attention</vt:lpstr>
      <vt:lpstr>Linear attention</vt:lpstr>
      <vt:lpstr>Linear attention</vt:lpstr>
      <vt:lpstr>Linear attention</vt:lpstr>
      <vt:lpstr>PowerPoint 프레젠테이션</vt:lpstr>
      <vt:lpstr>Linear attention 장점</vt:lpstr>
      <vt:lpstr>Linear Attention의 한계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종현 김</dc:creator>
  <cp:lastModifiedBy>종현 김</cp:lastModifiedBy>
  <cp:revision>3</cp:revision>
  <cp:lastPrinted>2026-04-08T06:59:02Z</cp:lastPrinted>
  <dcterms:created xsi:type="dcterms:W3CDTF">2025-09-25T05:57:29Z</dcterms:created>
  <dcterms:modified xsi:type="dcterms:W3CDTF">2026-04-08T08:02:58Z</dcterms:modified>
</cp:coreProperties>
</file>