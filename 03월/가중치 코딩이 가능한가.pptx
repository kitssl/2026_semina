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9" r:id="rId2"/>
    <p:sldId id="258" r:id="rId3"/>
    <p:sldId id="303" r:id="rId4"/>
    <p:sldId id="366" r:id="rId5"/>
    <p:sldId id="408" r:id="rId6"/>
    <p:sldId id="409" r:id="rId7"/>
    <p:sldId id="413" r:id="rId8"/>
    <p:sldId id="414" r:id="rId9"/>
    <p:sldId id="415" r:id="rId10"/>
    <p:sldId id="416" r:id="rId11"/>
    <p:sldId id="410" r:id="rId12"/>
    <p:sldId id="417" r:id="rId13"/>
    <p:sldId id="418" r:id="rId14"/>
    <p:sldId id="411" r:id="rId15"/>
    <p:sldId id="412" r:id="rId16"/>
    <p:sldId id="419" r:id="rId17"/>
    <p:sldId id="426" r:id="rId18"/>
    <p:sldId id="425" r:id="rId19"/>
    <p:sldId id="423" r:id="rId20"/>
    <p:sldId id="424" r:id="rId21"/>
    <p:sldId id="421" r:id="rId22"/>
    <p:sldId id="422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608A39-881C-49DE-8762-3D7715CD671C}" v="57" dt="2026-03-11T06:54:53.5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0" d="100"/>
          <a:sy n="80" d="100"/>
        </p:scale>
        <p:origin x="447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종현 김" userId="4e62a0cd71f6508f" providerId="LiveId" clId="{6E62CB57-B7C1-44BE-9515-1C88952032F1}"/>
    <pc:docChg chg="undo custSel addSld delSld modSld sldOrd">
      <pc:chgData name="종현 김" userId="4e62a0cd71f6508f" providerId="LiveId" clId="{6E62CB57-B7C1-44BE-9515-1C88952032F1}" dt="2026-03-11T06:55:00.698" v="25598" actId="27614"/>
      <pc:docMkLst>
        <pc:docMk/>
      </pc:docMkLst>
      <pc:sldChg chg="modSp mod">
        <pc:chgData name="종현 김" userId="4e62a0cd71f6508f" providerId="LiveId" clId="{6E62CB57-B7C1-44BE-9515-1C88952032F1}" dt="2026-03-11T06:05:07.947" v="20741" actId="20577"/>
        <pc:sldMkLst>
          <pc:docMk/>
          <pc:sldMk cId="3906222446" sldId="258"/>
        </pc:sldMkLst>
        <pc:spChg chg="mod">
          <ac:chgData name="종현 김" userId="4e62a0cd71f6508f" providerId="LiveId" clId="{6E62CB57-B7C1-44BE-9515-1C88952032F1}" dt="2026-03-11T06:05:07.947" v="20741" actId="20577"/>
          <ac:spMkLst>
            <pc:docMk/>
            <pc:sldMk cId="3906222446" sldId="258"/>
            <ac:spMk id="3" creationId="{7C778E5D-C179-E5E5-01C2-F5C104F2A85B}"/>
          </ac:spMkLst>
        </pc:spChg>
      </pc:sldChg>
      <pc:sldChg chg="modSp mod">
        <pc:chgData name="종현 김" userId="4e62a0cd71f6508f" providerId="LiveId" clId="{6E62CB57-B7C1-44BE-9515-1C88952032F1}" dt="2026-03-05T04:04:24.601" v="15811" actId="20577"/>
        <pc:sldMkLst>
          <pc:docMk/>
          <pc:sldMk cId="2937531716" sldId="259"/>
        </pc:sldMkLst>
        <pc:spChg chg="mod">
          <ac:chgData name="종현 김" userId="4e62a0cd71f6508f" providerId="LiveId" clId="{6E62CB57-B7C1-44BE-9515-1C88952032F1}" dt="2026-03-05T04:04:17.590" v="15805" actId="20577"/>
          <ac:spMkLst>
            <pc:docMk/>
            <pc:sldMk cId="2937531716" sldId="259"/>
            <ac:spMk id="2" creationId="{005A92FA-518A-0B6D-16FB-CD7306E21572}"/>
          </ac:spMkLst>
        </pc:spChg>
        <pc:spChg chg="mod">
          <ac:chgData name="종현 김" userId="4e62a0cd71f6508f" providerId="LiveId" clId="{6E62CB57-B7C1-44BE-9515-1C88952032F1}" dt="2026-03-05T04:04:24.601" v="15811" actId="20577"/>
          <ac:spMkLst>
            <pc:docMk/>
            <pc:sldMk cId="2937531716" sldId="259"/>
            <ac:spMk id="4" creationId="{C9087AB0-D8D5-7543-BEEF-A82F9DA2BBE9}"/>
          </ac:spMkLst>
        </pc:spChg>
      </pc:sldChg>
      <pc:sldChg chg="addSp delSp modSp mod">
        <pc:chgData name="종현 김" userId="4e62a0cd71f6508f" providerId="LiveId" clId="{6E62CB57-B7C1-44BE-9515-1C88952032F1}" dt="2026-03-11T06:06:37.923" v="21111" actId="1076"/>
        <pc:sldMkLst>
          <pc:docMk/>
          <pc:sldMk cId="625091368" sldId="303"/>
        </pc:sldMkLst>
        <pc:spChg chg="mod">
          <ac:chgData name="종현 김" userId="4e62a0cd71f6508f" providerId="LiveId" clId="{6E62CB57-B7C1-44BE-9515-1C88952032F1}" dt="2026-03-11T06:06:37.923" v="21111" actId="1076"/>
          <ac:spMkLst>
            <pc:docMk/>
            <pc:sldMk cId="625091368" sldId="303"/>
            <ac:spMk id="6" creationId="{4D7752D0-F6B1-D2CE-B288-27FBFEB8840D}"/>
          </ac:spMkLst>
        </pc:spChg>
      </pc:sldChg>
      <pc:sldChg chg="addSp delSp modSp mod">
        <pc:chgData name="종현 김" userId="4e62a0cd71f6508f" providerId="LiveId" clId="{6E62CB57-B7C1-44BE-9515-1C88952032F1}" dt="2026-03-11T06:07:38.995" v="21381" actId="20577"/>
        <pc:sldMkLst>
          <pc:docMk/>
          <pc:sldMk cId="365172425" sldId="366"/>
        </pc:sldMkLst>
        <pc:spChg chg="mod">
          <ac:chgData name="종현 김" userId="4e62a0cd71f6508f" providerId="LiveId" clId="{6E62CB57-B7C1-44BE-9515-1C88952032F1}" dt="2026-02-25T15:14:45.193" v="12453" actId="20577"/>
          <ac:spMkLst>
            <pc:docMk/>
            <pc:sldMk cId="365172425" sldId="366"/>
            <ac:spMk id="2" creationId="{98C1CC4D-85E6-B2CF-B4D7-394C3BFE4174}"/>
          </ac:spMkLst>
        </pc:spChg>
        <pc:spChg chg="mod">
          <ac:chgData name="종현 김" userId="4e62a0cd71f6508f" providerId="LiveId" clId="{6E62CB57-B7C1-44BE-9515-1C88952032F1}" dt="2026-03-11T06:07:38.995" v="21381" actId="20577"/>
          <ac:spMkLst>
            <pc:docMk/>
            <pc:sldMk cId="365172425" sldId="366"/>
            <ac:spMk id="5" creationId="{555B4C55-1162-D746-DEF4-7B495D90A807}"/>
          </ac:spMkLst>
        </pc:spChg>
        <pc:picChg chg="add mod">
          <ac:chgData name="종현 김" userId="4e62a0cd71f6508f" providerId="LiveId" clId="{6E62CB57-B7C1-44BE-9515-1C88952032F1}" dt="2026-03-05T04:08:40.166" v="15901" actId="27614"/>
          <ac:picMkLst>
            <pc:docMk/>
            <pc:sldMk cId="365172425" sldId="366"/>
            <ac:picMk id="7" creationId="{EB9677A2-C8EF-B3AE-C635-984AE895854F}"/>
          </ac:picMkLst>
        </pc:picChg>
      </pc:sldChg>
      <pc:sldChg chg="addSp modSp mod">
        <pc:chgData name="종현 김" userId="4e62a0cd71f6508f" providerId="LiveId" clId="{6E62CB57-B7C1-44BE-9515-1C88952032F1}" dt="2026-03-11T06:08:30.310" v="21558" actId="20577"/>
        <pc:sldMkLst>
          <pc:docMk/>
          <pc:sldMk cId="1349803482" sldId="408"/>
        </pc:sldMkLst>
        <pc:spChg chg="mod">
          <ac:chgData name="종현 김" userId="4e62a0cd71f6508f" providerId="LiveId" clId="{6E62CB57-B7C1-44BE-9515-1C88952032F1}" dt="2026-03-09T11:27:58.790" v="19129" actId="20577"/>
          <ac:spMkLst>
            <pc:docMk/>
            <pc:sldMk cId="1349803482" sldId="408"/>
            <ac:spMk id="3" creationId="{5B04E7D5-AAD3-B900-28C9-7F22F969C09B}"/>
          </ac:spMkLst>
        </pc:spChg>
        <pc:spChg chg="mod">
          <ac:chgData name="종현 김" userId="4e62a0cd71f6508f" providerId="LiveId" clId="{6E62CB57-B7C1-44BE-9515-1C88952032F1}" dt="2026-03-11T06:08:30.310" v="21558" actId="20577"/>
          <ac:spMkLst>
            <pc:docMk/>
            <pc:sldMk cId="1349803482" sldId="408"/>
            <ac:spMk id="5" creationId="{AF97B565-A469-334C-C10D-058AAC500C99}"/>
          </ac:spMkLst>
        </pc:spChg>
        <pc:picChg chg="add mod">
          <ac:chgData name="종현 김" userId="4e62a0cd71f6508f" providerId="LiveId" clId="{6E62CB57-B7C1-44BE-9515-1C88952032F1}" dt="2026-03-05T04:06:02.516" v="15897"/>
          <ac:picMkLst>
            <pc:docMk/>
            <pc:sldMk cId="1349803482" sldId="408"/>
            <ac:picMk id="4" creationId="{D6658547-5EB0-0EDD-EE06-9289721C9A15}"/>
          </ac:picMkLst>
        </pc:picChg>
      </pc:sldChg>
      <pc:sldChg chg="addSp modSp mod">
        <pc:chgData name="종현 김" userId="4e62a0cd71f6508f" providerId="LiveId" clId="{6E62CB57-B7C1-44BE-9515-1C88952032F1}" dt="2026-03-11T06:10:38.273" v="22074" actId="20577"/>
        <pc:sldMkLst>
          <pc:docMk/>
          <pc:sldMk cId="2998342423" sldId="409"/>
        </pc:sldMkLst>
        <pc:spChg chg="mod">
          <ac:chgData name="종현 김" userId="4e62a0cd71f6508f" providerId="LiveId" clId="{6E62CB57-B7C1-44BE-9515-1C88952032F1}" dt="2026-03-09T11:28:02.193" v="19131" actId="20577"/>
          <ac:spMkLst>
            <pc:docMk/>
            <pc:sldMk cId="2998342423" sldId="409"/>
            <ac:spMk id="3" creationId="{4C17A2ED-635D-2B46-C3E4-4133A6F4E7CF}"/>
          </ac:spMkLst>
        </pc:spChg>
        <pc:spChg chg="mod">
          <ac:chgData name="종현 김" userId="4e62a0cd71f6508f" providerId="LiveId" clId="{6E62CB57-B7C1-44BE-9515-1C88952032F1}" dt="2026-03-11T06:10:38.273" v="22074" actId="20577"/>
          <ac:spMkLst>
            <pc:docMk/>
            <pc:sldMk cId="2998342423" sldId="409"/>
            <ac:spMk id="5" creationId="{B87C5DC9-A309-710A-2C5F-CAAA6F2DF2E1}"/>
          </ac:spMkLst>
        </pc:spChg>
        <pc:picChg chg="add mod">
          <ac:chgData name="종현 김" userId="4e62a0cd71f6508f" providerId="LiveId" clId="{6E62CB57-B7C1-44BE-9515-1C88952032F1}" dt="2026-03-05T04:17:15.854" v="15902"/>
          <ac:picMkLst>
            <pc:docMk/>
            <pc:sldMk cId="2998342423" sldId="409"/>
            <ac:picMk id="4" creationId="{7617B558-1F85-B70F-C5FB-526FB97B0AAF}"/>
          </ac:picMkLst>
        </pc:picChg>
      </pc:sldChg>
      <pc:sldChg chg="addSp delSp modSp mod">
        <pc:chgData name="종현 김" userId="4e62a0cd71f6508f" providerId="LiveId" clId="{6E62CB57-B7C1-44BE-9515-1C88952032F1}" dt="2026-03-11T06:14:32.836" v="22898" actId="313"/>
        <pc:sldMkLst>
          <pc:docMk/>
          <pc:sldMk cId="4274623884" sldId="410"/>
        </pc:sldMkLst>
        <pc:spChg chg="mod">
          <ac:chgData name="종현 김" userId="4e62a0cd71f6508f" providerId="LiveId" clId="{6E62CB57-B7C1-44BE-9515-1C88952032F1}" dt="2026-03-09T11:28:18.300" v="19143" actId="20577"/>
          <ac:spMkLst>
            <pc:docMk/>
            <pc:sldMk cId="4274623884" sldId="410"/>
            <ac:spMk id="3" creationId="{6FAD01AC-DF5E-AAAB-34AC-2BA51A4CA148}"/>
          </ac:spMkLst>
        </pc:spChg>
        <pc:spChg chg="mod">
          <ac:chgData name="종현 김" userId="4e62a0cd71f6508f" providerId="LiveId" clId="{6E62CB57-B7C1-44BE-9515-1C88952032F1}" dt="2026-03-11T06:14:32.836" v="22898" actId="313"/>
          <ac:spMkLst>
            <pc:docMk/>
            <pc:sldMk cId="4274623884" sldId="410"/>
            <ac:spMk id="5" creationId="{38562921-8700-EDB2-5C64-D9CF0552424B}"/>
          </ac:spMkLst>
        </pc:spChg>
        <pc:picChg chg="add mod">
          <ac:chgData name="종현 김" userId="4e62a0cd71f6508f" providerId="LiveId" clId="{6E62CB57-B7C1-44BE-9515-1C88952032F1}" dt="2026-03-09T04:58:48.303" v="16674" actId="1076"/>
          <ac:picMkLst>
            <pc:docMk/>
            <pc:sldMk cId="4274623884" sldId="410"/>
            <ac:picMk id="4" creationId="{89672449-4F65-1DB0-A26F-A1C2B3AE62ED}"/>
          </ac:picMkLst>
        </pc:picChg>
        <pc:picChg chg="add mod">
          <ac:chgData name="종현 김" userId="4e62a0cd71f6508f" providerId="LiveId" clId="{6E62CB57-B7C1-44BE-9515-1C88952032F1}" dt="2026-03-09T04:58:43.877" v="16673" actId="1076"/>
          <ac:picMkLst>
            <pc:docMk/>
            <pc:sldMk cId="4274623884" sldId="410"/>
            <ac:picMk id="6" creationId="{4F15F6D0-1178-A669-30EA-0ABDA6EBB715}"/>
          </ac:picMkLst>
        </pc:picChg>
        <pc:picChg chg="add mod">
          <ac:chgData name="종현 김" userId="4e62a0cd71f6508f" providerId="LiveId" clId="{6E62CB57-B7C1-44BE-9515-1C88952032F1}" dt="2026-03-09T04:58:41.376" v="16672" actId="1076"/>
          <ac:picMkLst>
            <pc:docMk/>
            <pc:sldMk cId="4274623884" sldId="410"/>
            <ac:picMk id="7" creationId="{07F8B167-C4D8-9602-F2EB-0EEAADB43916}"/>
          </ac:picMkLst>
        </pc:picChg>
        <pc:cxnChg chg="add mod">
          <ac:chgData name="종현 김" userId="4e62a0cd71f6508f" providerId="LiveId" clId="{6E62CB57-B7C1-44BE-9515-1C88952032F1}" dt="2026-03-09T04:58:48.303" v="16674" actId="1076"/>
          <ac:cxnSpMkLst>
            <pc:docMk/>
            <pc:sldMk cId="4274623884" sldId="410"/>
            <ac:cxnSpMk id="9" creationId="{3C633434-5EDE-6AC6-C3A6-CAD3018F7AC1}"/>
          </ac:cxnSpMkLst>
        </pc:cxnChg>
        <pc:cxnChg chg="add mod">
          <ac:chgData name="종현 김" userId="4e62a0cd71f6508f" providerId="LiveId" clId="{6E62CB57-B7C1-44BE-9515-1C88952032F1}" dt="2026-03-09T04:58:48.303" v="16674" actId="1076"/>
          <ac:cxnSpMkLst>
            <pc:docMk/>
            <pc:sldMk cId="4274623884" sldId="410"/>
            <ac:cxnSpMk id="10" creationId="{6E83C330-8D24-86E4-2AAF-A47697296397}"/>
          </ac:cxnSpMkLst>
        </pc:cxnChg>
      </pc:sldChg>
      <pc:sldChg chg="addSp delSp modSp mod">
        <pc:chgData name="종현 김" userId="4e62a0cd71f6508f" providerId="LiveId" clId="{6E62CB57-B7C1-44BE-9515-1C88952032F1}" dt="2026-03-11T06:17:34.931" v="23372" actId="1076"/>
        <pc:sldMkLst>
          <pc:docMk/>
          <pc:sldMk cId="672795764" sldId="411"/>
        </pc:sldMkLst>
        <pc:spChg chg="mod">
          <ac:chgData name="종현 김" userId="4e62a0cd71f6508f" providerId="LiveId" clId="{6E62CB57-B7C1-44BE-9515-1C88952032F1}" dt="2026-03-09T07:19:48.274" v="18047" actId="20577"/>
          <ac:spMkLst>
            <pc:docMk/>
            <pc:sldMk cId="672795764" sldId="411"/>
            <ac:spMk id="2" creationId="{384F39C7-6B56-93CC-D801-369903D0CE64}"/>
          </ac:spMkLst>
        </pc:spChg>
        <pc:spChg chg="mod">
          <ac:chgData name="종현 김" userId="4e62a0cd71f6508f" providerId="LiveId" clId="{6E62CB57-B7C1-44BE-9515-1C88952032F1}" dt="2026-03-09T11:28:26.409" v="19150" actId="20577"/>
          <ac:spMkLst>
            <pc:docMk/>
            <pc:sldMk cId="672795764" sldId="411"/>
            <ac:spMk id="3" creationId="{97483103-28A4-4F9A-B339-BBAED250E8C7}"/>
          </ac:spMkLst>
        </pc:spChg>
        <pc:spChg chg="mod">
          <ac:chgData name="종현 김" userId="4e62a0cd71f6508f" providerId="LiveId" clId="{6E62CB57-B7C1-44BE-9515-1C88952032F1}" dt="2026-03-11T06:17:29.145" v="23371" actId="20577"/>
          <ac:spMkLst>
            <pc:docMk/>
            <pc:sldMk cId="672795764" sldId="411"/>
            <ac:spMk id="5" creationId="{34B899FD-07A1-EE7B-3B3A-B37B4DBD37F4}"/>
          </ac:spMkLst>
        </pc:spChg>
        <pc:picChg chg="add mod">
          <ac:chgData name="종현 김" userId="4e62a0cd71f6508f" providerId="LiveId" clId="{6E62CB57-B7C1-44BE-9515-1C88952032F1}" dt="2026-03-11T06:17:34.931" v="23372" actId="1076"/>
          <ac:picMkLst>
            <pc:docMk/>
            <pc:sldMk cId="672795764" sldId="411"/>
            <ac:picMk id="4" creationId="{7DFE9EE2-A742-E139-25F2-3AD4EAAA1C44}"/>
          </ac:picMkLst>
        </pc:picChg>
      </pc:sldChg>
      <pc:sldChg chg="addSp delSp modSp mod ord">
        <pc:chgData name="종현 김" userId="4e62a0cd71f6508f" providerId="LiveId" clId="{6E62CB57-B7C1-44BE-9515-1C88952032F1}" dt="2026-03-09T11:31:38.864" v="19168" actId="27614"/>
        <pc:sldMkLst>
          <pc:docMk/>
          <pc:sldMk cId="3370691314" sldId="412"/>
        </pc:sldMkLst>
        <pc:spChg chg="mod">
          <ac:chgData name="종현 김" userId="4e62a0cd71f6508f" providerId="LiveId" clId="{6E62CB57-B7C1-44BE-9515-1C88952032F1}" dt="2026-03-09T07:23:52.175" v="18317" actId="20577"/>
          <ac:spMkLst>
            <pc:docMk/>
            <pc:sldMk cId="3370691314" sldId="412"/>
            <ac:spMk id="2" creationId="{1AE58089-27CB-50BF-232A-E1AA80AE747C}"/>
          </ac:spMkLst>
        </pc:spChg>
        <pc:spChg chg="mod">
          <ac:chgData name="종현 김" userId="4e62a0cd71f6508f" providerId="LiveId" clId="{6E62CB57-B7C1-44BE-9515-1C88952032F1}" dt="2026-03-09T11:28:29.659" v="19153" actId="20577"/>
          <ac:spMkLst>
            <pc:docMk/>
            <pc:sldMk cId="3370691314" sldId="412"/>
            <ac:spMk id="3" creationId="{63F9400B-FA09-8B5E-A368-6B87DD2358D3}"/>
          </ac:spMkLst>
        </pc:spChg>
        <pc:spChg chg="mod">
          <ac:chgData name="종현 김" userId="4e62a0cd71f6508f" providerId="LiveId" clId="{6E62CB57-B7C1-44BE-9515-1C88952032F1}" dt="2026-03-09T07:26:17.377" v="18580" actId="20577"/>
          <ac:spMkLst>
            <pc:docMk/>
            <pc:sldMk cId="3370691314" sldId="412"/>
            <ac:spMk id="5" creationId="{9CD910A8-7718-ECAD-049E-99ED6F06EF06}"/>
          </ac:spMkLst>
        </pc:spChg>
        <pc:picChg chg="add mod">
          <ac:chgData name="종현 김" userId="4e62a0cd71f6508f" providerId="LiveId" clId="{6E62CB57-B7C1-44BE-9515-1C88952032F1}" dt="2026-03-09T11:31:38.864" v="19168" actId="27614"/>
          <ac:picMkLst>
            <pc:docMk/>
            <pc:sldMk cId="3370691314" sldId="412"/>
            <ac:picMk id="6" creationId="{5D69437B-ABFF-57B7-90FA-20BA05D2B960}"/>
          </ac:picMkLst>
        </pc:picChg>
      </pc:sldChg>
      <pc:sldChg chg="addSp delSp modSp add mod">
        <pc:chgData name="종현 김" userId="4e62a0cd71f6508f" providerId="LiveId" clId="{6E62CB57-B7C1-44BE-9515-1C88952032F1}" dt="2026-03-11T06:12:01.439" v="22309" actId="20577"/>
        <pc:sldMkLst>
          <pc:docMk/>
          <pc:sldMk cId="548325929" sldId="413"/>
        </pc:sldMkLst>
        <pc:spChg chg="mod">
          <ac:chgData name="종현 김" userId="4e62a0cd71f6508f" providerId="LiveId" clId="{6E62CB57-B7C1-44BE-9515-1C88952032F1}" dt="2026-03-09T11:28:05.332" v="19133" actId="20577"/>
          <ac:spMkLst>
            <pc:docMk/>
            <pc:sldMk cId="548325929" sldId="413"/>
            <ac:spMk id="3" creationId="{90A10C43-0E9D-79F9-DBD6-975DB01E7E3D}"/>
          </ac:spMkLst>
        </pc:spChg>
        <pc:spChg chg="mod">
          <ac:chgData name="종현 김" userId="4e62a0cd71f6508f" providerId="LiveId" clId="{6E62CB57-B7C1-44BE-9515-1C88952032F1}" dt="2026-03-11T06:12:01.439" v="22309" actId="20577"/>
          <ac:spMkLst>
            <pc:docMk/>
            <pc:sldMk cId="548325929" sldId="413"/>
            <ac:spMk id="5" creationId="{1672D82B-2428-5B66-6D38-4E2541629256}"/>
          </ac:spMkLst>
        </pc:spChg>
        <pc:picChg chg="add mod modCrop">
          <ac:chgData name="종현 김" userId="4e62a0cd71f6508f" providerId="LiveId" clId="{6E62CB57-B7C1-44BE-9515-1C88952032F1}" dt="2026-03-05T09:17:41.158" v="16351" actId="1076"/>
          <ac:picMkLst>
            <pc:docMk/>
            <pc:sldMk cId="548325929" sldId="413"/>
            <ac:picMk id="6" creationId="{CEFAF8E8-4B44-0367-C1ED-39C9003C9F44}"/>
          </ac:picMkLst>
        </pc:picChg>
        <pc:picChg chg="add mod modCrop">
          <ac:chgData name="종현 김" userId="4e62a0cd71f6508f" providerId="LiveId" clId="{6E62CB57-B7C1-44BE-9515-1C88952032F1}" dt="2026-03-05T09:17:41.158" v="16351" actId="1076"/>
          <ac:picMkLst>
            <pc:docMk/>
            <pc:sldMk cId="548325929" sldId="413"/>
            <ac:picMk id="7" creationId="{4263032A-DC97-2DC3-40F0-D338569C7859}"/>
          </ac:picMkLst>
        </pc:picChg>
        <pc:picChg chg="add mod modCrop">
          <ac:chgData name="종현 김" userId="4e62a0cd71f6508f" providerId="LiveId" clId="{6E62CB57-B7C1-44BE-9515-1C88952032F1}" dt="2026-03-05T09:20:07.686" v="16366" actId="1076"/>
          <ac:picMkLst>
            <pc:docMk/>
            <pc:sldMk cId="548325929" sldId="413"/>
            <ac:picMk id="9" creationId="{B07305BF-E0EC-AE3C-12E2-D5A15EA1CF75}"/>
          </ac:picMkLst>
        </pc:picChg>
        <pc:picChg chg="add mod modCrop">
          <ac:chgData name="종현 김" userId="4e62a0cd71f6508f" providerId="LiveId" clId="{6E62CB57-B7C1-44BE-9515-1C88952032F1}" dt="2026-03-05T09:20:09.997" v="16367" actId="1076"/>
          <ac:picMkLst>
            <pc:docMk/>
            <pc:sldMk cId="548325929" sldId="413"/>
            <ac:picMk id="10" creationId="{0EB46D91-D744-D4D6-74A2-FFAFC4E470F3}"/>
          </ac:picMkLst>
        </pc:picChg>
      </pc:sldChg>
      <pc:sldChg chg="addSp modSp add mod">
        <pc:chgData name="종현 김" userId="4e62a0cd71f6508f" providerId="LiveId" clId="{6E62CB57-B7C1-44BE-9515-1C88952032F1}" dt="2026-03-11T06:13:06.225" v="22574" actId="20577"/>
        <pc:sldMkLst>
          <pc:docMk/>
          <pc:sldMk cId="76099627" sldId="414"/>
        </pc:sldMkLst>
        <pc:spChg chg="mod">
          <ac:chgData name="종현 김" userId="4e62a0cd71f6508f" providerId="LiveId" clId="{6E62CB57-B7C1-44BE-9515-1C88952032F1}" dt="2026-03-09T11:28:08.611" v="19135" actId="20577"/>
          <ac:spMkLst>
            <pc:docMk/>
            <pc:sldMk cId="76099627" sldId="414"/>
            <ac:spMk id="3" creationId="{25C9FDFD-87E9-04A1-E244-106CF9FADD33}"/>
          </ac:spMkLst>
        </pc:spChg>
        <pc:spChg chg="mod">
          <ac:chgData name="종현 김" userId="4e62a0cd71f6508f" providerId="LiveId" clId="{6E62CB57-B7C1-44BE-9515-1C88952032F1}" dt="2026-03-11T06:13:06.225" v="22574" actId="20577"/>
          <ac:spMkLst>
            <pc:docMk/>
            <pc:sldMk cId="76099627" sldId="414"/>
            <ac:spMk id="5" creationId="{88672761-C048-9214-45E1-B51B12363E84}"/>
          </ac:spMkLst>
        </pc:spChg>
        <pc:picChg chg="add mod">
          <ac:chgData name="종현 김" userId="4e62a0cd71f6508f" providerId="LiveId" clId="{6E62CB57-B7C1-44BE-9515-1C88952032F1}" dt="2026-03-05T09:23:41.398" v="16373" actId="14100"/>
          <ac:picMkLst>
            <pc:docMk/>
            <pc:sldMk cId="76099627" sldId="414"/>
            <ac:picMk id="4" creationId="{1BAB1191-CBA9-7B1E-EF86-0D93BDB8F2F0}"/>
          </ac:picMkLst>
        </pc:picChg>
        <pc:picChg chg="add mod">
          <ac:chgData name="종현 김" userId="4e62a0cd71f6508f" providerId="LiveId" clId="{6E62CB57-B7C1-44BE-9515-1C88952032F1}" dt="2026-03-05T09:23:37.220" v="16371" actId="1076"/>
          <ac:picMkLst>
            <pc:docMk/>
            <pc:sldMk cId="76099627" sldId="414"/>
            <ac:picMk id="6" creationId="{18DBC79D-67FA-9488-680B-BFF34D0994F5}"/>
          </ac:picMkLst>
        </pc:picChg>
      </pc:sldChg>
      <pc:sldChg chg="addSp delSp modSp add mod">
        <pc:chgData name="종현 김" userId="4e62a0cd71f6508f" providerId="LiveId" clId="{6E62CB57-B7C1-44BE-9515-1C88952032F1}" dt="2026-03-09T11:28:11.919" v="19137" actId="20577"/>
        <pc:sldMkLst>
          <pc:docMk/>
          <pc:sldMk cId="3125008597" sldId="415"/>
        </pc:sldMkLst>
        <pc:spChg chg="mod">
          <ac:chgData name="종현 김" userId="4e62a0cd71f6508f" providerId="LiveId" clId="{6E62CB57-B7C1-44BE-9515-1C88952032F1}" dt="2026-03-09T11:28:11.919" v="19137" actId="20577"/>
          <ac:spMkLst>
            <pc:docMk/>
            <pc:sldMk cId="3125008597" sldId="415"/>
            <ac:spMk id="3" creationId="{A3610371-2C8A-785D-BC90-F20B7234F082}"/>
          </ac:spMkLst>
        </pc:spChg>
        <pc:spChg chg="add mod">
          <ac:chgData name="종현 김" userId="4e62a0cd71f6508f" providerId="LiveId" clId="{6E62CB57-B7C1-44BE-9515-1C88952032F1}" dt="2026-03-05T09:27:02.205" v="16409" actId="20577"/>
          <ac:spMkLst>
            <pc:docMk/>
            <pc:sldMk cId="3125008597" sldId="415"/>
            <ac:spMk id="7" creationId="{9B6A01DA-65AB-C5E6-A15E-6AF2C16F7404}"/>
          </ac:spMkLst>
        </pc:spChg>
        <pc:spChg chg="add mod">
          <ac:chgData name="종현 김" userId="4e62a0cd71f6508f" providerId="LiveId" clId="{6E62CB57-B7C1-44BE-9515-1C88952032F1}" dt="2026-03-05T09:27:18.452" v="16416" actId="20577"/>
          <ac:spMkLst>
            <pc:docMk/>
            <pc:sldMk cId="3125008597" sldId="415"/>
            <ac:spMk id="8" creationId="{80FBF620-9B0D-0ED9-E8A1-6C35F9CEA525}"/>
          </ac:spMkLst>
        </pc:spChg>
        <pc:spChg chg="add mod">
          <ac:chgData name="종현 김" userId="4e62a0cd71f6508f" providerId="LiveId" clId="{6E62CB57-B7C1-44BE-9515-1C88952032F1}" dt="2026-03-05T09:28:38.529" v="16420" actId="20577"/>
          <ac:spMkLst>
            <pc:docMk/>
            <pc:sldMk cId="3125008597" sldId="415"/>
            <ac:spMk id="9" creationId="{233903CD-DA3D-C885-88D1-C451ED1A1F10}"/>
          </ac:spMkLst>
        </pc:spChg>
        <pc:spChg chg="add mod">
          <ac:chgData name="종현 김" userId="4e62a0cd71f6508f" providerId="LiveId" clId="{6E62CB57-B7C1-44BE-9515-1C88952032F1}" dt="2026-03-05T09:28:45.788" v="16424" actId="20577"/>
          <ac:spMkLst>
            <pc:docMk/>
            <pc:sldMk cId="3125008597" sldId="415"/>
            <ac:spMk id="10" creationId="{827516B1-20F7-F97C-5DD5-840DB325F33F}"/>
          </ac:spMkLst>
        </pc:spChg>
        <pc:spChg chg="add mod">
          <ac:chgData name="종현 김" userId="4e62a0cd71f6508f" providerId="LiveId" clId="{6E62CB57-B7C1-44BE-9515-1C88952032F1}" dt="2026-03-05T10:08:39.179" v="16435" actId="1076"/>
          <ac:spMkLst>
            <pc:docMk/>
            <pc:sldMk cId="3125008597" sldId="415"/>
            <ac:spMk id="11" creationId="{8187B32A-FFF3-8184-A7E2-03FD438A2289}"/>
          </ac:spMkLst>
        </pc:spChg>
        <pc:spChg chg="add mod">
          <ac:chgData name="종현 김" userId="4e62a0cd71f6508f" providerId="LiveId" clId="{6E62CB57-B7C1-44BE-9515-1C88952032F1}" dt="2026-03-09T04:56:14.570" v="16656" actId="1076"/>
          <ac:spMkLst>
            <pc:docMk/>
            <pc:sldMk cId="3125008597" sldId="415"/>
            <ac:spMk id="12" creationId="{9ED0F768-3958-8EA2-22FA-CAC375976337}"/>
          </ac:spMkLst>
        </pc:spChg>
        <pc:picChg chg="add mod">
          <ac:chgData name="종현 김" userId="4e62a0cd71f6508f" providerId="LiveId" clId="{6E62CB57-B7C1-44BE-9515-1C88952032F1}" dt="2026-03-05T09:25:25.311" v="16377" actId="1076"/>
          <ac:picMkLst>
            <pc:docMk/>
            <pc:sldMk cId="3125008597" sldId="415"/>
            <ac:picMk id="4" creationId="{C39A36F0-DDED-0016-43F1-2A9F7447C4EE}"/>
          </ac:picMkLst>
        </pc:picChg>
        <pc:picChg chg="add mod modCrop">
          <ac:chgData name="종현 김" userId="4e62a0cd71f6508f" providerId="LiveId" clId="{6E62CB57-B7C1-44BE-9515-1C88952032F1}" dt="2026-03-09T04:53:40.230" v="16638" actId="1076"/>
          <ac:picMkLst>
            <pc:docMk/>
            <pc:sldMk cId="3125008597" sldId="415"/>
            <ac:picMk id="5" creationId="{DE22ACB6-0A39-D864-AA82-7CD0F75A9E5F}"/>
          </ac:picMkLst>
        </pc:picChg>
        <pc:picChg chg="add mod">
          <ac:chgData name="종현 김" userId="4e62a0cd71f6508f" providerId="LiveId" clId="{6E62CB57-B7C1-44BE-9515-1C88952032F1}" dt="2026-03-05T09:25:36.426" v="16378" actId="1076"/>
          <ac:picMkLst>
            <pc:docMk/>
            <pc:sldMk cId="3125008597" sldId="415"/>
            <ac:picMk id="6" creationId="{F42138E0-B236-C692-B29B-AE23CECF5A1E}"/>
          </ac:picMkLst>
        </pc:picChg>
        <pc:picChg chg="add mod modCrop">
          <ac:chgData name="종현 김" userId="4e62a0cd71f6508f" providerId="LiveId" clId="{6E62CB57-B7C1-44BE-9515-1C88952032F1}" dt="2026-03-09T04:54:28.746" v="16649" actId="732"/>
          <ac:picMkLst>
            <pc:docMk/>
            <pc:sldMk cId="3125008597" sldId="415"/>
            <ac:picMk id="13" creationId="{590FA851-E757-19CD-AAF3-6D24840B594E}"/>
          </ac:picMkLst>
        </pc:picChg>
        <pc:picChg chg="add mod">
          <ac:chgData name="종현 김" userId="4e62a0cd71f6508f" providerId="LiveId" clId="{6E62CB57-B7C1-44BE-9515-1C88952032F1}" dt="2026-03-09T04:54:39.727" v="16651" actId="1076"/>
          <ac:picMkLst>
            <pc:docMk/>
            <pc:sldMk cId="3125008597" sldId="415"/>
            <ac:picMk id="14" creationId="{9907D9E6-7F63-AA2C-662E-220B622F884B}"/>
          </ac:picMkLst>
        </pc:picChg>
      </pc:sldChg>
      <pc:sldChg chg="addSp delSp modSp add mod">
        <pc:chgData name="종현 김" userId="4e62a0cd71f6508f" providerId="LiveId" clId="{6E62CB57-B7C1-44BE-9515-1C88952032F1}" dt="2026-03-09T11:28:15.291" v="19140" actId="20577"/>
        <pc:sldMkLst>
          <pc:docMk/>
          <pc:sldMk cId="46358913" sldId="416"/>
        </pc:sldMkLst>
        <pc:spChg chg="mod">
          <ac:chgData name="종현 김" userId="4e62a0cd71f6508f" providerId="LiveId" clId="{6E62CB57-B7C1-44BE-9515-1C88952032F1}" dt="2026-03-09T11:28:15.291" v="19140" actId="20577"/>
          <ac:spMkLst>
            <pc:docMk/>
            <pc:sldMk cId="46358913" sldId="416"/>
            <ac:spMk id="3" creationId="{0C675401-AE0C-279E-E09F-EA69CC57AA32}"/>
          </ac:spMkLst>
        </pc:spChg>
        <pc:picChg chg="add mod">
          <ac:chgData name="종현 김" userId="4e62a0cd71f6508f" providerId="LiveId" clId="{6E62CB57-B7C1-44BE-9515-1C88952032F1}" dt="2026-03-09T04:56:37.865" v="16662" actId="1076"/>
          <ac:picMkLst>
            <pc:docMk/>
            <pc:sldMk cId="46358913" sldId="416"/>
            <ac:picMk id="15" creationId="{800AD8B0-3B13-33BE-5E39-A07776BEDB7E}"/>
          </ac:picMkLst>
        </pc:picChg>
        <pc:picChg chg="add mod">
          <ac:chgData name="종현 김" userId="4e62a0cd71f6508f" providerId="LiveId" clId="{6E62CB57-B7C1-44BE-9515-1C88952032F1}" dt="2026-03-09T04:56:37.865" v="16662" actId="1076"/>
          <ac:picMkLst>
            <pc:docMk/>
            <pc:sldMk cId="46358913" sldId="416"/>
            <ac:picMk id="16" creationId="{FBC4D5E4-39F6-599F-262F-C68E43A7B062}"/>
          </ac:picMkLst>
        </pc:picChg>
        <pc:cxnChg chg="add mod">
          <ac:chgData name="종현 김" userId="4e62a0cd71f6508f" providerId="LiveId" clId="{6E62CB57-B7C1-44BE-9515-1C88952032F1}" dt="2026-03-09T04:56:37.865" v="16662" actId="1076"/>
          <ac:cxnSpMkLst>
            <pc:docMk/>
            <pc:sldMk cId="46358913" sldId="416"/>
            <ac:cxnSpMk id="17" creationId="{18A53F2C-1111-ADC0-BA70-2D18EA029C2D}"/>
          </ac:cxnSpMkLst>
        </pc:cxnChg>
        <pc:cxnChg chg="add mod">
          <ac:chgData name="종현 김" userId="4e62a0cd71f6508f" providerId="LiveId" clId="{6E62CB57-B7C1-44BE-9515-1C88952032F1}" dt="2026-03-09T05:14:51.206" v="16777" actId="14100"/>
          <ac:cxnSpMkLst>
            <pc:docMk/>
            <pc:sldMk cId="46358913" sldId="416"/>
            <ac:cxnSpMk id="18" creationId="{3770B35B-0BD4-7B56-ABFE-441C8E3BCE1D}"/>
          </ac:cxnSpMkLst>
        </pc:cxnChg>
      </pc:sldChg>
      <pc:sldChg chg="delSp modSp add mod">
        <pc:chgData name="종현 김" userId="4e62a0cd71f6508f" providerId="LiveId" clId="{6E62CB57-B7C1-44BE-9515-1C88952032F1}" dt="2026-03-09T11:28:21.282" v="19146" actId="20577"/>
        <pc:sldMkLst>
          <pc:docMk/>
          <pc:sldMk cId="1355530873" sldId="417"/>
        </pc:sldMkLst>
        <pc:spChg chg="mod">
          <ac:chgData name="종현 김" userId="4e62a0cd71f6508f" providerId="LiveId" clId="{6E62CB57-B7C1-44BE-9515-1C88952032F1}" dt="2026-03-09T06:24:53.095" v="17573" actId="20577"/>
          <ac:spMkLst>
            <pc:docMk/>
            <pc:sldMk cId="1355530873" sldId="417"/>
            <ac:spMk id="2" creationId="{0BF70571-69B6-F9F4-B194-2DD33638C5E7}"/>
          </ac:spMkLst>
        </pc:spChg>
        <pc:spChg chg="mod">
          <ac:chgData name="종현 김" userId="4e62a0cd71f6508f" providerId="LiveId" clId="{6E62CB57-B7C1-44BE-9515-1C88952032F1}" dt="2026-03-09T11:28:21.282" v="19146" actId="20577"/>
          <ac:spMkLst>
            <pc:docMk/>
            <pc:sldMk cId="1355530873" sldId="417"/>
            <ac:spMk id="3" creationId="{7E5DF250-7389-D0B3-C8E4-4BC05D0BD3DF}"/>
          </ac:spMkLst>
        </pc:spChg>
        <pc:spChg chg="mod">
          <ac:chgData name="종현 김" userId="4e62a0cd71f6508f" providerId="LiveId" clId="{6E62CB57-B7C1-44BE-9515-1C88952032F1}" dt="2026-03-09T06:25:01.695" v="17579" actId="20577"/>
          <ac:spMkLst>
            <pc:docMk/>
            <pc:sldMk cId="1355530873" sldId="417"/>
            <ac:spMk id="5" creationId="{B3B64B34-7913-BC8F-77D9-FCA6B25303A1}"/>
          </ac:spMkLst>
        </pc:spChg>
      </pc:sldChg>
      <pc:sldChg chg="modSp add mod ord">
        <pc:chgData name="종현 김" userId="4e62a0cd71f6508f" providerId="LiveId" clId="{6E62CB57-B7C1-44BE-9515-1C88952032F1}" dt="2026-03-11T06:15:41.616" v="23069" actId="20577"/>
        <pc:sldMkLst>
          <pc:docMk/>
          <pc:sldMk cId="4270907721" sldId="418"/>
        </pc:sldMkLst>
        <pc:spChg chg="mod">
          <ac:chgData name="종현 김" userId="4e62a0cd71f6508f" providerId="LiveId" clId="{6E62CB57-B7C1-44BE-9515-1C88952032F1}" dt="2026-03-09T07:19:38.071" v="18024" actId="20577"/>
          <ac:spMkLst>
            <pc:docMk/>
            <pc:sldMk cId="4270907721" sldId="418"/>
            <ac:spMk id="2" creationId="{0A0DC47D-9CBB-C2B1-5D1B-F1ECD1E2A842}"/>
          </ac:spMkLst>
        </pc:spChg>
        <pc:spChg chg="mod">
          <ac:chgData name="종현 김" userId="4e62a0cd71f6508f" providerId="LiveId" clId="{6E62CB57-B7C1-44BE-9515-1C88952032F1}" dt="2026-03-09T11:28:24.198" v="19149" actId="20577"/>
          <ac:spMkLst>
            <pc:docMk/>
            <pc:sldMk cId="4270907721" sldId="418"/>
            <ac:spMk id="3" creationId="{E9AB9103-182C-12DD-D093-B85132A148BE}"/>
          </ac:spMkLst>
        </pc:spChg>
        <pc:spChg chg="mod">
          <ac:chgData name="종현 김" userId="4e62a0cd71f6508f" providerId="LiveId" clId="{6E62CB57-B7C1-44BE-9515-1C88952032F1}" dt="2026-03-11T06:15:41.616" v="23069" actId="20577"/>
          <ac:spMkLst>
            <pc:docMk/>
            <pc:sldMk cId="4270907721" sldId="418"/>
            <ac:spMk id="5" creationId="{1BBBE5ED-763F-DE13-D513-32F52240D1CF}"/>
          </ac:spMkLst>
        </pc:spChg>
      </pc:sldChg>
      <pc:sldChg chg="addSp delSp modSp add mod">
        <pc:chgData name="종현 김" userId="4e62a0cd71f6508f" providerId="LiveId" clId="{6E62CB57-B7C1-44BE-9515-1C88952032F1}" dt="2026-03-11T06:19:12.342" v="23671" actId="20577"/>
        <pc:sldMkLst>
          <pc:docMk/>
          <pc:sldMk cId="540089751" sldId="419"/>
        </pc:sldMkLst>
        <pc:spChg chg="mod">
          <ac:chgData name="종현 김" userId="4e62a0cd71f6508f" providerId="LiveId" clId="{6E62CB57-B7C1-44BE-9515-1C88952032F1}" dt="2026-03-09T11:28:33.777" v="19156" actId="20577"/>
          <ac:spMkLst>
            <pc:docMk/>
            <pc:sldMk cId="540089751" sldId="419"/>
            <ac:spMk id="3" creationId="{66BF1946-A0A5-4952-CCDA-BFF07606D981}"/>
          </ac:spMkLst>
        </pc:spChg>
        <pc:spChg chg="mod">
          <ac:chgData name="종현 김" userId="4e62a0cd71f6508f" providerId="LiveId" clId="{6E62CB57-B7C1-44BE-9515-1C88952032F1}" dt="2026-03-11T06:19:12.342" v="23671" actId="20577"/>
          <ac:spMkLst>
            <pc:docMk/>
            <pc:sldMk cId="540089751" sldId="419"/>
            <ac:spMk id="5" creationId="{FB701F95-5D62-CAD7-E756-62248C3FAF54}"/>
          </ac:spMkLst>
        </pc:spChg>
        <pc:picChg chg="add del mod modCrop">
          <ac:chgData name="종현 김" userId="4e62a0cd71f6508f" providerId="LiveId" clId="{6E62CB57-B7C1-44BE-9515-1C88952032F1}" dt="2026-03-09T11:34:21.492" v="19177" actId="1076"/>
          <ac:picMkLst>
            <pc:docMk/>
            <pc:sldMk cId="540089751" sldId="419"/>
            <ac:picMk id="6" creationId="{3CE57DDB-DECB-8C79-9C18-3BD2E2B1D5AD}"/>
          </ac:picMkLst>
        </pc:picChg>
      </pc:sldChg>
      <pc:sldChg chg="modSp add del mod">
        <pc:chgData name="종현 김" userId="4e62a0cd71f6508f" providerId="LiveId" clId="{6E62CB57-B7C1-44BE-9515-1C88952032F1}" dt="2026-03-11T03:41:31.142" v="19179" actId="47"/>
        <pc:sldMkLst>
          <pc:docMk/>
          <pc:sldMk cId="3529097986" sldId="420"/>
        </pc:sldMkLst>
      </pc:sldChg>
      <pc:sldChg chg="addSp delSp modSp add mod">
        <pc:chgData name="종현 김" userId="4e62a0cd71f6508f" providerId="LiveId" clId="{6E62CB57-B7C1-44BE-9515-1C88952032F1}" dt="2026-03-11T06:44:57.320" v="25584" actId="20577"/>
        <pc:sldMkLst>
          <pc:docMk/>
          <pc:sldMk cId="3926486610" sldId="421"/>
        </pc:sldMkLst>
        <pc:spChg chg="mod">
          <ac:chgData name="종현 김" userId="4e62a0cd71f6508f" providerId="LiveId" clId="{6E62CB57-B7C1-44BE-9515-1C88952032F1}" dt="2026-03-09T07:31:53.010" v="18810" actId="20577"/>
          <ac:spMkLst>
            <pc:docMk/>
            <pc:sldMk cId="3926486610" sldId="421"/>
            <ac:spMk id="2" creationId="{698162F8-75CB-A972-2B0C-6C603CD80F92}"/>
          </ac:spMkLst>
        </pc:spChg>
        <pc:spChg chg="mod">
          <ac:chgData name="종현 김" userId="4e62a0cd71f6508f" providerId="LiveId" clId="{6E62CB57-B7C1-44BE-9515-1C88952032F1}" dt="2026-03-11T06:44:57.320" v="25584" actId="20577"/>
          <ac:spMkLst>
            <pc:docMk/>
            <pc:sldMk cId="3926486610" sldId="421"/>
            <ac:spMk id="3" creationId="{29FB7B6F-84A4-A049-CCF6-0091D5FFCD94}"/>
          </ac:spMkLst>
        </pc:spChg>
        <pc:spChg chg="add mod">
          <ac:chgData name="종현 김" userId="4e62a0cd71f6508f" providerId="LiveId" clId="{6E62CB57-B7C1-44BE-9515-1C88952032F1}" dt="2026-03-11T06:25:40.985" v="24455" actId="1076"/>
          <ac:spMkLst>
            <pc:docMk/>
            <pc:sldMk cId="3926486610" sldId="421"/>
            <ac:spMk id="4" creationId="{95754215-4290-7A2E-01EF-B4A7F87098EE}"/>
          </ac:spMkLst>
        </pc:spChg>
        <pc:spChg chg="add mod">
          <ac:chgData name="종현 김" userId="4e62a0cd71f6508f" providerId="LiveId" clId="{6E62CB57-B7C1-44BE-9515-1C88952032F1}" dt="2026-03-09T07:31:40.356" v="18763"/>
          <ac:spMkLst>
            <pc:docMk/>
            <pc:sldMk cId="3926486610" sldId="421"/>
            <ac:spMk id="11" creationId="{623207F9-3605-98B9-EC32-3F7FC05199CC}"/>
          </ac:spMkLst>
        </pc:spChg>
        <pc:spChg chg="add mod">
          <ac:chgData name="종현 김" userId="4e62a0cd71f6508f" providerId="LiveId" clId="{6E62CB57-B7C1-44BE-9515-1C88952032F1}" dt="2026-03-09T07:31:59.594" v="18812" actId="14100"/>
          <ac:spMkLst>
            <pc:docMk/>
            <pc:sldMk cId="3926486610" sldId="421"/>
            <ac:spMk id="12" creationId="{80630BF4-8084-E766-3080-76E39DF699E8}"/>
          </ac:spMkLst>
        </pc:spChg>
        <pc:spChg chg="add mod">
          <ac:chgData name="종현 김" userId="4e62a0cd71f6508f" providerId="LiveId" clId="{6E62CB57-B7C1-44BE-9515-1C88952032F1}" dt="2026-03-11T06:24:34.124" v="24289" actId="20577"/>
          <ac:spMkLst>
            <pc:docMk/>
            <pc:sldMk cId="3926486610" sldId="421"/>
            <ac:spMk id="13" creationId="{D8674473-5A01-1583-8C9D-BFF2B9953069}"/>
          </ac:spMkLst>
        </pc:spChg>
        <pc:spChg chg="add mod">
          <ac:chgData name="종현 김" userId="4e62a0cd71f6508f" providerId="LiveId" clId="{6E62CB57-B7C1-44BE-9515-1C88952032F1}" dt="2026-03-09T07:31:40.356" v="18763"/>
          <ac:spMkLst>
            <pc:docMk/>
            <pc:sldMk cId="3926486610" sldId="421"/>
            <ac:spMk id="14" creationId="{69C0C509-5D17-852F-70DE-C64B0DEBBAB6}"/>
          </ac:spMkLst>
        </pc:spChg>
        <pc:spChg chg="add mod">
          <ac:chgData name="종현 김" userId="4e62a0cd71f6508f" providerId="LiveId" clId="{6E62CB57-B7C1-44BE-9515-1C88952032F1}" dt="2026-03-09T07:31:56.159" v="18811" actId="14100"/>
          <ac:spMkLst>
            <pc:docMk/>
            <pc:sldMk cId="3926486610" sldId="421"/>
            <ac:spMk id="15" creationId="{8096FB32-2CA3-4613-F613-E010DC628DAE}"/>
          </ac:spMkLst>
        </pc:spChg>
        <pc:spChg chg="add mod">
          <ac:chgData name="종현 김" userId="4e62a0cd71f6508f" providerId="LiveId" clId="{6E62CB57-B7C1-44BE-9515-1C88952032F1}" dt="2026-03-11T06:24:48.541" v="24290" actId="20577"/>
          <ac:spMkLst>
            <pc:docMk/>
            <pc:sldMk cId="3926486610" sldId="421"/>
            <ac:spMk id="16" creationId="{A17529AE-12EB-0593-B6CA-DB6EEADB14C5}"/>
          </ac:spMkLst>
        </pc:spChg>
      </pc:sldChg>
      <pc:sldChg chg="modSp add mod">
        <pc:chgData name="종현 김" userId="4e62a0cd71f6508f" providerId="LiveId" clId="{6E62CB57-B7C1-44BE-9515-1C88952032F1}" dt="2026-03-11T06:45:00.242" v="25586" actId="20577"/>
        <pc:sldMkLst>
          <pc:docMk/>
          <pc:sldMk cId="1624893697" sldId="422"/>
        </pc:sldMkLst>
        <pc:spChg chg="mod">
          <ac:chgData name="종현 김" userId="4e62a0cd71f6508f" providerId="LiveId" clId="{6E62CB57-B7C1-44BE-9515-1C88952032F1}" dt="2026-03-09T08:00:10.676" v="18879" actId="20577"/>
          <ac:spMkLst>
            <pc:docMk/>
            <pc:sldMk cId="1624893697" sldId="422"/>
            <ac:spMk id="2" creationId="{9BD4029A-B89A-D04B-38C5-E3672D354648}"/>
          </ac:spMkLst>
        </pc:spChg>
        <pc:spChg chg="mod">
          <ac:chgData name="종현 김" userId="4e62a0cd71f6508f" providerId="LiveId" clId="{6E62CB57-B7C1-44BE-9515-1C88952032F1}" dt="2026-03-11T06:45:00.242" v="25586" actId="20577"/>
          <ac:spMkLst>
            <pc:docMk/>
            <pc:sldMk cId="1624893697" sldId="422"/>
            <ac:spMk id="3" creationId="{0E5C9E7D-2F50-4287-98C5-06B281AD907E}"/>
          </ac:spMkLst>
        </pc:spChg>
        <pc:spChg chg="mod">
          <ac:chgData name="종현 김" userId="4e62a0cd71f6508f" providerId="LiveId" clId="{6E62CB57-B7C1-44BE-9515-1C88952032F1}" dt="2026-03-11T06:28:45.473" v="25077" actId="20577"/>
          <ac:spMkLst>
            <pc:docMk/>
            <pc:sldMk cId="1624893697" sldId="422"/>
            <ac:spMk id="5" creationId="{DCE0AE08-D197-DC4F-2EAC-8AFF0F2AE5C4}"/>
          </ac:spMkLst>
        </pc:spChg>
      </pc:sldChg>
      <pc:sldChg chg="addSp delSp modSp add mod">
        <pc:chgData name="종현 김" userId="4e62a0cd71f6508f" providerId="LiveId" clId="{6E62CB57-B7C1-44BE-9515-1C88952032F1}" dt="2026-03-11T06:44:48.724" v="25578" actId="20577"/>
        <pc:sldMkLst>
          <pc:docMk/>
          <pc:sldMk cId="3628370034" sldId="423"/>
        </pc:sldMkLst>
        <pc:spChg chg="mod">
          <ac:chgData name="종현 김" userId="4e62a0cd71f6508f" providerId="LiveId" clId="{6E62CB57-B7C1-44BE-9515-1C88952032F1}" dt="2026-03-11T03:44:35.654" v="19577" actId="20577"/>
          <ac:spMkLst>
            <pc:docMk/>
            <pc:sldMk cId="3628370034" sldId="423"/>
            <ac:spMk id="2" creationId="{9C1031B0-22D5-9ABF-7602-4DBBAB4674AB}"/>
          </ac:spMkLst>
        </pc:spChg>
        <pc:spChg chg="mod">
          <ac:chgData name="종현 김" userId="4e62a0cd71f6508f" providerId="LiveId" clId="{6E62CB57-B7C1-44BE-9515-1C88952032F1}" dt="2026-03-11T06:44:48.724" v="25578" actId="20577"/>
          <ac:spMkLst>
            <pc:docMk/>
            <pc:sldMk cId="3628370034" sldId="423"/>
            <ac:spMk id="3" creationId="{52AD08A6-6016-3880-EA3D-C2B2E4854EC0}"/>
          </ac:spMkLst>
        </pc:spChg>
        <pc:spChg chg="mod">
          <ac:chgData name="종현 김" userId="4e62a0cd71f6508f" providerId="LiveId" clId="{6E62CB57-B7C1-44BE-9515-1C88952032F1}" dt="2026-03-11T06:21:23.123" v="23824" actId="20577"/>
          <ac:spMkLst>
            <pc:docMk/>
            <pc:sldMk cId="3628370034" sldId="423"/>
            <ac:spMk id="5" creationId="{9D843234-3E31-9AA2-AE2E-C3034B1C4B8F}"/>
          </ac:spMkLst>
        </pc:spChg>
        <pc:picChg chg="del">
          <ac:chgData name="종현 김" userId="4e62a0cd71f6508f" providerId="LiveId" clId="{6E62CB57-B7C1-44BE-9515-1C88952032F1}" dt="2026-03-11T03:44:41.746" v="19593" actId="478"/>
          <ac:picMkLst>
            <pc:docMk/>
            <pc:sldMk cId="3628370034" sldId="423"/>
            <ac:picMk id="6" creationId="{BA055B30-1336-9033-4093-F04027B75D16}"/>
          </ac:picMkLst>
        </pc:picChg>
        <pc:picChg chg="add mod">
          <ac:chgData name="종현 김" userId="4e62a0cd71f6508f" providerId="LiveId" clId="{6E62CB57-B7C1-44BE-9515-1C88952032F1}" dt="2026-03-11T03:47:17.734" v="19941" actId="14100"/>
          <ac:picMkLst>
            <pc:docMk/>
            <pc:sldMk cId="3628370034" sldId="423"/>
            <ac:picMk id="7" creationId="{3AEA07AE-460E-CA34-3A1E-A7B3B3F6CC40}"/>
          </ac:picMkLst>
        </pc:picChg>
        <pc:picChg chg="add mod">
          <ac:chgData name="종현 김" userId="4e62a0cd71f6508f" providerId="LiveId" clId="{6E62CB57-B7C1-44BE-9515-1C88952032F1}" dt="2026-03-11T03:47:21.590" v="19947" actId="27614"/>
          <ac:picMkLst>
            <pc:docMk/>
            <pc:sldMk cId="3628370034" sldId="423"/>
            <ac:picMk id="9" creationId="{F71A3DB9-6222-1A27-71F8-A950A68D8544}"/>
          </ac:picMkLst>
        </pc:picChg>
        <pc:picChg chg="add mod">
          <ac:chgData name="종현 김" userId="4e62a0cd71f6508f" providerId="LiveId" clId="{6E62CB57-B7C1-44BE-9515-1C88952032F1}" dt="2026-03-11T03:55:25.746" v="20418" actId="27614"/>
          <ac:picMkLst>
            <pc:docMk/>
            <pc:sldMk cId="3628370034" sldId="423"/>
            <ac:picMk id="11" creationId="{707744B8-1360-68C8-4D9A-962C82CE3FD2}"/>
          </ac:picMkLst>
        </pc:picChg>
      </pc:sldChg>
      <pc:sldChg chg="addSp delSp modSp add mod">
        <pc:chgData name="종현 김" userId="4e62a0cd71f6508f" providerId="LiveId" clId="{6E62CB57-B7C1-44BE-9515-1C88952032F1}" dt="2026-03-11T06:44:54.283" v="25582" actId="20577"/>
        <pc:sldMkLst>
          <pc:docMk/>
          <pc:sldMk cId="2266039700" sldId="424"/>
        </pc:sldMkLst>
        <pc:spChg chg="mod">
          <ac:chgData name="종현 김" userId="4e62a0cd71f6508f" providerId="LiveId" clId="{6E62CB57-B7C1-44BE-9515-1C88952032F1}" dt="2026-03-11T03:44:40.628" v="19592" actId="20577"/>
          <ac:spMkLst>
            <pc:docMk/>
            <pc:sldMk cId="2266039700" sldId="424"/>
            <ac:spMk id="2" creationId="{ACAA2EBB-4E89-B2F1-65BC-B60B719A0A5C}"/>
          </ac:spMkLst>
        </pc:spChg>
        <pc:spChg chg="mod">
          <ac:chgData name="종현 김" userId="4e62a0cd71f6508f" providerId="LiveId" clId="{6E62CB57-B7C1-44BE-9515-1C88952032F1}" dt="2026-03-11T06:44:54.283" v="25582" actId="20577"/>
          <ac:spMkLst>
            <pc:docMk/>
            <pc:sldMk cId="2266039700" sldId="424"/>
            <ac:spMk id="3" creationId="{4060A8A1-7D16-3207-DE82-EDC253E40032}"/>
          </ac:spMkLst>
        </pc:spChg>
        <pc:spChg chg="mod">
          <ac:chgData name="종현 김" userId="4e62a0cd71f6508f" providerId="LiveId" clId="{6E62CB57-B7C1-44BE-9515-1C88952032F1}" dt="2026-03-11T06:23:53.006" v="24262" actId="1076"/>
          <ac:spMkLst>
            <pc:docMk/>
            <pc:sldMk cId="2266039700" sldId="424"/>
            <ac:spMk id="5" creationId="{11D5728B-0152-ABA8-DC43-579A2696510D}"/>
          </ac:spMkLst>
        </pc:spChg>
        <pc:picChg chg="del">
          <ac:chgData name="종현 김" userId="4e62a0cd71f6508f" providerId="LiveId" clId="{6E62CB57-B7C1-44BE-9515-1C88952032F1}" dt="2026-03-11T03:44:43.571" v="19594" actId="478"/>
          <ac:picMkLst>
            <pc:docMk/>
            <pc:sldMk cId="2266039700" sldId="424"/>
            <ac:picMk id="6" creationId="{0DAE7152-479A-1B3C-D89C-DECF21470DBA}"/>
          </ac:picMkLst>
        </pc:picChg>
        <pc:picChg chg="add mod">
          <ac:chgData name="종현 김" userId="4e62a0cd71f6508f" providerId="LiveId" clId="{6E62CB57-B7C1-44BE-9515-1C88952032F1}" dt="2026-03-11T03:45:24.835" v="19608" actId="1076"/>
          <ac:picMkLst>
            <pc:docMk/>
            <pc:sldMk cId="2266039700" sldId="424"/>
            <ac:picMk id="7" creationId="{01062338-0397-2097-2E50-F3981F78CC61}"/>
          </ac:picMkLst>
        </pc:picChg>
        <pc:picChg chg="add mod">
          <ac:chgData name="종현 김" userId="4e62a0cd71f6508f" providerId="LiveId" clId="{6E62CB57-B7C1-44BE-9515-1C88952032F1}" dt="2026-03-11T03:45:23.464" v="19607" actId="1076"/>
          <ac:picMkLst>
            <pc:docMk/>
            <pc:sldMk cId="2266039700" sldId="424"/>
            <ac:picMk id="9" creationId="{3E489D0B-7401-2C41-553C-AC2892B3AF8F}"/>
          </ac:picMkLst>
        </pc:picChg>
      </pc:sldChg>
      <pc:sldChg chg="addSp delSp modSp add mod">
        <pc:chgData name="종현 김" userId="4e62a0cd71f6508f" providerId="LiveId" clId="{6E62CB57-B7C1-44BE-9515-1C88952032F1}" dt="2026-03-11T06:44:45.377" v="25576" actId="20577"/>
        <pc:sldMkLst>
          <pc:docMk/>
          <pc:sldMk cId="1796555398" sldId="425"/>
        </pc:sldMkLst>
        <pc:spChg chg="mod">
          <ac:chgData name="종현 김" userId="4e62a0cd71f6508f" providerId="LiveId" clId="{6E62CB57-B7C1-44BE-9515-1C88952032F1}" dt="2026-03-11T03:53:13.367" v="20190" actId="20577"/>
          <ac:spMkLst>
            <pc:docMk/>
            <pc:sldMk cId="1796555398" sldId="425"/>
            <ac:spMk id="2" creationId="{E3D5DB2C-53D9-C413-9568-A6A3DAED3B1D}"/>
          </ac:spMkLst>
        </pc:spChg>
        <pc:spChg chg="mod">
          <ac:chgData name="종현 김" userId="4e62a0cd71f6508f" providerId="LiveId" clId="{6E62CB57-B7C1-44BE-9515-1C88952032F1}" dt="2026-03-11T06:44:45.377" v="25576" actId="20577"/>
          <ac:spMkLst>
            <pc:docMk/>
            <pc:sldMk cId="1796555398" sldId="425"/>
            <ac:spMk id="3" creationId="{12BEBD6C-F63D-CE44-4FE8-5ADC93DF1657}"/>
          </ac:spMkLst>
        </pc:spChg>
        <pc:spChg chg="mod">
          <ac:chgData name="종현 김" userId="4e62a0cd71f6508f" providerId="LiveId" clId="{6E62CB57-B7C1-44BE-9515-1C88952032F1}" dt="2026-03-11T03:54:00.267" v="20391" actId="20577"/>
          <ac:spMkLst>
            <pc:docMk/>
            <pc:sldMk cId="1796555398" sldId="425"/>
            <ac:spMk id="5" creationId="{C00B3CC6-D0F2-2D7A-E520-4AA0810BAB11}"/>
          </ac:spMkLst>
        </pc:spChg>
        <pc:picChg chg="del">
          <ac:chgData name="종현 김" userId="4e62a0cd71f6508f" providerId="LiveId" clId="{6E62CB57-B7C1-44BE-9515-1C88952032F1}" dt="2026-03-11T03:52:29.079" v="20148" actId="478"/>
          <ac:picMkLst>
            <pc:docMk/>
            <pc:sldMk cId="1796555398" sldId="425"/>
            <ac:picMk id="6" creationId="{A1E9727F-91EF-275A-2757-1F4854638FDE}"/>
          </ac:picMkLst>
        </pc:picChg>
        <pc:picChg chg="add mod">
          <ac:chgData name="종현 김" userId="4e62a0cd71f6508f" providerId="LiveId" clId="{6E62CB57-B7C1-44BE-9515-1C88952032F1}" dt="2026-03-11T03:53:00.141" v="20155" actId="1076"/>
          <ac:picMkLst>
            <pc:docMk/>
            <pc:sldMk cId="1796555398" sldId="425"/>
            <ac:picMk id="7" creationId="{E7EB105D-3D48-704E-2B8C-6771BECBDAF1}"/>
          </ac:picMkLst>
        </pc:picChg>
        <pc:picChg chg="add mod">
          <ac:chgData name="종현 김" userId="4e62a0cd71f6508f" providerId="LiveId" clId="{6E62CB57-B7C1-44BE-9515-1C88952032F1}" dt="2026-03-11T03:53:05.430" v="20156" actId="27614"/>
          <ac:picMkLst>
            <pc:docMk/>
            <pc:sldMk cId="1796555398" sldId="425"/>
            <ac:picMk id="9" creationId="{1E82943C-DC00-126A-DCA4-C6D1840ED71F}"/>
          </ac:picMkLst>
        </pc:picChg>
      </pc:sldChg>
      <pc:sldChg chg="addSp delSp modSp add mod">
        <pc:chgData name="종현 김" userId="4e62a0cd71f6508f" providerId="LiveId" clId="{6E62CB57-B7C1-44BE-9515-1C88952032F1}" dt="2026-03-11T06:55:00.698" v="25598" actId="27614"/>
        <pc:sldMkLst>
          <pc:docMk/>
          <pc:sldMk cId="2069715095" sldId="426"/>
        </pc:sldMkLst>
        <pc:spChg chg="mod">
          <ac:chgData name="종현 김" userId="4e62a0cd71f6508f" providerId="LiveId" clId="{6E62CB57-B7C1-44BE-9515-1C88952032F1}" dt="2026-03-11T06:37:18.682" v="25098" actId="20577"/>
          <ac:spMkLst>
            <pc:docMk/>
            <pc:sldMk cId="2069715095" sldId="426"/>
            <ac:spMk id="2" creationId="{1714637D-88A0-5B43-8147-357532F75341}"/>
          </ac:spMkLst>
        </pc:spChg>
        <pc:spChg chg="mod">
          <ac:chgData name="종현 김" userId="4e62a0cd71f6508f" providerId="LiveId" clId="{6E62CB57-B7C1-44BE-9515-1C88952032F1}" dt="2026-03-11T06:44:40.167" v="25574" actId="20577"/>
          <ac:spMkLst>
            <pc:docMk/>
            <pc:sldMk cId="2069715095" sldId="426"/>
            <ac:spMk id="3" creationId="{5EE74D7F-68A5-88D0-A49E-17F19FEFF9E8}"/>
          </ac:spMkLst>
        </pc:spChg>
        <pc:spChg chg="mod">
          <ac:chgData name="종현 김" userId="4e62a0cd71f6508f" providerId="LiveId" clId="{6E62CB57-B7C1-44BE-9515-1C88952032F1}" dt="2026-03-11T06:43:37.905" v="25557" actId="20577"/>
          <ac:spMkLst>
            <pc:docMk/>
            <pc:sldMk cId="2069715095" sldId="426"/>
            <ac:spMk id="5" creationId="{5D925B05-37EB-AE2A-B74F-861F646F3698}"/>
          </ac:spMkLst>
        </pc:spChg>
        <pc:picChg chg="del">
          <ac:chgData name="종현 김" userId="4e62a0cd71f6508f" providerId="LiveId" clId="{6E62CB57-B7C1-44BE-9515-1C88952032F1}" dt="2026-03-11T06:36:59.306" v="25079" actId="478"/>
          <ac:picMkLst>
            <pc:docMk/>
            <pc:sldMk cId="2069715095" sldId="426"/>
            <ac:picMk id="6" creationId="{D6D34475-D0C2-0BC7-95AF-45E85EF822E3}"/>
          </ac:picMkLst>
        </pc:picChg>
        <pc:picChg chg="add mod">
          <ac:chgData name="종현 김" userId="4e62a0cd71f6508f" providerId="LiveId" clId="{6E62CB57-B7C1-44BE-9515-1C88952032F1}" dt="2026-03-11T06:54:26.773" v="25587" actId="1076"/>
          <ac:picMkLst>
            <pc:docMk/>
            <pc:sldMk cId="2069715095" sldId="426"/>
            <ac:picMk id="7" creationId="{3F6B16AF-1594-309D-FCFF-19B2CC4F0A21}"/>
          </ac:picMkLst>
        </pc:picChg>
        <pc:picChg chg="add mod">
          <ac:chgData name="종현 김" userId="4e62a0cd71f6508f" providerId="LiveId" clId="{6E62CB57-B7C1-44BE-9515-1C88952032F1}" dt="2026-03-11T06:54:31.529" v="25589" actId="1076"/>
          <ac:picMkLst>
            <pc:docMk/>
            <pc:sldMk cId="2069715095" sldId="426"/>
            <ac:picMk id="9" creationId="{B823025D-7CBE-5C9F-AEFA-FE92D4B4F61B}"/>
          </ac:picMkLst>
        </pc:picChg>
        <pc:picChg chg="add mod modCrop">
          <ac:chgData name="종현 김" userId="4e62a0cd71f6508f" providerId="LiveId" clId="{6E62CB57-B7C1-44BE-9515-1C88952032F1}" dt="2026-03-11T06:54:40.011" v="25591" actId="1076"/>
          <ac:picMkLst>
            <pc:docMk/>
            <pc:sldMk cId="2069715095" sldId="426"/>
            <ac:picMk id="11" creationId="{9852D677-8C77-582C-255A-B8DB9F2122D6}"/>
          </ac:picMkLst>
        </pc:picChg>
        <pc:picChg chg="add mod">
          <ac:chgData name="종현 김" userId="4e62a0cd71f6508f" providerId="LiveId" clId="{6E62CB57-B7C1-44BE-9515-1C88952032F1}" dt="2026-03-11T06:55:00.698" v="25598" actId="27614"/>
          <ac:picMkLst>
            <pc:docMk/>
            <pc:sldMk cId="2069715095" sldId="426"/>
            <ac:picMk id="20" creationId="{89C2FFB8-71EE-894D-8E2D-FA50FEA55535}"/>
          </ac:picMkLst>
        </pc:picChg>
        <pc:cxnChg chg="add mod">
          <ac:chgData name="종현 김" userId="4e62a0cd71f6508f" providerId="LiveId" clId="{6E62CB57-B7C1-44BE-9515-1C88952032F1}" dt="2026-03-11T06:54:29.388" v="25588" actId="14100"/>
          <ac:cxnSpMkLst>
            <pc:docMk/>
            <pc:sldMk cId="2069715095" sldId="426"/>
            <ac:cxnSpMk id="13" creationId="{1D533B7E-B06A-A968-8EE6-42C3B3C56F1F}"/>
          </ac:cxnSpMkLst>
        </pc:cxnChg>
        <pc:cxnChg chg="add mod">
          <ac:chgData name="종현 김" userId="4e62a0cd71f6508f" providerId="LiveId" clId="{6E62CB57-B7C1-44BE-9515-1C88952032F1}" dt="2026-03-11T06:44:27.855" v="25569" actId="14100"/>
          <ac:cxnSpMkLst>
            <pc:docMk/>
            <pc:sldMk cId="2069715095" sldId="426"/>
            <ac:cxnSpMk id="14" creationId="{74BB5214-03E7-0B93-B1E2-C4FE28908C67}"/>
          </ac:cxnSpMkLst>
        </pc:cxnChg>
        <pc:cxnChg chg="add mod">
          <ac:chgData name="종현 김" userId="4e62a0cd71f6508f" providerId="LiveId" clId="{6E62CB57-B7C1-44BE-9515-1C88952032F1}" dt="2026-03-11T06:44:34.940" v="25572" actId="14100"/>
          <ac:cxnSpMkLst>
            <pc:docMk/>
            <pc:sldMk cId="2069715095" sldId="426"/>
            <ac:cxnSpMk id="16" creationId="{DBAB2642-AA34-A9F5-9498-0BAC1B1AD883}"/>
          </ac:cxnSpMkLst>
        </pc:cxnChg>
        <pc:cxnChg chg="add mod">
          <ac:chgData name="종현 김" userId="4e62a0cd71f6508f" providerId="LiveId" clId="{6E62CB57-B7C1-44BE-9515-1C88952032F1}" dt="2026-03-11T06:54:59.189" v="25597" actId="14100"/>
          <ac:cxnSpMkLst>
            <pc:docMk/>
            <pc:sldMk cId="2069715095" sldId="426"/>
            <ac:cxnSpMk id="21" creationId="{E809DA00-CEC3-6E14-80B4-92A01605800D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83F2AD-ED4C-4EB7-812B-786B5CD91F28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D85A4B-3C4A-4CDC-A882-312DF50637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8252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460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5804E-B716-D0B8-F263-2E8BC6C3F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4EC0B8F-8F02-1225-3BDA-672EE5D3BA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58A7692-3A0C-BBAC-409B-8EA5EA2700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43DFC5-0344-E221-4DCC-230993FE01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67155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E570E-2F7E-5A16-6AD0-89472EF32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C099933-48FE-9C9B-F6C7-CE33FEEE50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2985DE-415A-AEEA-8E86-4F8EAD7089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FBA4C9-9F21-774D-D6F1-D3B62AB180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26856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7740F-C792-56D6-5337-A4C65EE13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AE1BEBE-72AE-C421-9F79-8D5975D2E4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16FDC5E-C37A-2B03-4D3E-0053071DC4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977380-CA3C-96FB-35C3-499F74B496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83394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1A3F3-8858-D1DC-8C4F-2E5052724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BCFD9D3-6FB9-1902-E811-19D20884EF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A34F61F-8CCC-AC26-A320-C65AC0A941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830617-1504-E349-05D8-D05976F5E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86555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A509E-BB4F-9AEF-A88B-83628EE58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3D30FD8-FF6D-E329-50EC-D3E9BE10BE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8B43C13-6AC5-7C9B-71AE-57436B1C89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0CA27F-934D-1C40-BDF1-9096CAF164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82535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F66B6-0086-7380-68FE-D1EB5BDC8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0D02B0-0AF2-2AD8-D1F3-88F4F478E8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53243A-B991-E534-C9A0-3477FE84F9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39AF2C-B02C-E2A4-C4E1-FD9F9F4A1D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86302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7387D-A39D-007F-B787-E18EE0490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B12809E-AC90-EFF9-0AD6-51E7825267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448C06E-488F-A538-DF5C-CF8F474811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1F53CF-F4AF-360C-E25D-A4F4B966E5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98852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EBF0F-BF6F-B70D-F7AE-ECD4133A1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DE93835-A7ED-8FB7-3516-B448E4A28E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F01EF01-D66B-4706-887C-400FA668E5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60B205-2134-1B47-822A-7344E28439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76559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E0D95-4484-0520-6A9C-DA850F054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5C5F80-6444-B87F-5EE8-B39E31E574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56E9515-DC2A-6BED-307B-5902E91E43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2D50C1-8517-A0C7-854C-FE8581233F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06322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6D43F-E35A-D1EA-45DB-B1BBA171B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8506781-A420-B88E-A08F-A3EC1063CA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7A40779-86BE-B014-425C-7E36ACB071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CE313C-0E51-C40D-FEEB-F0BC9AE4E5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57316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029AC-F014-E295-5BBD-F22ED52DE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E135183-E0E9-F199-2A9D-F0A72D1948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9EB2BB4-06FE-9910-8990-79B14CEF3C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C94BE0-904D-FDF3-659D-83BD8C851D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35544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74904-1350-D50D-0D08-544B93A24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8B37F7-0A15-E719-237F-B1122B7C3F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766E1F6-3F03-76DB-6014-4B346CAB30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42B6DE-AAA8-BC88-5735-4383F74DDC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83514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1065F-8E47-43FD-9FCA-6056F66FB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FB429A7-BAA7-C1EF-72FC-2F0969B2C3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C6C8A6-51D5-EBE7-660C-E9AD450669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F103BB-37EE-3CE9-5662-3F7C10398B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46317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58AB9-B8A6-4064-E8D6-55A02D0A3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F4A7BC9-0E05-986F-A865-74FD045F5D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AF95219-B831-C9B7-9EB2-AD3031AC34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B81B8F-F0FF-B566-5D85-C71179FEFF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32487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D1B36-7D77-82DC-00E0-0F0A835A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358D145-2FD4-B404-AF04-31AD2F24C4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AF5C61-1A50-1160-2C12-ED3B599B84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5AF8EB-3A0C-CF8D-CDC0-0D4BD98668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60538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0B6F3-9725-3249-E7B1-8BB5B49A9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30F431E-C3EF-8555-E216-727F3FC8BE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2782CEC-8171-AD56-108A-516A15F81E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F55160-2F2B-2F7A-7FCC-D377326DB0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08453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BFF2F-90B6-9DBF-467F-03A5D2EE7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1BCD8DE-6B67-AC7B-0385-06D1626601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23AA168-1E23-401F-EAF8-F1159C963D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73AA2F-C1BE-E9E9-ADFB-52C81928E6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37159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BB409-C1F2-FF56-380C-D2193EEA2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D70916B-6839-3AE7-5F0C-F77AF0AE18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36D7069-0D45-CA28-AC5C-0A10E6920A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9FF7B9-8D4A-3269-6AD8-41EFE58B3B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11397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B1763-7D34-486B-9BC4-D39FC2206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9E7B44F-3F53-9E4F-1C44-0FF8FC7668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77DBF1E-87C4-5DED-3F00-94AA28DF78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FECD45-CE0D-3E65-7F5F-EF24C921DA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7052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A12E85-B4D7-CF69-D3D8-07BAB0A456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5323C7C-A4DD-B784-17BE-82950210BC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E3FE99-E09D-93C6-6FF1-B58268439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0CADF6-D64A-8C4E-E384-D72B3CF68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12EBBA-53B5-E5BF-E632-CCA7D01DA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7355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154CD1-23AC-2732-15A2-557424885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8DB3A8-B149-8368-CD32-2BC9D0DDC9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D02326-6107-96CE-C34C-02FA58889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9EF87E-B2AA-E9B5-F25D-1D85A3383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58C4ED-CF1D-E261-663C-B8793C3D9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9392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62F568-2C90-972A-858A-8A0F87F63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92CBD3-2C61-9EF5-7E00-DCACD0AA9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D3F6E9-047A-EEB5-8FC6-4E4EC5271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DD9336-8451-E3ED-C7C1-758315FEE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0674B3-B5FA-1093-A408-311FD6795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8007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359FF2-3FB5-BAB2-A63A-DC954B956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16055C-FFF8-78E1-BA65-5E76CD3CE2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62F4AB4-0E26-9B09-C9DF-1A01B3897E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CC35ED3-C870-BDAF-31C7-D8E0528D4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794AF5-B4BB-9E19-396B-79E28070D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F751E05-89E6-5541-6CDA-B0031240E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347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307599-86BC-035D-65AE-56142602F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FE95EA-DC07-E61E-B26F-981D6359F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4CA46FA-C1F4-3657-8EA5-17E1D4A0A7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1DCFFD1-ABCC-60A0-F179-E85FD2BE01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74EFE44-D274-F010-EC31-571F41AF23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1BC54F3-9373-4F8B-5A71-E671B839A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BAE0C73-4274-4094-15DD-B7F04E9D2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7BBCCF9-26CE-186E-0A96-9A7F307B7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9635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E1388A-FA2D-B74E-B02E-C0B686689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45FB4BD-FD86-4ADA-BE6E-DB29E0FB2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476405D-0187-D48A-DFD8-DC90009EE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73067F7-AD47-48BC-1232-A8A940F8B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2828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3BDB35C-508E-6BCE-C5E0-493F44061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BABC2B4-0F86-36F4-2F7C-7BA59C59C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BF9D0F-EDE0-183E-73BB-ADADC97AB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0800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48ED61-853E-0214-94F5-97DE7122F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07EF3C-481E-96A5-1932-5ED0E52F6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0F1B9B0-7D12-72FB-B1AD-EB635A8AA8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3C14860-7B50-F03D-A0DD-DF772E102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2AF1E49-0015-C513-B335-4EF94F3A2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54EEE7E-AC2C-06D3-58B8-DB765086F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848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1E199C-86E6-B769-5CC3-885FE9C32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F2111F3-90DF-6B55-947E-AD3EBF1F18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F84A870-FA48-1EAE-ABA4-6FF4909116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F9B68A-02EF-F0D7-F9DF-BB65423C0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D753C0D-5D4B-F83F-8E43-7297A226F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CF88229-5E60-8B9B-FD2D-DB836D3E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1153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A93291-DC44-253C-D67F-62EE0F374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88FB284-CDD9-8F3A-F9C3-D01653A26C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9052D9-C9E0-88C2-5CBD-1401C9EE9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C4588D-2E4D-896C-04E3-B66746C14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738CEF-7B37-7D93-C207-6EF7F4BA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3860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E56A05B-68C8-46C7-2626-18E9A74876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1CF17A9-FE0A-6243-7186-51A13C37B9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B6BFBD-64DB-6026-9CBF-2DB362E61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1F702A-A76E-1C65-0971-1BA75B700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C04C18-0893-C867-F133-B619B6628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088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819403-53DF-6604-2F26-99E19AD56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C860CA-87F4-06D3-0DF1-91E6937F0A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47BEE7-752D-B995-E426-EB07FBE26B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1E06D2-2A69-4E78-B74D-11F45FE9BC23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C53958-31A1-0D7B-75E9-ECDD8AC8FC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2EE7CD-A15E-F2CC-3777-91CEEB31DF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6501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5A92FA-518A-0B6D-16FB-CD7306E215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0091" y="2057400"/>
            <a:ext cx="9466662" cy="830558"/>
          </a:xfrm>
        </p:spPr>
        <p:txBody>
          <a:bodyPr>
            <a:normAutofit/>
          </a:bodyPr>
          <a:lstStyle/>
          <a:p>
            <a:pPr algn="l"/>
            <a:r>
              <a:rPr lang="ko-KR" altLang="en-US" sz="4400" b="1" dirty="0"/>
              <a:t>가중치 코딩이 가능한가</a:t>
            </a:r>
            <a:r>
              <a:rPr lang="en-US" altLang="ko-KR" sz="4400" b="1" dirty="0"/>
              <a:t>?</a:t>
            </a:r>
            <a:endParaRPr lang="ko-KR" altLang="en-US" sz="4400" b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D23DAA8-F9CB-F786-B098-04DDD37342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0092" y="4322135"/>
            <a:ext cx="2640418" cy="459599"/>
          </a:xfrm>
        </p:spPr>
        <p:txBody>
          <a:bodyPr/>
          <a:lstStyle/>
          <a:p>
            <a:r>
              <a:rPr lang="en-US" altLang="ko-KR" dirty="0"/>
              <a:t>20220300 </a:t>
            </a:r>
            <a:r>
              <a:rPr lang="ko-KR" altLang="en-US" dirty="0"/>
              <a:t>김종현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087AB0-D8D5-7543-BEEF-A82F9DA2BBE9}"/>
              </a:ext>
            </a:extLst>
          </p:cNvPr>
          <p:cNvSpPr txBox="1"/>
          <p:nvPr/>
        </p:nvSpPr>
        <p:spPr>
          <a:xfrm>
            <a:off x="10403457" y="6211019"/>
            <a:ext cx="1386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2026-03-11</a:t>
            </a:r>
          </a:p>
        </p:txBody>
      </p:sp>
    </p:spTree>
    <p:extLst>
      <p:ext uri="{BB962C8B-B14F-4D97-AF65-F5344CB8AC3E}">
        <p14:creationId xmlns:p14="http://schemas.microsoft.com/office/powerpoint/2010/main" val="2937531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A79DAF-772F-2876-1F59-FA07EEFA7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78E5D-C179-E5E5-01C2-F5C104F2A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090168"/>
            <a:ext cx="10515600" cy="377004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주제를 선정한 이유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언어모델의 기본 원리 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왜 덧셈 문제로 축소했는지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dirty="0" err="1"/>
              <a:t>AdderBoard</a:t>
            </a:r>
            <a:r>
              <a:rPr lang="ko-KR" altLang="en-US" dirty="0"/>
              <a:t>는 어떻게 구현되었는지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결과와 해석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의미와 한계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8936FC-1DB7-7421-7323-CCD407A1E8F2}"/>
              </a:ext>
            </a:extLst>
          </p:cNvPr>
          <p:cNvSpPr txBox="1"/>
          <p:nvPr/>
        </p:nvSpPr>
        <p:spPr>
          <a:xfrm>
            <a:off x="11085136" y="6092765"/>
            <a:ext cx="537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-2-</a:t>
            </a:r>
          </a:p>
        </p:txBody>
      </p:sp>
    </p:spTree>
    <p:extLst>
      <p:ext uri="{BB962C8B-B14F-4D97-AF65-F5344CB8AC3E}">
        <p14:creationId xmlns:p14="http://schemas.microsoft.com/office/powerpoint/2010/main" val="3906222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D3F11-2436-5C61-BF56-B28933BF5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A74462-FE98-741B-07BD-9ED2CE655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주제 선정 이유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6AFD46-211A-EF3D-7AC9-907E604D5E83}"/>
              </a:ext>
            </a:extLst>
          </p:cNvPr>
          <p:cNvSpPr txBox="1"/>
          <p:nvPr/>
        </p:nvSpPr>
        <p:spPr>
          <a:xfrm>
            <a:off x="11085136" y="6092765"/>
            <a:ext cx="537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-3-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7752D0-F6B1-D2CE-B288-27FBFEB8840D}"/>
              </a:ext>
            </a:extLst>
          </p:cNvPr>
          <p:cNvSpPr txBox="1"/>
          <p:nvPr/>
        </p:nvSpPr>
        <p:spPr>
          <a:xfrm>
            <a:off x="6900179" y="1984363"/>
            <a:ext cx="4657044" cy="3362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보통 신경망은 학습을 통해 가중치 조정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하지만 반대로 직접 설계를 하며 구현이 </a:t>
            </a:r>
            <a:br>
              <a:rPr lang="en-US" altLang="ko-KR" dirty="0"/>
            </a:br>
            <a:r>
              <a:rPr lang="ko-KR" altLang="en-US" dirty="0"/>
              <a:t>가능할까</a:t>
            </a:r>
            <a:r>
              <a:rPr lang="en-US" altLang="ko-KR" dirty="0"/>
              <a:t>? </a:t>
            </a:r>
            <a:r>
              <a:rPr lang="ko-KR" altLang="en-US" dirty="0"/>
              <a:t>라는 의문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그러다가 </a:t>
            </a:r>
            <a:r>
              <a:rPr lang="en-US" altLang="ko-KR" dirty="0" err="1"/>
              <a:t>AdderBoard</a:t>
            </a:r>
            <a:r>
              <a:rPr lang="en-US" altLang="ko-KR" dirty="0"/>
              <a:t> </a:t>
            </a:r>
            <a:r>
              <a:rPr lang="ko-KR" altLang="en-US" dirty="0"/>
              <a:t>사례를 보며 </a:t>
            </a:r>
            <a:br>
              <a:rPr lang="en-US" altLang="ko-KR" dirty="0"/>
            </a:br>
            <a:r>
              <a:rPr lang="ko-KR" altLang="en-US" dirty="0"/>
              <a:t>학습 없이 가중치를 조정해 문제를 </a:t>
            </a:r>
            <a:br>
              <a:rPr lang="en-US" altLang="ko-KR" dirty="0"/>
            </a:br>
            <a:r>
              <a:rPr lang="ko-KR" altLang="en-US" dirty="0"/>
              <a:t>푼다는 발상이 가능한지 궁금</a:t>
            </a:r>
            <a:endParaRPr lang="en-US" altLang="ko-KR" dirty="0"/>
          </a:p>
        </p:txBody>
      </p:sp>
      <p:pic>
        <p:nvPicPr>
          <p:cNvPr id="7" name="그림 6" descr="A paper discusses a 491-parameter model for 10-digit addition, which Codex can achieve with only 343 parameters using a single function named 'hand_set_weights_magic'.&#10;&#10;AI 생성 콘텐츠는 정확하지 않을 수 있습니다.">
            <a:extLst>
              <a:ext uri="{FF2B5EF4-FFF2-40B4-BE49-F238E27FC236}">
                <a16:creationId xmlns:a16="http://schemas.microsoft.com/office/drawing/2014/main" id="{2981AD97-C48B-19F3-A24B-95C68AF08E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84363"/>
            <a:ext cx="5476915" cy="3295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091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A3618-C761-88D4-6706-AFC6B7367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C1CC4D-85E6-B2CF-B4D7-394C3BFE4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간단한 원리 설명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13EEBD-D02C-1AEA-127F-D8B4451E8C64}"/>
              </a:ext>
            </a:extLst>
          </p:cNvPr>
          <p:cNvSpPr txBox="1"/>
          <p:nvPr/>
        </p:nvSpPr>
        <p:spPr>
          <a:xfrm>
            <a:off x="11085136" y="6092765"/>
            <a:ext cx="537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-4-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5B4C55-1162-D746-DEF4-7B495D90A807}"/>
              </a:ext>
            </a:extLst>
          </p:cNvPr>
          <p:cNvSpPr txBox="1"/>
          <p:nvPr/>
        </p:nvSpPr>
        <p:spPr>
          <a:xfrm>
            <a:off x="6096000" y="2358904"/>
            <a:ext cx="5811206" cy="21162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현대의 언어모델은 굉장히 복잡합니다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이번 발표에서는 예전의 단순한 언어모델 구조 활용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입력이 어떻게 출력으로 바뀌는지 핵심 원리만 설명</a:t>
            </a:r>
            <a:endParaRPr lang="en-US" altLang="ko-KR" dirty="0"/>
          </a:p>
        </p:txBody>
      </p:sp>
      <p:pic>
        <p:nvPicPr>
          <p:cNvPr id="7" name="그림 6" descr="The image shows a diagram with a series of nanoparticles arranged vertically, each labeled as nano-GPT, and the total count is 85,584.&#10;&#10;AI 생성 콘텐츠는 정확하지 않을 수 있습니다.">
            <a:extLst>
              <a:ext uri="{FF2B5EF4-FFF2-40B4-BE49-F238E27FC236}">
                <a16:creationId xmlns:a16="http://schemas.microsoft.com/office/drawing/2014/main" id="{EB9677A2-C8EF-B3AE-C635-984AE89585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1821" y="1482612"/>
            <a:ext cx="3962429" cy="5267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72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5EA10-DFA4-E57C-2080-66EF2DEE1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2C7D8A-EA80-18EF-449A-183026460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간단한 원리 설명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04E7D5-AAD3-B900-28C9-7F22F969C09B}"/>
              </a:ext>
            </a:extLst>
          </p:cNvPr>
          <p:cNvSpPr txBox="1"/>
          <p:nvPr/>
        </p:nvSpPr>
        <p:spPr>
          <a:xfrm>
            <a:off x="11085136" y="6092765"/>
            <a:ext cx="537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-5-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97B565-A469-334C-C10D-058AAC500C99}"/>
              </a:ext>
            </a:extLst>
          </p:cNvPr>
          <p:cNvSpPr txBox="1"/>
          <p:nvPr/>
        </p:nvSpPr>
        <p:spPr>
          <a:xfrm>
            <a:off x="6719500" y="2370857"/>
            <a:ext cx="5121787" cy="29472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NPLM(Neural Probabilistic Language Model)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신경 확률 언어 모델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초기의 신경망 기반 언어 모델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문장이 어떻게 생성되고 가중치가 어떻게 </a:t>
            </a:r>
            <a:br>
              <a:rPr lang="en-US" altLang="ko-KR" dirty="0"/>
            </a:br>
            <a:r>
              <a:rPr lang="ko-KR" altLang="en-US" dirty="0"/>
              <a:t>학습되는지 간단하게 설명</a:t>
            </a:r>
            <a:endParaRPr lang="en-US" altLang="ko-KR" dirty="0"/>
          </a:p>
        </p:txBody>
      </p:sp>
      <p:pic>
        <p:nvPicPr>
          <p:cNvPr id="4" name="그림 3" descr="텍스트, 도표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6658547-5EB0-0EDD-EE06-9289721C9A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936737"/>
            <a:ext cx="4634301" cy="3900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803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65376-9E30-259F-CC77-64B0F612A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78F555-5A11-F6D2-88C2-9946B98B4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간단한 원리 설명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17A2ED-635D-2B46-C3E4-4133A6F4E7CF}"/>
              </a:ext>
            </a:extLst>
          </p:cNvPr>
          <p:cNvSpPr txBox="1"/>
          <p:nvPr/>
        </p:nvSpPr>
        <p:spPr>
          <a:xfrm>
            <a:off x="11085136" y="6092765"/>
            <a:ext cx="537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-6-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7C5DC9-A309-710A-2C5F-CAAA6F2DF2E1}"/>
              </a:ext>
            </a:extLst>
          </p:cNvPr>
          <p:cNvSpPr txBox="1"/>
          <p:nvPr/>
        </p:nvSpPr>
        <p:spPr>
          <a:xfrm>
            <a:off x="6354935" y="1955359"/>
            <a:ext cx="5513048" cy="29472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언어 모델은 기본적으로 여러 층의</a:t>
            </a:r>
            <a:r>
              <a:rPr lang="en-US" altLang="ko-KR" dirty="0"/>
              <a:t> </a:t>
            </a:r>
            <a:r>
              <a:rPr lang="ko-KR" altLang="en-US" dirty="0"/>
              <a:t>행렬 연산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그 결과를 기반으로 다음에 올 단어의 확률 계산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그 중 가장 높은 확률의 단어를 골라 문장을 생성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간단하게 은닉층과 </a:t>
            </a:r>
            <a:r>
              <a:rPr lang="ko-KR" altLang="en-US" dirty="0" err="1"/>
              <a:t>출력층</a:t>
            </a:r>
            <a:r>
              <a:rPr lang="ko-KR" altLang="en-US" dirty="0"/>
              <a:t> 연산 중심 설명</a:t>
            </a:r>
            <a:endParaRPr lang="en-US" altLang="ko-KR" dirty="0"/>
          </a:p>
        </p:txBody>
      </p:sp>
      <p:pic>
        <p:nvPicPr>
          <p:cNvPr id="4" name="그림 3" descr="텍스트, 도표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17B558-1F85-B70F-C5FB-526FB97B0A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936737"/>
            <a:ext cx="4634301" cy="3900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342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F0823-118C-3ED7-7D33-BC0A89662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CFB27E-FA94-2356-BEA3-056AC3711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간단한 원리 설명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A10C43-0E9D-79F9-DBD6-975DB01E7E3D}"/>
              </a:ext>
            </a:extLst>
          </p:cNvPr>
          <p:cNvSpPr txBox="1"/>
          <p:nvPr/>
        </p:nvSpPr>
        <p:spPr>
          <a:xfrm>
            <a:off x="11085136" y="6092765"/>
            <a:ext cx="537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-7-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72D82B-2428-5B66-6D38-4E2541629256}"/>
              </a:ext>
            </a:extLst>
          </p:cNvPr>
          <p:cNvSpPr txBox="1"/>
          <p:nvPr/>
        </p:nvSpPr>
        <p:spPr>
          <a:xfrm>
            <a:off x="6665712" y="2786356"/>
            <a:ext cx="5498621" cy="21162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모델은 단어나 문자를 사전</a:t>
            </a:r>
            <a:r>
              <a:rPr lang="en-US" altLang="ko-KR" dirty="0"/>
              <a:t>(vocabulary)</a:t>
            </a:r>
            <a:r>
              <a:rPr lang="ko-KR" altLang="en-US" dirty="0"/>
              <a:t>로 관리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각 항목은 숫자로 변환되어 연산에 활용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최종적으로 어떤 단어를 출력할지 결정하는 기준</a:t>
            </a: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EFAF8E8-4B44-0367-C1ED-39C9003C9F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432"/>
          <a:stretch>
            <a:fillRect/>
          </a:stretch>
        </p:blipFill>
        <p:spPr>
          <a:xfrm>
            <a:off x="250540" y="2478681"/>
            <a:ext cx="6324370" cy="33806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263032A-DC97-2DC3-40F0-D338569C78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909"/>
          <a:stretch>
            <a:fillRect/>
          </a:stretch>
        </p:blipFill>
        <p:spPr>
          <a:xfrm>
            <a:off x="250539" y="2786356"/>
            <a:ext cx="5441605" cy="338067"/>
          </a:xfrm>
          <a:prstGeom prst="rect">
            <a:avLst/>
          </a:prstGeom>
        </p:spPr>
      </p:pic>
      <p:pic>
        <p:nvPicPr>
          <p:cNvPr id="9" name="그림 8" descr="The image displays a sequence of alphabetical characters from A to N, each followed by a number from 32 to 45.&#10;&#10;AI 생성 콘텐츠는 정확하지 않을 수 있습니다.">
            <a:extLst>
              <a:ext uri="{FF2B5EF4-FFF2-40B4-BE49-F238E27FC236}">
                <a16:creationId xmlns:a16="http://schemas.microsoft.com/office/drawing/2014/main" id="{B07305BF-E0EC-AE3C-12E2-D5A15EA1CF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47063"/>
          <a:stretch>
            <a:fillRect/>
          </a:stretch>
        </p:blipFill>
        <p:spPr>
          <a:xfrm>
            <a:off x="1368702" y="3219727"/>
            <a:ext cx="1295813" cy="287303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EB46D91-D744-D4D6-74A2-FFAFC4E470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936"/>
          <a:stretch>
            <a:fillRect/>
          </a:stretch>
        </p:blipFill>
        <p:spPr>
          <a:xfrm>
            <a:off x="2664515" y="3219727"/>
            <a:ext cx="1295813" cy="2554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325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4C75E-46D3-2DDD-01AF-BCD4EB79B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96EDF9-2DDE-6226-26FA-110B1A280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간단한 원리 설명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C9FDFD-87E9-04A1-E244-106CF9FADD33}"/>
              </a:ext>
            </a:extLst>
          </p:cNvPr>
          <p:cNvSpPr txBox="1"/>
          <p:nvPr/>
        </p:nvSpPr>
        <p:spPr>
          <a:xfrm>
            <a:off x="11085136" y="6092765"/>
            <a:ext cx="537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-8-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672761-C048-9214-45E1-B51B12363E84}"/>
              </a:ext>
            </a:extLst>
          </p:cNvPr>
          <p:cNvSpPr txBox="1"/>
          <p:nvPr/>
        </p:nvSpPr>
        <p:spPr>
          <a:xfrm>
            <a:off x="6354674" y="2666961"/>
            <a:ext cx="5267789" cy="25317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입력된 정보는 은닉층에서 중간 표현으로 변환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출력층에서 각 단어의 점수가 계산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이러한 과정으로 모델은 원하는 출력에 가까운</a:t>
            </a:r>
            <a:br>
              <a:rPr lang="en-US" altLang="ko-KR" dirty="0"/>
            </a:br>
            <a:r>
              <a:rPr lang="ko-KR" altLang="en-US" dirty="0"/>
              <a:t>결과를 얻어냅니다</a:t>
            </a:r>
            <a:r>
              <a:rPr lang="en-US" altLang="ko-KR" dirty="0"/>
              <a:t>.</a:t>
            </a:r>
          </a:p>
        </p:txBody>
      </p:sp>
      <p:pic>
        <p:nvPicPr>
          <p:cNvPr id="4" name="그림 3" descr="텍스트, 폰트, 스크린샷, 타이포그래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BAB1191-CBA9-7B1E-EF86-0D93BDB8F2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776" y="3643234"/>
            <a:ext cx="3838076" cy="2531783"/>
          </a:xfrm>
          <a:prstGeom prst="rect">
            <a:avLst/>
          </a:prstGeom>
        </p:spPr>
      </p:pic>
      <p:pic>
        <p:nvPicPr>
          <p:cNvPr id="6" name="그림 5" descr="텍스트, 폰트, 스크린샷, 타이포그래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8DBC79D-67FA-9488-680B-BFF34D0994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776" y="1979698"/>
            <a:ext cx="3519394" cy="1374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99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96B01-F4A4-7912-3CD6-BCF9EBF6E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60E024-667B-020E-F95A-B236F40CA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간단한 원리 설명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610371-2C8A-785D-BC90-F20B7234F082}"/>
              </a:ext>
            </a:extLst>
          </p:cNvPr>
          <p:cNvSpPr txBox="1"/>
          <p:nvPr/>
        </p:nvSpPr>
        <p:spPr>
          <a:xfrm>
            <a:off x="11085136" y="6092765"/>
            <a:ext cx="537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-9-</a:t>
            </a:r>
          </a:p>
        </p:txBody>
      </p:sp>
      <p:pic>
        <p:nvPicPr>
          <p:cNvPr id="4" name="그림 3" descr="텍스트, 폰트, 스크린샷, 타이포그래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39A36F0-DDED-0016-43F1-2A9F7447C4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5800" y="3724906"/>
            <a:ext cx="3838076" cy="2531783"/>
          </a:xfrm>
          <a:prstGeom prst="rect">
            <a:avLst/>
          </a:prstGeom>
        </p:spPr>
      </p:pic>
      <p:pic>
        <p:nvPicPr>
          <p:cNvPr id="6" name="그림 5" descr="텍스트, 폰트, 스크린샷, 타이포그래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42138E0-B236-C692-B29B-AE23CECF5A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5141" y="1615133"/>
            <a:ext cx="3519394" cy="13745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6A01DA-65AB-C5E6-A15E-6AF2C16F7404}"/>
              </a:ext>
            </a:extLst>
          </p:cNvPr>
          <p:cNvSpPr txBox="1"/>
          <p:nvPr/>
        </p:nvSpPr>
        <p:spPr>
          <a:xfrm>
            <a:off x="5965223" y="3059668"/>
            <a:ext cx="699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 * 5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FBF620-9B0D-0ED9-E8A1-6C35F9CEA525}"/>
              </a:ext>
            </a:extLst>
          </p:cNvPr>
          <p:cNvSpPr txBox="1"/>
          <p:nvPr/>
        </p:nvSpPr>
        <p:spPr>
          <a:xfrm>
            <a:off x="1569529" y="3059668"/>
            <a:ext cx="699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 * 4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3903CD-DA3D-C885-88D1-C451ED1A1F10}"/>
              </a:ext>
            </a:extLst>
          </p:cNvPr>
          <p:cNvSpPr txBox="1"/>
          <p:nvPr/>
        </p:nvSpPr>
        <p:spPr>
          <a:xfrm>
            <a:off x="9879811" y="3059668"/>
            <a:ext cx="699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 * 5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7516B1-20F7-F97C-5DD5-840DB325F33F}"/>
              </a:ext>
            </a:extLst>
          </p:cNvPr>
          <p:cNvSpPr txBox="1"/>
          <p:nvPr/>
        </p:nvSpPr>
        <p:spPr>
          <a:xfrm>
            <a:off x="1614352" y="6292820"/>
            <a:ext cx="699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 * 5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87B32A-FFF3-8184-A7E2-03FD438A2289}"/>
              </a:ext>
            </a:extLst>
          </p:cNvPr>
          <p:cNvSpPr txBox="1"/>
          <p:nvPr/>
        </p:nvSpPr>
        <p:spPr>
          <a:xfrm>
            <a:off x="5873491" y="6292820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5 * 10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D0F768-3958-8EA2-22FA-CAC375976337}"/>
              </a:ext>
            </a:extLst>
          </p:cNvPr>
          <p:cNvSpPr txBox="1"/>
          <p:nvPr/>
        </p:nvSpPr>
        <p:spPr>
          <a:xfrm>
            <a:off x="9816492" y="4744369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 * 10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E22ACB6-0A39-D864-AA82-7CD0F75A9E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427"/>
          <a:stretch>
            <a:fillRect/>
          </a:stretch>
        </p:blipFill>
        <p:spPr>
          <a:xfrm>
            <a:off x="254354" y="2160521"/>
            <a:ext cx="3419225" cy="28375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90FA851-E757-19CD-AAF3-6D24840B59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64" r="3815" b="48575"/>
          <a:stretch>
            <a:fillRect/>
          </a:stretch>
        </p:blipFill>
        <p:spPr>
          <a:xfrm>
            <a:off x="8233877" y="2114897"/>
            <a:ext cx="3838076" cy="24580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907D9E6-7F63-AA2C-662E-220B622F88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64" r="3815" b="48575"/>
          <a:stretch>
            <a:fillRect/>
          </a:stretch>
        </p:blipFill>
        <p:spPr>
          <a:xfrm>
            <a:off x="192536" y="4867892"/>
            <a:ext cx="3838076" cy="245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008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4C6BB-44E8-E669-70EE-DAF3579CC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E059C4-E551-5BF9-C78C-2786D8B92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간단한 원리 설명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675401-AE0C-279E-E09F-EA69CC57AA32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-10-</a:t>
            </a:r>
          </a:p>
        </p:txBody>
      </p:sp>
      <p:pic>
        <p:nvPicPr>
          <p:cNvPr id="15" name="그림 14" descr="텍스트, 스크린샷, 폰트, 블랙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00AD8B0-3B13-33BE-5E39-A07776BEDB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7103854" cy="1081021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BC4D5E4-39F6-599F-262F-C68E43A7B0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075441"/>
            <a:ext cx="9657273" cy="276530"/>
          </a:xfrm>
          <a:prstGeom prst="rect">
            <a:avLst/>
          </a:prstGeom>
        </p:spPr>
      </p:pic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18A53F2C-1111-ADC0-BA70-2D18EA029C2D}"/>
              </a:ext>
            </a:extLst>
          </p:cNvPr>
          <p:cNvCxnSpPr/>
          <p:nvPr/>
        </p:nvCxnSpPr>
        <p:spPr>
          <a:xfrm flipH="1">
            <a:off x="5440393" y="1865227"/>
            <a:ext cx="155276" cy="12102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3770B35B-0BD4-7B56-ABFE-441C8E3BCE1D}"/>
              </a:ext>
            </a:extLst>
          </p:cNvPr>
          <p:cNvCxnSpPr>
            <a:cxnSpLocks/>
          </p:cNvCxnSpPr>
          <p:nvPr/>
        </p:nvCxnSpPr>
        <p:spPr>
          <a:xfrm>
            <a:off x="2103718" y="2318468"/>
            <a:ext cx="3336675" cy="75697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3589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EC7B4-C68D-818F-FF02-ED3B1372E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0079C8-ED37-B481-C380-5A02291DF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간단한 원리 설명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AD01AC-DF5E-AAAB-34AC-2BA51A4CA148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-11-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562921-8700-EDB2-5C64-D9CF0552424B}"/>
              </a:ext>
            </a:extLst>
          </p:cNvPr>
          <p:cNvSpPr txBox="1"/>
          <p:nvPr/>
        </p:nvSpPr>
        <p:spPr>
          <a:xfrm>
            <a:off x="6719500" y="2370857"/>
            <a:ext cx="4887877" cy="3362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모델의 출력과 정답이 다르면 오차 발생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이 오차를 기반으로 역전파를 수행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어떤 가중치를 얼마나 바꿔야 하는지 계산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이 과정을 반복하여 원하는 출력에 가까운 </a:t>
            </a:r>
            <a:br>
              <a:rPr lang="en-US" altLang="ko-KR" dirty="0"/>
            </a:br>
            <a:r>
              <a:rPr lang="ko-KR" altLang="en-US" dirty="0"/>
              <a:t>가중치를 찾아냅니다</a:t>
            </a:r>
            <a:r>
              <a:rPr lang="en-US" altLang="ko-KR" dirty="0"/>
              <a:t>.</a:t>
            </a:r>
          </a:p>
        </p:txBody>
      </p:sp>
      <p:pic>
        <p:nvPicPr>
          <p:cNvPr id="4" name="그림 3" descr="텍스트, 스크린샷, 폰트, 블랙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9672449-4F65-1DB0-A26F-A1C2B3AE62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660" y="2283972"/>
            <a:ext cx="5928993" cy="902238"/>
          </a:xfrm>
          <a:prstGeom prst="rect">
            <a:avLst/>
          </a:prstGeom>
        </p:spPr>
      </p:pic>
      <p:pic>
        <p:nvPicPr>
          <p:cNvPr id="6" name="그림 5" descr="텍스트, 폰트, 스크린샷, 타이포그래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F15F6D0-1178-A669-30EA-0ABDA6EBB7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0806" y="4081074"/>
            <a:ext cx="2331000" cy="1537642"/>
          </a:xfrm>
          <a:prstGeom prst="rect">
            <a:avLst/>
          </a:prstGeom>
        </p:spPr>
      </p:pic>
      <p:pic>
        <p:nvPicPr>
          <p:cNvPr id="7" name="그림 6" descr="텍스트, 폰트, 스크린샷, 타이포그래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7F8B167-C4D8-9602-F2EB-0EEAADB439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717" y="4122909"/>
            <a:ext cx="2578396" cy="1007013"/>
          </a:xfrm>
          <a:prstGeom prst="rect">
            <a:avLst/>
          </a:prstGeom>
        </p:spPr>
      </p:pic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3C633434-5EDE-6AC6-C3A6-CAD3018F7AC1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flipH="1">
            <a:off x="1803915" y="3186210"/>
            <a:ext cx="1627242" cy="9366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6E83C330-8D24-86E4-2AAF-A47697296397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>
            <a:off x="3431157" y="3186210"/>
            <a:ext cx="1475149" cy="8948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46238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F5D8F-E1EB-C113-6212-3375E1667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F70571-69B6-F9F4-B194-2DD33638C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보통의 학습과 가설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5DF250-7389-D0B3-C8E4-4BC05D0BD3DF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-12-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B64B34-7913-BC8F-77D9-FCA6B25303A1}"/>
              </a:ext>
            </a:extLst>
          </p:cNvPr>
          <p:cNvSpPr txBox="1"/>
          <p:nvPr/>
        </p:nvSpPr>
        <p:spPr>
          <a:xfrm>
            <a:off x="838200" y="2024222"/>
            <a:ext cx="10843033" cy="3362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정답과 예측 차이의 결과를 계산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그 차이를 줄이도록 가중치를 조금씩 조절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조절을 반복하다 보면 원하는 결과에 가까워진다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-&gt; </a:t>
            </a:r>
            <a:r>
              <a:rPr lang="ko-KR" altLang="en-US" dirty="0"/>
              <a:t>만약 가중치가 출력을 결정한다면 원하는 계산이 나오도록 가중치를 직접 설계가 가능하지 않을까</a:t>
            </a:r>
            <a:r>
              <a:rPr lang="en-US" altLang="ko-KR" dirty="0"/>
              <a:t>?</a:t>
            </a:r>
            <a:r>
              <a:rPr lang="ko-KR" altLang="en-US" dirty="0"/>
              <a:t>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555308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7AEF8-BE9A-516F-6C83-4754BA3AC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0DC47D-9CBB-C2B1-5D1B-F1ECD1E2A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덧셈으로 규모를 축소하는 이유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AB9103-182C-12DD-D093-B85132A148BE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-13-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BBE5ED-763F-DE13-D513-32F52240D1CF}"/>
              </a:ext>
            </a:extLst>
          </p:cNvPr>
          <p:cNvSpPr txBox="1"/>
          <p:nvPr/>
        </p:nvSpPr>
        <p:spPr>
          <a:xfrm>
            <a:off x="6719500" y="2370857"/>
            <a:ext cx="5580374" cy="29472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최신 </a:t>
            </a:r>
            <a:r>
              <a:rPr lang="en-US" altLang="ko-KR" dirty="0"/>
              <a:t>LLM</a:t>
            </a:r>
            <a:r>
              <a:rPr lang="ko-KR" altLang="en-US" dirty="0"/>
              <a:t>의 경우 수십억 파라미터는 기본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직접 모든 가중치를 설계하는 것은 현실적으로</a:t>
            </a:r>
            <a:br>
              <a:rPr lang="en-US" altLang="ko-KR" dirty="0"/>
            </a:br>
            <a:r>
              <a:rPr lang="ko-KR" altLang="en-US" dirty="0"/>
              <a:t>불가능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따라서 직접 설계가 가능한지 보려면 검증 가능한</a:t>
            </a:r>
            <a:br>
              <a:rPr lang="en-US" altLang="ko-KR" dirty="0"/>
            </a:br>
            <a:r>
              <a:rPr lang="ko-KR" altLang="en-US" dirty="0"/>
              <a:t>작은 문제로 축소해야 할 필요가 있었습니다</a:t>
            </a:r>
            <a:r>
              <a:rPr lang="en-US" altLang="ko-KR" dirty="0"/>
              <a:t>.</a:t>
            </a:r>
          </a:p>
        </p:txBody>
      </p:sp>
      <p:pic>
        <p:nvPicPr>
          <p:cNvPr id="6" name="그림 5" descr="The image shows a series of numerical values arranged in a grid, likely representing a data set or matrix for analysis.&#10;&#10;AI 생성 콘텐츠는 정확하지 않을 수 있습니다.">
            <a:extLst>
              <a:ext uri="{FF2B5EF4-FFF2-40B4-BE49-F238E27FC236}">
                <a16:creationId xmlns:a16="http://schemas.microsoft.com/office/drawing/2014/main" id="{1842A9E4-DBE7-DE8E-1230-8C990EA2C7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11" y="3314054"/>
            <a:ext cx="6353221" cy="1476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9077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35F8E-DA17-F329-4CA6-22973FF9F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4F39C7-6B56-93CC-D801-369903D0C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왜 덧셈인가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483103-28A4-4F9A-B339-BBAED250E8C7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-14-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B899FD-07A1-EE7B-3B3A-B37B4DBD37F4}"/>
              </a:ext>
            </a:extLst>
          </p:cNvPr>
          <p:cNvSpPr txBox="1"/>
          <p:nvPr/>
        </p:nvSpPr>
        <p:spPr>
          <a:xfrm>
            <a:off x="5691547" y="2370857"/>
            <a:ext cx="6213432" cy="29472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정답이 명확하고 검증이 쉽다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올림 전파가 필요하고 단순 암기가 아니라 계산 필요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모델이 어떤 계산을 표현할 수 있는지</a:t>
            </a:r>
            <a:r>
              <a:rPr lang="en-US" altLang="ko-KR" dirty="0"/>
              <a:t>(representable)</a:t>
            </a:r>
            <a:r>
              <a:rPr lang="ko-KR" altLang="en-US" dirty="0"/>
              <a:t>와 </a:t>
            </a:r>
            <a:br>
              <a:rPr lang="en-US" altLang="ko-KR" dirty="0"/>
            </a:br>
            <a:r>
              <a:rPr lang="ko-KR" altLang="en-US" dirty="0"/>
              <a:t>학습이 해를 찾을 수 있는지</a:t>
            </a:r>
            <a:r>
              <a:rPr lang="en-US" altLang="ko-KR" dirty="0"/>
              <a:t>(learnable)</a:t>
            </a:r>
            <a:r>
              <a:rPr lang="ko-KR" altLang="en-US" dirty="0"/>
              <a:t>를 </a:t>
            </a:r>
            <a:br>
              <a:rPr lang="en-US" altLang="ko-KR" dirty="0"/>
            </a:br>
            <a:r>
              <a:rPr lang="ko-KR" altLang="en-US" dirty="0"/>
              <a:t>분리해서 보기 좋다 </a:t>
            </a:r>
            <a:endParaRPr lang="en-US" altLang="ko-KR" dirty="0"/>
          </a:p>
        </p:txBody>
      </p:sp>
      <p:pic>
        <p:nvPicPr>
          <p:cNvPr id="4" name="그림 3" descr="The image depicts a colorful, pixelated screen showing an AdderBoard game scoreboard with a challenge result of 1234567890 + 9876543210 = 111111111100, a score of 001644, and a note that it is hand-coded.&#10;&#10;AI 생성 콘텐츠는 정확하지 않을 수 있습니다.">
            <a:extLst>
              <a:ext uri="{FF2B5EF4-FFF2-40B4-BE49-F238E27FC236}">
                <a16:creationId xmlns:a16="http://schemas.microsoft.com/office/drawing/2014/main" id="{7DFE9EE2-A742-E139-25F2-3AD4EAAA1C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021" y="2197424"/>
            <a:ext cx="4960470" cy="3294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7957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73DD7-0E75-D406-AD55-460EA10D9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E58089-27CB-50BF-232A-E1AA80AE7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코드에서는 어떻게 작동하는가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F9400B-FA09-8B5E-A368-6B87DD2358D3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-15-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D910A8-7718-ECAD-049E-99ED6F06EF06}"/>
              </a:ext>
            </a:extLst>
          </p:cNvPr>
          <p:cNvSpPr txBox="1"/>
          <p:nvPr/>
        </p:nvSpPr>
        <p:spPr>
          <a:xfrm>
            <a:off x="6719500" y="2370857"/>
            <a:ext cx="4113627" cy="3362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Qwen3</a:t>
            </a:r>
            <a:r>
              <a:rPr lang="ko-KR" altLang="en-US" dirty="0"/>
              <a:t>의 모델을 가져온다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하지만 크기는 초소형 모델로 설정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즉 </a:t>
            </a:r>
            <a:r>
              <a:rPr lang="en-US" altLang="ko-KR" dirty="0"/>
              <a:t>Qwen </a:t>
            </a:r>
            <a:r>
              <a:rPr lang="ko-KR" altLang="en-US" dirty="0"/>
              <a:t>형식의 작은 모델로 정의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Qwen</a:t>
            </a:r>
            <a:r>
              <a:rPr lang="ko-KR" altLang="en-US" dirty="0"/>
              <a:t>을 바꾸는 것이 아니라 </a:t>
            </a:r>
            <a:br>
              <a:rPr lang="en-US" altLang="ko-KR" dirty="0"/>
            </a:br>
            <a:r>
              <a:rPr lang="en-US" altLang="ko-KR" dirty="0"/>
              <a:t>Qwen</a:t>
            </a:r>
            <a:r>
              <a:rPr lang="ko-KR" altLang="en-US" dirty="0"/>
              <a:t>기반의 초소형 모델</a:t>
            </a:r>
            <a:endParaRPr lang="en-US" altLang="ko-KR" dirty="0"/>
          </a:p>
        </p:txBody>
      </p:sp>
      <p:pic>
        <p:nvPicPr>
          <p:cNvPr id="6" name="그림 5" descr="The image displays a code snippet defining parameters for a machine learning model, specifically the Qwen3 model with various attributes such as layer count, dimensions, and vocabulary size.&#10;&#10;AI 생성 콘텐츠는 정확하지 않을 수 있습니다.">
            <a:extLst>
              <a:ext uri="{FF2B5EF4-FFF2-40B4-BE49-F238E27FC236}">
                <a16:creationId xmlns:a16="http://schemas.microsoft.com/office/drawing/2014/main" id="{5D69437B-ABFF-57B7-90FA-20BA05D2B9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5589" y="1690688"/>
            <a:ext cx="3305199" cy="4686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6913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668A2-E266-176B-2CC2-177F08169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6399DA-A61B-939C-4895-F21F31B1C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코드에서는 어떻게 작동하는가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BF1946-A0A5-4952-CCDA-BFF07606D981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-16-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701F95-5D62-CAD7-E756-62248C3FAF54}"/>
              </a:ext>
            </a:extLst>
          </p:cNvPr>
          <p:cNvSpPr txBox="1"/>
          <p:nvPr/>
        </p:nvSpPr>
        <p:spPr>
          <a:xfrm>
            <a:off x="6719500" y="2370857"/>
            <a:ext cx="4724370" cy="3362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파라미터를 전부 </a:t>
            </a:r>
            <a:r>
              <a:rPr lang="en-US" altLang="ko-KR" dirty="0"/>
              <a:t>0</a:t>
            </a:r>
            <a:r>
              <a:rPr lang="ko-KR" altLang="en-US" dirty="0"/>
              <a:t>으로 설정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이후 필요한 위치에 값을 직접 넣어 </a:t>
            </a:r>
            <a:br>
              <a:rPr lang="en-US" altLang="ko-KR" dirty="0"/>
            </a:br>
            <a:r>
              <a:rPr lang="ko-KR" altLang="en-US" dirty="0"/>
              <a:t>원하는 동작을 하도록 만듭니다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전체 코드는 복잡하지만 본질은 학습으로</a:t>
            </a:r>
            <a:br>
              <a:rPr lang="en-US" altLang="ko-KR" dirty="0"/>
            </a:br>
            <a:r>
              <a:rPr lang="ko-KR" altLang="en-US" dirty="0"/>
              <a:t>찾는 대신 사람이 직접 규칙을 심는다는</a:t>
            </a:r>
            <a:br>
              <a:rPr lang="en-US" altLang="ko-KR" dirty="0"/>
            </a:br>
            <a:r>
              <a:rPr lang="ko-KR" altLang="en-US" dirty="0"/>
              <a:t>점에 있습니다</a:t>
            </a:r>
            <a:r>
              <a:rPr lang="en-US" altLang="ko-KR" dirty="0"/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CE57DDB-DECB-8C79-9C18-3BD2E2B1D5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979"/>
          <a:stretch>
            <a:fillRect/>
          </a:stretch>
        </p:blipFill>
        <p:spPr>
          <a:xfrm>
            <a:off x="428473" y="1881937"/>
            <a:ext cx="6202489" cy="4210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0897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81BA5-9FA3-DE45-36C8-5429DEE13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14637D-88A0-5B43-8147-357532F75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규칙 설명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E74D7F-68A5-88D0-A49E-17F19FEFF9E8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-17-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925B05-37EB-AE2A-B74F-861F646F3698}"/>
              </a:ext>
            </a:extLst>
          </p:cNvPr>
          <p:cNvSpPr txBox="1"/>
          <p:nvPr/>
        </p:nvSpPr>
        <p:spPr>
          <a:xfrm>
            <a:off x="838200" y="1690688"/>
            <a:ext cx="10605670" cy="4609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/>
              <a:t>입력 숫자를 서로 구분</a:t>
            </a:r>
            <a:endParaRPr lang="en-US" altLang="ko-KR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/>
              <a:t>숫자의 순서를 반전시키기 </a:t>
            </a:r>
            <a:endParaRPr lang="en-US" altLang="ko-KR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/>
              <a:t>숫자의 자릿수 구별 </a:t>
            </a:r>
            <a:endParaRPr lang="en-US" altLang="ko-KR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/>
              <a:t>각 자리에서 두 숫자를 합침</a:t>
            </a:r>
            <a:endParaRPr lang="en-US" altLang="ko-KR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/>
              <a:t>합이 </a:t>
            </a:r>
            <a:r>
              <a:rPr lang="en-US" altLang="ko-KR" dirty="0"/>
              <a:t>10 </a:t>
            </a:r>
            <a:r>
              <a:rPr lang="ko-KR" altLang="en-US" dirty="0"/>
              <a:t>이상일 경우 올림 발생</a:t>
            </a:r>
            <a:endParaRPr lang="en-US" altLang="ko-KR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/>
              <a:t>최종 결과를 숫자로 출력 </a:t>
            </a: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F6B16AF-1594-309D-FCFF-19B2CC4F0A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4202" y="505510"/>
            <a:ext cx="2789831" cy="420688"/>
          </a:xfrm>
          <a:prstGeom prst="rect">
            <a:avLst/>
          </a:prstGeom>
        </p:spPr>
      </p:pic>
      <p:pic>
        <p:nvPicPr>
          <p:cNvPr id="9" name="그림 8" descr="The image shows a snippet of code, including a function for encoding addends, a validation function, and an expected output function, all related to a specific programming language (possibly Python).&#10;&#10;AI 생성 콘텐츠는 정확하지 않을 수 있습니다.">
            <a:extLst>
              <a:ext uri="{FF2B5EF4-FFF2-40B4-BE49-F238E27FC236}">
                <a16:creationId xmlns:a16="http://schemas.microsoft.com/office/drawing/2014/main" id="{B823025D-7CBE-5C9F-AEFA-FE92D4B4F6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4202" y="1136542"/>
            <a:ext cx="5381664" cy="2028840"/>
          </a:xfrm>
          <a:prstGeom prst="rect">
            <a:avLst/>
          </a:prstGeom>
        </p:spPr>
      </p:pic>
      <p:pic>
        <p:nvPicPr>
          <p:cNvPr id="11" name="그림 10" descr="The image shows a code snippet in Python using the MXNet library, where a function named `hand_set_weights_magic` is defined, taking a model as an input and setting its parameters. It initializes a zero-like array for the model's parameters and assigns specific values to them.&#10;&#10;AI 생성 콘텐츠는 정확하지 않을 수 있습니다.">
            <a:extLst>
              <a:ext uri="{FF2B5EF4-FFF2-40B4-BE49-F238E27FC236}">
                <a16:creationId xmlns:a16="http://schemas.microsoft.com/office/drawing/2014/main" id="{9852D677-8C77-582C-255A-B8DB9F2122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" t="59662" r="74612"/>
          <a:stretch>
            <a:fillRect/>
          </a:stretch>
        </p:blipFill>
        <p:spPr>
          <a:xfrm>
            <a:off x="5178968" y="3276737"/>
            <a:ext cx="2686066" cy="1897719"/>
          </a:xfrm>
          <a:prstGeom prst="rect">
            <a:avLst/>
          </a:prstGeom>
        </p:spPr>
      </p:pic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1D533B7E-B06A-A968-8EE6-42C3B3C56F1F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3579906" y="715854"/>
            <a:ext cx="1594296" cy="124442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74BB5214-03E7-0B93-B1E2-C4FE28908C67}"/>
              </a:ext>
            </a:extLst>
          </p:cNvPr>
          <p:cNvCxnSpPr>
            <a:cxnSpLocks/>
          </p:cNvCxnSpPr>
          <p:nvPr/>
        </p:nvCxnSpPr>
        <p:spPr>
          <a:xfrm>
            <a:off x="3971365" y="2770772"/>
            <a:ext cx="120283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DBAB2642-AA34-A9F5-9498-0BAC1B1AD883}"/>
              </a:ext>
            </a:extLst>
          </p:cNvPr>
          <p:cNvCxnSpPr>
            <a:cxnSpLocks/>
          </p:cNvCxnSpPr>
          <p:nvPr/>
        </p:nvCxnSpPr>
        <p:spPr>
          <a:xfrm>
            <a:off x="3307977" y="3581263"/>
            <a:ext cx="1902057" cy="93890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0" name="그림 19" descr="The provided text appears to be a series of coordinates, possibly representing points or data in a 3D space, with two instances of the coordinate (0, 0, 0) and one instance of (1, -10, 10).&#10;&#10;AI 생성 콘텐츠는 정확하지 않을 수 있습니다.">
            <a:extLst>
              <a:ext uri="{FF2B5EF4-FFF2-40B4-BE49-F238E27FC236}">
                <a16:creationId xmlns:a16="http://schemas.microsoft.com/office/drawing/2014/main" id="{89C2FFB8-71EE-894D-8E2D-FA50FEA5553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0034" y="5311232"/>
            <a:ext cx="1764507" cy="1357313"/>
          </a:xfrm>
          <a:prstGeom prst="rect">
            <a:avLst/>
          </a:prstGeom>
        </p:spPr>
      </p:pic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E809DA00-CEC3-6E14-80B4-92A01605800D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4452471" y="5252006"/>
            <a:ext cx="757563" cy="73788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97150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35B07-4FEF-A603-ACC4-ADAC51564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D5DB2C-53D9-C413-9568-A6A3DAED3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현재 순위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BEBD6C-F63D-CE44-4FE8-5ADC93DF1657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-18-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0B3CC6-D0F2-2D7A-E520-4AA0810BAB11}"/>
              </a:ext>
            </a:extLst>
          </p:cNvPr>
          <p:cNvSpPr txBox="1"/>
          <p:nvPr/>
        </p:nvSpPr>
        <p:spPr>
          <a:xfrm>
            <a:off x="6719500" y="2370857"/>
            <a:ext cx="4262705" cy="25317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가중치 직접 조정하는 경우는 </a:t>
            </a:r>
            <a:r>
              <a:rPr lang="en-US" altLang="ko-KR" dirty="0"/>
              <a:t>10</a:t>
            </a:r>
            <a:r>
              <a:rPr lang="ko-KR" altLang="en-US" dirty="0"/>
              <a:t>개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학습의 경우에는 </a:t>
            </a:r>
            <a:r>
              <a:rPr lang="en-US" altLang="ko-KR" dirty="0"/>
              <a:t>62</a:t>
            </a:r>
            <a:r>
              <a:rPr lang="ko-KR" altLang="en-US" dirty="0"/>
              <a:t>개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여전히 가중치를 직접 조정하는 것이</a:t>
            </a:r>
            <a:br>
              <a:rPr lang="en-US" altLang="ko-KR" dirty="0"/>
            </a:br>
            <a:r>
              <a:rPr lang="ko-KR" altLang="en-US" dirty="0"/>
              <a:t>더 좋은 효율을 보여줍니다</a:t>
            </a:r>
            <a:r>
              <a:rPr lang="en-US" altLang="ko-KR" dirty="0"/>
              <a:t>.</a:t>
            </a:r>
          </a:p>
        </p:txBody>
      </p:sp>
      <p:pic>
        <p:nvPicPr>
          <p:cNvPr id="7" name="그림 6" descr="Accuracy&#10;&#10;AI 생성 콘텐츠는 정확하지 않을 수 있습니다.">
            <a:extLst>
              <a:ext uri="{FF2B5EF4-FFF2-40B4-BE49-F238E27FC236}">
                <a16:creationId xmlns:a16="http://schemas.microsoft.com/office/drawing/2014/main" id="{E7EB105D-3D48-704E-2B8C-6771BECBDA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8347" y="1548976"/>
            <a:ext cx="2507653" cy="5066187"/>
          </a:xfrm>
          <a:prstGeom prst="rect">
            <a:avLst/>
          </a:prstGeom>
        </p:spPr>
      </p:pic>
      <p:pic>
        <p:nvPicPr>
          <p:cNvPr id="9" name="그림 8" descr="The image is a table listing four authors (lokimorty, yieldthought, and Wonderfall) and their respective accuracy scores, all at 100%.&#10;&#10;AI 생성 콘텐츠는 정확하지 않을 수 있습니다.">
            <a:extLst>
              <a:ext uri="{FF2B5EF4-FFF2-40B4-BE49-F238E27FC236}">
                <a16:creationId xmlns:a16="http://schemas.microsoft.com/office/drawing/2014/main" id="{1E82943C-DC00-126A-DCA4-C6D1840ED7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81710"/>
            <a:ext cx="2493116" cy="489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5553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B7C16-A8E6-0F35-FF13-C0D9ADB1A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1031B0-22D5-9ABF-7602-4DBBAB467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따라해보기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AD08A6-6016-3880-EA3D-C2B2E4854EC0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-19-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843234-3E31-9AA2-AE2E-C3034B1C4B8F}"/>
              </a:ext>
            </a:extLst>
          </p:cNvPr>
          <p:cNvSpPr txBox="1"/>
          <p:nvPr/>
        </p:nvSpPr>
        <p:spPr>
          <a:xfrm>
            <a:off x="6719500" y="2370857"/>
            <a:ext cx="4448654" cy="25317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직접 재현을 위해 학습 방식도 재현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여러 번의 시도로 </a:t>
            </a:r>
            <a:r>
              <a:rPr lang="en-US" altLang="ko-KR" dirty="0"/>
              <a:t>99% </a:t>
            </a:r>
            <a:r>
              <a:rPr lang="ko-KR" altLang="en-US" dirty="0"/>
              <a:t>정확도와 </a:t>
            </a:r>
            <a:br>
              <a:rPr lang="en-US" altLang="ko-KR" dirty="0"/>
            </a:br>
            <a:r>
              <a:rPr lang="ko-KR" altLang="en-US" dirty="0"/>
              <a:t>가중치 또한 </a:t>
            </a:r>
            <a:r>
              <a:rPr lang="en-US" altLang="ko-KR" dirty="0"/>
              <a:t>278</a:t>
            </a:r>
            <a:r>
              <a:rPr lang="ko-KR" altLang="en-US" dirty="0"/>
              <a:t>개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순위는 대략 </a:t>
            </a:r>
            <a:r>
              <a:rPr lang="en-US" altLang="ko-KR" dirty="0"/>
              <a:t>11</a:t>
            </a:r>
            <a:r>
              <a:rPr lang="ko-KR" altLang="en-US" dirty="0"/>
              <a:t>등 정도로 괜찮게 학습 </a:t>
            </a:r>
            <a:endParaRPr lang="en-US" altLang="ko-KR" dirty="0"/>
          </a:p>
        </p:txBody>
      </p:sp>
      <p:pic>
        <p:nvPicPr>
          <p:cNvPr id="7" name="그림 6" descr="The image displays a complex configuration of parameters and metrics for a machine learning model, including layer details, parameter count, and performance statistics such as validation and testing accuracy.&#10;&#10;AI 생성 콘텐츠는 정확하지 않을 수 있습니다.">
            <a:extLst>
              <a:ext uri="{FF2B5EF4-FFF2-40B4-BE49-F238E27FC236}">
                <a16:creationId xmlns:a16="http://schemas.microsoft.com/office/drawing/2014/main" id="{3AEA07AE-460E-CA34-3A1E-A7B3B3F6CC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20179"/>
            <a:ext cx="5358930" cy="2173703"/>
          </a:xfrm>
          <a:prstGeom prst="rect">
            <a:avLst/>
          </a:prstGeom>
        </p:spPr>
      </p:pic>
      <p:pic>
        <p:nvPicPr>
          <p:cNvPr id="9" name="그림 8" descr="The image displays a data snippet containing various numerical values and a file path, indicating parameters and performance metrics for a machine learning model.&#10;&#10;AI 생성 콘텐츠는 정확하지 않을 수 있습니다.">
            <a:extLst>
              <a:ext uri="{FF2B5EF4-FFF2-40B4-BE49-F238E27FC236}">
                <a16:creationId xmlns:a16="http://schemas.microsoft.com/office/drawing/2014/main" id="{F71A3DB9-6222-1A27-71F8-A950A68D85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133200"/>
            <a:ext cx="2593377" cy="1893919"/>
          </a:xfrm>
          <a:prstGeom prst="rect">
            <a:avLst/>
          </a:prstGeom>
        </p:spPr>
      </p:pic>
      <p:pic>
        <p:nvPicPr>
          <p:cNvPr id="11" name="그림 10" descr="ryanyord.&#10;&#10;AI 생성 콘텐츠는 정확하지 않을 수 있습니다.">
            <a:extLst>
              <a:ext uri="{FF2B5EF4-FFF2-40B4-BE49-F238E27FC236}">
                <a16:creationId xmlns:a16="http://schemas.microsoft.com/office/drawing/2014/main" id="{707744B8-1360-68C8-4D9A-962C82CE3F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7665" y="4133200"/>
            <a:ext cx="2876571" cy="1781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3700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9F800-41D3-DC91-7625-8B86E2906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AA2EBB-4E89-B2F1-65BC-B60B719A0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따라해보기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60A8A1-7D16-3207-DE82-EDC253E40032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-20-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D5728B-0152-ABA8-DC43-579A2696510D}"/>
              </a:ext>
            </a:extLst>
          </p:cNvPr>
          <p:cNvSpPr txBox="1"/>
          <p:nvPr/>
        </p:nvSpPr>
        <p:spPr>
          <a:xfrm>
            <a:off x="6719501" y="1747610"/>
            <a:ext cx="5036956" cy="3362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가중치 직접 설계 방식 또한 시도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하지만 실제 시도 중 가장 큰 문제는 </a:t>
            </a:r>
            <a:br>
              <a:rPr lang="en-US" altLang="ko-KR" dirty="0"/>
            </a:br>
            <a:r>
              <a:rPr lang="ko-KR" altLang="en-US" dirty="0"/>
              <a:t>모델 내부 계산과 외부 코드를 구분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여러 시도를 했지만 테스트셋을 이용한 우회</a:t>
            </a:r>
            <a:br>
              <a:rPr lang="en-US" altLang="ko-KR" dirty="0"/>
            </a:b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가중치 설계와는 별개로 문제가 발생 </a:t>
            </a:r>
            <a:endParaRPr lang="en-US" altLang="ko-KR" dirty="0"/>
          </a:p>
        </p:txBody>
      </p:sp>
      <p:pic>
        <p:nvPicPr>
          <p:cNvPr id="7" name="그림 6" descr="The image illustrates a simple calculation for adding two single-digit numbers with a possible carry-over, where 's' is the sum of the two digits plus any carry, and 'out_digit' is the result of 's' modulo 10.&#10;&#10;AI 생성 콘텐츠는 정확하지 않을 수 있습니다.">
            <a:extLst>
              <a:ext uri="{FF2B5EF4-FFF2-40B4-BE49-F238E27FC236}">
                <a16:creationId xmlns:a16="http://schemas.microsoft.com/office/drawing/2014/main" id="{01062338-0397-2097-2E50-F3981F78CC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443902"/>
            <a:ext cx="3883358" cy="61712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E489D0B-7401-2C41-553C-AC2892B3AF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505" y="2289806"/>
            <a:ext cx="4650996" cy="1776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0397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31AE2-9899-3458-1E8F-9E95C9939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8162F8-75CB-A972-2B0C-6C603CD80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이번 사례가 의미하는 것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FB7B6F-84A4-A049-CCF6-0091D5FFCD94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-21-</a:t>
            </a:r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623207F9-3605-98B9-EC32-3F7FC05199CC}"/>
              </a:ext>
            </a:extLst>
          </p:cNvPr>
          <p:cNvSpPr/>
          <p:nvPr/>
        </p:nvSpPr>
        <p:spPr>
          <a:xfrm>
            <a:off x="861060" y="1623060"/>
            <a:ext cx="5257800" cy="3611880"/>
          </a:xfrm>
          <a:prstGeom prst="roundRect">
            <a:avLst>
              <a:gd name="adj" fmla="val 1519"/>
            </a:avLst>
          </a:prstGeom>
          <a:solidFill>
            <a:srgbClr val="DDF6E8"/>
          </a:solidFill>
          <a:ln w="12700">
            <a:solidFill>
              <a:srgbClr val="DDF6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80630BF4-8084-E766-3080-76E39DF699E8}"/>
              </a:ext>
            </a:extLst>
          </p:cNvPr>
          <p:cNvSpPr/>
          <p:nvPr/>
        </p:nvSpPr>
        <p:spPr>
          <a:xfrm>
            <a:off x="1135379" y="1943100"/>
            <a:ext cx="179906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rgbClr val="166534"/>
                </a:solidFill>
              </a:rPr>
              <a:t>의미하는 것</a:t>
            </a:r>
            <a:endParaRPr lang="en-US" sz="20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D8674473-5A01-1583-8C9D-BFF2B9953069}"/>
              </a:ext>
            </a:extLst>
          </p:cNvPr>
          <p:cNvSpPr/>
          <p:nvPr/>
        </p:nvSpPr>
        <p:spPr>
          <a:xfrm>
            <a:off x="1071372" y="2354580"/>
            <a:ext cx="4617720" cy="2377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111827"/>
                </a:solidFill>
              </a:rPr>
              <a:t>트랜스포머 구조가 덧셈 알고리즘을 담을 수 있다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endParaRPr lang="ko-KR" altLang="en-US" dirty="0">
              <a:solidFill>
                <a:srgbClr val="111827"/>
              </a:solidFill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111827"/>
                </a:solidFill>
              </a:rPr>
              <a:t>아주 작은 모델이어서 내부 메커니즘을 비교적 해석하기 쉽다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endParaRPr lang="ko-KR" altLang="en-US" dirty="0">
              <a:solidFill>
                <a:srgbClr val="111827"/>
              </a:solidFill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111827"/>
                </a:solidFill>
              </a:rPr>
              <a:t>학습이 못 찾는 해가 존재할 수 있다는 점을 드러낸다</a:t>
            </a:r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69C0C509-5D17-852F-70DE-C64B0DEBBAB6}"/>
              </a:ext>
            </a:extLst>
          </p:cNvPr>
          <p:cNvSpPr/>
          <p:nvPr/>
        </p:nvSpPr>
        <p:spPr>
          <a:xfrm>
            <a:off x="6347460" y="1623060"/>
            <a:ext cx="4983480" cy="3611880"/>
          </a:xfrm>
          <a:prstGeom prst="roundRect">
            <a:avLst>
              <a:gd name="adj" fmla="val 1519"/>
            </a:avLst>
          </a:prstGeom>
          <a:solidFill>
            <a:srgbClr val="FDE8E8"/>
          </a:solidFill>
          <a:ln w="12700">
            <a:solidFill>
              <a:srgbClr val="FDE8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8096FB32-2CA3-4613-F613-E010DC628DAE}"/>
              </a:ext>
            </a:extLst>
          </p:cNvPr>
          <p:cNvSpPr/>
          <p:nvPr/>
        </p:nvSpPr>
        <p:spPr>
          <a:xfrm>
            <a:off x="6621779" y="1943100"/>
            <a:ext cx="237878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rgbClr val="991B1B"/>
                </a:solidFill>
              </a:rPr>
              <a:t>의미하지 않는 것</a:t>
            </a:r>
            <a:endParaRPr lang="en-US" sz="2000" dirty="0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A17529AE-12EB-0593-B6CA-DB6EEADB14C5}"/>
              </a:ext>
            </a:extLst>
          </p:cNvPr>
          <p:cNvSpPr/>
          <p:nvPr/>
        </p:nvSpPr>
        <p:spPr>
          <a:xfrm>
            <a:off x="6557772" y="2354580"/>
            <a:ext cx="4389120" cy="2377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ko-KR" altLang="en-US" dirty="0"/>
              <a:t>범용 </a:t>
            </a:r>
            <a:r>
              <a:rPr lang="en-US" altLang="ko-KR" dirty="0"/>
              <a:t>LLM</a:t>
            </a:r>
            <a:r>
              <a:rPr lang="ko-KR" altLang="en-US" dirty="0"/>
              <a:t>을 사람이 직접 설계할 수 있다는 뜻은 아님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ko-KR" altLang="en-US" dirty="0"/>
              <a:t>이 사례가 곧 일반적 지능을 증명하는 것은 아님</a:t>
            </a: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754215-4290-7A2E-01EF-B4A7F87098EE}"/>
              </a:ext>
            </a:extLst>
          </p:cNvPr>
          <p:cNvSpPr txBox="1"/>
          <p:nvPr/>
        </p:nvSpPr>
        <p:spPr>
          <a:xfrm>
            <a:off x="861060" y="5791860"/>
            <a:ext cx="8547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-&gt; </a:t>
            </a:r>
            <a:r>
              <a:rPr lang="ko-KR" altLang="en-US" dirty="0"/>
              <a:t>핵심은 성능 자체보다 표현 가능성과 학습 가능성은 서로 다른 문제일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264866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9E016-80E3-3C59-8EB5-10EDD3686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D4029A-B89A-D04B-38C5-E3672D354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5C9E7D-2F50-4287-98C5-06B281AD907E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-22-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E0AE08-D197-DC4F-2EAC-8AFF0F2AE5C4}"/>
              </a:ext>
            </a:extLst>
          </p:cNvPr>
          <p:cNvSpPr txBox="1"/>
          <p:nvPr/>
        </p:nvSpPr>
        <p:spPr>
          <a:xfrm>
            <a:off x="838200" y="2179610"/>
            <a:ext cx="10062370" cy="29472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이번 사례를 통해 작은 문제에 한해서는 가중치를 직접 설계하여 원하는 계산을 구현 가능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하지만 이것을 범용적인 방법으로 확대하거나 일반 지능의 구현 방식으로 해석하기에는 무리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학습이 항상 가장 좋은 해를 찾는 것은 아니다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조금 더 발전한다면 한정적인 분야관련해서 활용되지 않을까 싶습니다</a:t>
            </a:r>
            <a:r>
              <a:rPr lang="en-US" altLang="ko-KR" dirty="0"/>
              <a:t>. </a:t>
            </a:r>
            <a:r>
              <a:rPr lang="ko-KR" altLang="en-US" dirty="0"/>
              <a:t>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24893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2409</TotalTime>
  <Words>770</Words>
  <Application>Microsoft Office PowerPoint</Application>
  <PresentationFormat>와이드스크린</PresentationFormat>
  <Paragraphs>211</Paragraphs>
  <Slides>22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5" baseType="lpstr">
      <vt:lpstr>맑은 고딕</vt:lpstr>
      <vt:lpstr>Arial</vt:lpstr>
      <vt:lpstr>Office 테마</vt:lpstr>
      <vt:lpstr>가중치 코딩이 가능한가?</vt:lpstr>
      <vt:lpstr>목차</vt:lpstr>
      <vt:lpstr>주제 선정 이유</vt:lpstr>
      <vt:lpstr>간단한 원리 설명</vt:lpstr>
      <vt:lpstr>간단한 원리 설명</vt:lpstr>
      <vt:lpstr>간단한 원리 설명</vt:lpstr>
      <vt:lpstr>간단한 원리 설명</vt:lpstr>
      <vt:lpstr>간단한 원리 설명</vt:lpstr>
      <vt:lpstr>간단한 원리 설명</vt:lpstr>
      <vt:lpstr>간단한 원리 설명</vt:lpstr>
      <vt:lpstr>간단한 원리 설명</vt:lpstr>
      <vt:lpstr>보통의 학습과 가설</vt:lpstr>
      <vt:lpstr>덧셈으로 규모를 축소하는 이유</vt:lpstr>
      <vt:lpstr>왜 덧셈인가?</vt:lpstr>
      <vt:lpstr>코드에서는 어떻게 작동하는가</vt:lpstr>
      <vt:lpstr>코드에서는 어떻게 작동하는가</vt:lpstr>
      <vt:lpstr>규칙 설명</vt:lpstr>
      <vt:lpstr>현재 순위</vt:lpstr>
      <vt:lpstr>따라해보기</vt:lpstr>
      <vt:lpstr>따라해보기</vt:lpstr>
      <vt:lpstr>이번 사례가 의미하는 것</vt:lpstr>
      <vt:lpstr>결론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종현 김</dc:creator>
  <cp:lastModifiedBy>종현 김</cp:lastModifiedBy>
  <cp:revision>3</cp:revision>
  <dcterms:created xsi:type="dcterms:W3CDTF">2025-09-25T05:57:29Z</dcterms:created>
  <dcterms:modified xsi:type="dcterms:W3CDTF">2026-03-11T06:55:01Z</dcterms:modified>
</cp:coreProperties>
</file>