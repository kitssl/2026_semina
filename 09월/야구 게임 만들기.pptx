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야구 게임 만들기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2026114772</a:t>
            </a:r>
            <a:r>
              <a:rPr lang="ko-KR" altLang="en-US"/>
              <a:t> 컴퓨터공학전공 김담희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77116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목차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marL="0" lvl="0" indent="0">
              <a:buNone/>
              <a:defRPr/>
            </a:pPr>
            <a:r>
              <a:rPr lang="en-US" altLang="ko-KR"/>
              <a:t>1.</a:t>
            </a:r>
            <a:r>
              <a:rPr lang="ko-KR" altLang="en-US"/>
              <a:t> 주제 선정 이유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2.</a:t>
            </a:r>
            <a:r>
              <a:rPr lang="ko-KR" altLang="en-US"/>
              <a:t> 야구 게임 이란</a:t>
            </a:r>
            <a:r>
              <a:rPr lang="en-US" altLang="ko-KR"/>
              <a:t>?</a:t>
            </a:r>
            <a:endParaRPr lang="en-US" altLang="ko-KR"/>
          </a:p>
          <a:p>
            <a:pPr marL="0" lvl="0" indent="0">
              <a:buNone/>
              <a:defRPr/>
            </a:pPr>
            <a:r>
              <a:rPr lang="en-US" altLang="ko-KR"/>
              <a:t>3.</a:t>
            </a:r>
            <a:r>
              <a:rPr lang="ko-KR" altLang="en-US"/>
              <a:t> 구현 방법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4.</a:t>
            </a:r>
            <a:r>
              <a:rPr lang="ko-KR" altLang="en-US"/>
              <a:t> 필요한 기능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5.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/>
              <a:t>한테 물어보기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6.</a:t>
            </a:r>
            <a:r>
              <a:rPr lang="ko-KR" altLang="en-US"/>
              <a:t>마무리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289359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주제 선정 이유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en-US" altLang="ko-KR" sz="3000"/>
              <a:t>C</a:t>
            </a:r>
            <a:r>
              <a:rPr lang="ko-KR" altLang="en-US" sz="3000"/>
              <a:t>프로그래밍 과목을 이번 학기에 수강하게 되었다</a:t>
            </a:r>
            <a:r>
              <a:rPr lang="en-US" altLang="ko-KR" sz="3000"/>
              <a:t>!</a:t>
            </a:r>
            <a:endParaRPr lang="en-US" altLang="ko-KR" sz="3000"/>
          </a:p>
          <a:p>
            <a:pPr lvl="0">
              <a:defRPr/>
            </a:pPr>
            <a:r>
              <a:rPr lang="en-US" altLang="ko-KR" sz="3000"/>
              <a:t>C</a:t>
            </a:r>
            <a:r>
              <a:rPr lang="ko-KR" altLang="en-US" sz="3000"/>
              <a:t>언어는 너무 예전에 해서 전부 다 까먹음 </a:t>
            </a:r>
            <a:r>
              <a:rPr lang="en-US" altLang="ko-KR" sz="3000"/>
              <a:t>-&gt;</a:t>
            </a:r>
            <a:r>
              <a:rPr lang="ko-KR" altLang="en-US" sz="3000"/>
              <a:t> 재활이 필요하다</a:t>
            </a:r>
            <a:r>
              <a:rPr lang="en-US" altLang="ko-KR" sz="3000"/>
              <a:t>!</a:t>
            </a:r>
            <a:endParaRPr lang="en-US" altLang="ko-KR" sz="3000"/>
          </a:p>
          <a:p>
            <a:pPr lvl="0">
              <a:defRPr/>
            </a:pPr>
            <a:r>
              <a:rPr lang="ko-KR" altLang="en-US" sz="3000"/>
              <a:t>예전에 배울 때 포인터 앞까지 공부함</a:t>
            </a:r>
            <a:endParaRPr lang="ko-KR" altLang="en-US" sz="3000"/>
          </a:p>
          <a:p>
            <a:pPr lvl="0">
              <a:defRPr/>
            </a:pPr>
            <a:r>
              <a:rPr lang="ko-KR" altLang="en-US" sz="3000"/>
              <a:t>간단한 걸 만드는 걸로 복습하기로 결정하고 뭐 만들지 하다가 야구 게임을 발견하게 됨</a:t>
            </a:r>
            <a:endParaRPr lang="ko-KR" altLang="en-US" sz="3000"/>
          </a:p>
          <a:p>
            <a:pPr lvl="0">
              <a:defRPr/>
            </a:pPr>
            <a:r>
              <a:rPr lang="ko-KR" altLang="en-US" sz="3000"/>
              <a:t>그래서 만들어 보기로 하였다</a:t>
            </a:r>
            <a:r>
              <a:rPr lang="en-US" altLang="ko-KR" sz="3000"/>
              <a:t>!</a:t>
            </a:r>
            <a:r>
              <a:rPr lang="ko-KR" altLang="en-US" sz="3000"/>
              <a:t> 야구게임</a:t>
            </a:r>
            <a:r>
              <a:rPr lang="en-US" altLang="ko-KR" sz="3000"/>
              <a:t>~!@!!</a:t>
            </a:r>
            <a:endParaRPr lang="en-US" altLang="ko-KR" sz="3000"/>
          </a:p>
          <a:p>
            <a:pPr lvl="0">
              <a:defRPr/>
            </a:pPr>
            <a:endParaRPr lang="ko-KR" altLang="en-US" sz="3000"/>
          </a:p>
          <a:p>
            <a:pPr lvl="0">
              <a:defRPr/>
            </a:pPr>
            <a:endParaRPr lang="ko-KR" altLang="en-US" sz="3000"/>
          </a:p>
        </p:txBody>
      </p:sp>
    </p:spTree>
    <p:extLst>
      <p:ext uri="{BB962C8B-B14F-4D97-AF65-F5344CB8AC3E}">
        <p14:creationId xmlns:p14="http://schemas.microsoft.com/office/powerpoint/2010/main" val="3643954659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야구 게임 이란</a:t>
            </a:r>
            <a:r>
              <a:rPr lang="en-US" altLang="ko-KR"/>
              <a:t>?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417638"/>
            <a:ext cx="11329986" cy="4708525"/>
          </a:xfrm>
        </p:spPr>
        <p:txBody>
          <a:bodyPr/>
          <a:p>
            <a:pPr marL="0" lvl="0" indent="0">
              <a:buNone/>
              <a:defRPr/>
            </a:pPr>
            <a:r>
              <a:rPr lang="ko-KR" altLang="en-US" sz="3000"/>
              <a:t>룰 설명</a:t>
            </a:r>
            <a:endParaRPr lang="ko-KR" altLang="en-US" sz="3000"/>
          </a:p>
          <a:p>
            <a:pPr marL="0" lvl="0" indent="0">
              <a:buNone/>
              <a:defRPr/>
            </a:pPr>
            <a:r>
              <a:rPr lang="en-US" altLang="ko-KR" sz="3000"/>
              <a:t>1.</a:t>
            </a:r>
            <a:r>
              <a:rPr lang="ko-KR" altLang="en-US" sz="3000"/>
              <a:t> </a:t>
            </a:r>
            <a:r>
              <a:rPr lang="en-US" altLang="ko-KR" sz="3000"/>
              <a:t>0~9</a:t>
            </a:r>
            <a:r>
              <a:rPr lang="ko-KR" altLang="en-US" sz="3000"/>
              <a:t> 중에서 서로 다른 숫자 </a:t>
            </a:r>
            <a:r>
              <a:rPr lang="en-US" altLang="ko-KR" sz="3000"/>
              <a:t>3~4</a:t>
            </a:r>
            <a:r>
              <a:rPr lang="ko-KR" altLang="en-US" sz="3000"/>
              <a:t>개를 뽑아 정답을 만듬</a:t>
            </a:r>
            <a:r>
              <a:rPr lang="en-US" altLang="ko-KR" sz="3000"/>
              <a:t>(</a:t>
            </a:r>
            <a:r>
              <a:rPr lang="ko-KR" altLang="en-US" sz="3000"/>
              <a:t>보통 </a:t>
            </a:r>
            <a:r>
              <a:rPr lang="en-US" altLang="ko-KR" sz="3000"/>
              <a:t>3</a:t>
            </a:r>
            <a:r>
              <a:rPr lang="ko-KR" altLang="en-US" sz="3000"/>
              <a:t>자리</a:t>
            </a:r>
            <a:r>
              <a:rPr lang="en-US" altLang="ko-KR" sz="3000"/>
              <a:t>)</a:t>
            </a:r>
            <a:endParaRPr lang="en-US" altLang="ko-KR" sz="3000"/>
          </a:p>
          <a:p>
            <a:pPr marL="0" lvl="0" indent="0">
              <a:buNone/>
              <a:defRPr/>
            </a:pPr>
            <a:r>
              <a:rPr lang="en-US" altLang="ko-KR" sz="3000"/>
              <a:t>2.</a:t>
            </a:r>
            <a:r>
              <a:rPr lang="ko-KR" altLang="en-US" sz="3000"/>
              <a:t> 상대방도 중복 없는 숫자로 추측값 입력</a:t>
            </a:r>
            <a:endParaRPr lang="ko-KR" altLang="en-US" sz="3000"/>
          </a:p>
          <a:p>
            <a:pPr marL="0" lvl="0" indent="0">
              <a:buNone/>
              <a:defRPr/>
            </a:pPr>
            <a:r>
              <a:rPr lang="en-US" altLang="ko-KR" sz="3000"/>
              <a:t>3.</a:t>
            </a:r>
            <a:r>
              <a:rPr lang="ko-KR" altLang="en-US" sz="3000"/>
              <a:t> 판정</a:t>
            </a:r>
            <a:endParaRPr lang="ko-KR" altLang="en-US" sz="3000"/>
          </a:p>
          <a:p>
            <a:pPr marL="0" lvl="0" indent="0">
              <a:buNone/>
              <a:defRPr/>
            </a:pPr>
            <a:r>
              <a:rPr lang="ko-KR" altLang="en-US" sz="3000"/>
              <a:t> 스트라이크</a:t>
            </a:r>
            <a:r>
              <a:rPr lang="en-US" altLang="ko-KR" sz="3000"/>
              <a:t>(S):</a:t>
            </a:r>
            <a:r>
              <a:rPr lang="ko-KR" altLang="en-US" sz="3000"/>
              <a:t> 숫자도 맞고 자리도 맞는 경우</a:t>
            </a:r>
            <a:endParaRPr lang="ko-KR" altLang="en-US" sz="3000"/>
          </a:p>
          <a:p>
            <a:pPr marL="0" lvl="0" indent="0">
              <a:buNone/>
              <a:defRPr/>
            </a:pPr>
            <a:r>
              <a:rPr lang="ko-KR" altLang="en-US" sz="3000"/>
              <a:t>볼</a:t>
            </a:r>
            <a:r>
              <a:rPr lang="en-US" altLang="ko-KR" sz="3000"/>
              <a:t>(B):</a:t>
            </a:r>
            <a:r>
              <a:rPr lang="ko-KR" altLang="en-US" sz="3000"/>
              <a:t> 숫자는 정답에 있지만 자리가 틀린 경우</a:t>
            </a:r>
            <a:endParaRPr lang="ko-KR" altLang="en-US" sz="3000"/>
          </a:p>
          <a:p>
            <a:pPr marL="0" lvl="0" indent="0">
              <a:buNone/>
              <a:defRPr/>
            </a:pPr>
            <a:r>
              <a:rPr lang="ko-KR" altLang="en-US" sz="3000"/>
              <a:t>아웃</a:t>
            </a:r>
            <a:r>
              <a:rPr lang="en-US" altLang="ko-KR" sz="3000"/>
              <a:t>(OUT):</a:t>
            </a:r>
            <a:r>
              <a:rPr lang="ko-KR" altLang="en-US" sz="3000"/>
              <a:t> 스트라이크도 볼도 하나도 없는 경우</a:t>
            </a:r>
            <a:endParaRPr lang="ko-KR" altLang="en-US" sz="3000"/>
          </a:p>
          <a:p>
            <a:pPr marL="0" lvl="0" indent="0">
              <a:buNone/>
              <a:defRPr/>
            </a:pPr>
            <a:endParaRPr lang="ko-KR" altLang="en-US" sz="3000"/>
          </a:p>
        </p:txBody>
      </p:sp>
    </p:spTree>
    <p:extLst>
      <p:ext uri="{BB962C8B-B14F-4D97-AF65-F5344CB8AC3E}">
        <p14:creationId xmlns:p14="http://schemas.microsoft.com/office/powerpoint/2010/main" val="2280077797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구현 방법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417638"/>
            <a:ext cx="10972798" cy="4708525"/>
          </a:xfrm>
        </p:spPr>
        <p:txBody>
          <a:bodyPr>
            <a:normAutofit fontScale="92500" lnSpcReduction="20000"/>
          </a:bodyPr>
          <a:p>
            <a:pPr lvl="0">
              <a:defRPr/>
            </a:pPr>
            <a:r>
              <a:rPr lang="ko-KR" altLang="en-US"/>
              <a:t>사용한 도구 </a:t>
            </a:r>
            <a:r>
              <a:rPr lang="en-US" altLang="ko-KR"/>
              <a:t>Visual Studio 2022 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선정 이유</a:t>
            </a:r>
            <a:r>
              <a:rPr lang="en-US" altLang="ko-KR"/>
              <a:t>:</a:t>
            </a:r>
            <a:r>
              <a:rPr lang="ko-KR" altLang="en-US"/>
              <a:t> 수업에서 쓰는 도구이기도 하고</a:t>
            </a:r>
            <a:r>
              <a:rPr lang="en-US" altLang="ko-KR"/>
              <a:t>,</a:t>
            </a:r>
            <a:r>
              <a:rPr lang="ko-KR" altLang="en-US"/>
              <a:t> 예전에 코딩할때도 이걸로 했기 때문</a:t>
            </a:r>
            <a:endParaRPr lang="ko-KR" altLang="en-US"/>
          </a:p>
          <a:p>
            <a:pPr marL="457200" lvl="1" indent="0">
              <a:buNone/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구현 규칙</a:t>
            </a:r>
            <a:endParaRPr lang="en-US" altLang="ko-KR"/>
          </a:p>
          <a:p>
            <a:pPr lvl="1">
              <a:defRPr/>
            </a:pPr>
            <a:r>
              <a:rPr lang="en-US" altLang="ko-KR"/>
              <a:t>ai</a:t>
            </a:r>
            <a:r>
              <a:rPr lang="ko-KR" altLang="en-US"/>
              <a:t> 안 쓰고 까먹은 문법만 구글에 검색해서 알아보기 </a:t>
            </a:r>
            <a:r>
              <a:rPr lang="en-US" altLang="ko-KR"/>
              <a:t>ex) rand()</a:t>
            </a:r>
            <a:r>
              <a:rPr lang="ko-KR" altLang="en-US"/>
              <a:t>함수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다 구현하고 나서 </a:t>
            </a:r>
            <a:r>
              <a:rPr lang="en-US" altLang="ko-KR"/>
              <a:t>ai</a:t>
            </a:r>
            <a:r>
              <a:rPr lang="ko-KR" altLang="en-US"/>
              <a:t>한테 물어보기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이번에 새로 사용한 것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예전에 할 때는 디버깅 모드 쓰지 말라해서 그냥 안썼는데 이제 사용할 수 있음</a:t>
            </a:r>
            <a:r>
              <a:rPr lang="en-US" altLang="ko-KR"/>
              <a:t>~</a:t>
            </a:r>
            <a:r>
              <a:rPr lang="ko-KR" altLang="en-US"/>
              <a:t> 너무 편함</a:t>
            </a:r>
            <a:r>
              <a:rPr lang="en-US" altLang="ko-KR"/>
              <a:t>~~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79378815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필요한 기능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600200"/>
            <a:ext cx="10972798" cy="4747079"/>
          </a:xfrm>
        </p:spPr>
        <p:txBody>
          <a:bodyPr/>
          <a:p>
            <a:pPr lvl="0">
              <a:defRPr/>
            </a:pPr>
            <a:r>
              <a:rPr lang="ko-KR" altLang="en-US"/>
              <a:t>중복 허용 </a:t>
            </a:r>
            <a:r>
              <a:rPr lang="en-US" altLang="ko-KR"/>
              <a:t>X -&gt; </a:t>
            </a:r>
            <a:r>
              <a:rPr lang="ko-KR" altLang="en-US"/>
              <a:t>걸러주는 기능 필요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전부다 </a:t>
            </a:r>
            <a:r>
              <a:rPr lang="en-US" altLang="ko-KR"/>
              <a:t>S</a:t>
            </a:r>
            <a:r>
              <a:rPr lang="ko-KR" altLang="en-US"/>
              <a:t>일 때 까지 반복해야함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996197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중복 허용 </a:t>
            </a:r>
            <a:r>
              <a:rPr lang="en-US" altLang="ko-KR"/>
              <a:t>X -&gt; </a:t>
            </a:r>
            <a:r>
              <a:rPr lang="ko-KR" altLang="en-US"/>
              <a:t>걸러주는 기능 필요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57968"/>
            <a:ext cx="10972798" cy="4968195"/>
          </a:xfrm>
        </p:spPr>
        <p:txBody>
          <a:bodyPr/>
          <a:p>
            <a:pPr lvl="0">
              <a:defRPr/>
            </a:pPr>
            <a:r>
              <a:rPr lang="en-US" altLang="ko-KR" sz="2500"/>
              <a:t>rand() % 10</a:t>
            </a:r>
            <a:r>
              <a:rPr lang="ko-KR" altLang="en-US" sz="2500"/>
              <a:t>으로 </a:t>
            </a:r>
            <a:r>
              <a:rPr lang="en-US" altLang="ko-KR" sz="2500"/>
              <a:t>0~9</a:t>
            </a:r>
            <a:r>
              <a:rPr lang="ko-KR" altLang="en-US" sz="2500"/>
              <a:t>까지 난수를 생성함</a:t>
            </a:r>
            <a:endParaRPr lang="ko-KR" altLang="en-US" sz="2500"/>
          </a:p>
          <a:p>
            <a:pPr lvl="0">
              <a:defRPr/>
            </a:pPr>
            <a:r>
              <a:rPr lang="ko-KR" altLang="en-US" sz="2500"/>
              <a:t>생성한 난수를 </a:t>
            </a:r>
            <a:r>
              <a:rPr lang="en-US" altLang="ko-KR" sz="2500"/>
              <a:t>correct_num</a:t>
            </a:r>
            <a:r>
              <a:rPr lang="ko-KR" altLang="en-US" sz="2500"/>
              <a:t>에 넣고 싶은데 중복인지 확인 필요함</a:t>
            </a:r>
            <a:endParaRPr lang="ko-KR" altLang="en-US" sz="2500"/>
          </a:p>
          <a:p>
            <a:pPr lvl="0">
              <a:defRPr/>
            </a:pPr>
            <a:r>
              <a:rPr lang="ko-KR" altLang="en-US" sz="2500"/>
              <a:t>반복문을 써서 해결해야겠다고 생각함 </a:t>
            </a:r>
            <a:endParaRPr lang="ko-KR" altLang="en-US" sz="2500"/>
          </a:p>
          <a:p>
            <a:pPr lvl="1">
              <a:defRPr/>
            </a:pPr>
            <a:r>
              <a:rPr lang="ko-KR" altLang="en-US" sz="2500"/>
              <a:t>기본적인 형태 잡기			</a:t>
            </a:r>
            <a:r>
              <a:rPr lang="en-US" altLang="ko-KR" sz="2500"/>
              <a:t>---</a:t>
            </a:r>
            <a:r>
              <a:rPr lang="ko-KR" altLang="en-US" sz="2500"/>
              <a:t> 필요한 기능 추가하기</a:t>
            </a:r>
            <a:endParaRPr lang="ko-KR" altLang="en-US" sz="250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2891843"/>
            <a:ext cx="5356808" cy="324384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l="5373" t="70230" r="30173" b="-1236"/>
          <a:stretch>
            <a:fillRect/>
          </a:stretch>
        </p:blipFill>
        <p:spPr>
          <a:xfrm>
            <a:off x="609599" y="5309557"/>
            <a:ext cx="5356808" cy="1519868"/>
          </a:xfrm>
          <a:prstGeom prst="rect">
            <a:avLst/>
          </a:prstGeom>
        </p:spPr>
      </p:pic>
      <p:sp>
        <p:nvSpPr>
          <p:cNvPr id="6" name="내용 개체 틀 2"/>
          <p:cNvSpPr/>
          <p:nvPr/>
        </p:nvSpPr>
        <p:spPr>
          <a:xfrm>
            <a:off x="6095999" y="2891843"/>
            <a:ext cx="5808886" cy="396615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368144" y="2891843"/>
            <a:ext cx="5014463" cy="38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656487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6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203990" y="1417638"/>
            <a:ext cx="5643793" cy="4353783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p>
            <a:pPr lvl="0">
              <a:defRPr/>
            </a:pPr>
            <a:r>
              <a:rPr lang="ko-KR" altLang="en-US"/>
              <a:t>중복 허용 </a:t>
            </a:r>
            <a:r>
              <a:rPr lang="en-US" altLang="ko-KR"/>
              <a:t>X -&gt; </a:t>
            </a:r>
            <a:r>
              <a:rPr lang="ko-KR" altLang="en-US"/>
              <a:t>걸러주는 기능 필요</a:t>
            </a:r>
            <a:endParaRPr lang="ko-KR" altLang="en-US"/>
          </a:p>
        </p:txBody>
      </p:sp>
      <p:sp>
        <p:nvSpPr>
          <p:cNvPr id="5" name="내용 개체 틀 2"/>
          <p:cNvSpPr/>
          <p:nvPr/>
        </p:nvSpPr>
        <p:spPr>
          <a:xfrm>
            <a:off x="6284097" y="1322408"/>
            <a:ext cx="5734613" cy="496819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심각한 문제 발생 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만약 같은 숫자가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번 이상 나오면 잡지 못 함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문 써서 어케저케 하면 될 거 같은데 잘 모르겠음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=&gt;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중복 없이 랜덤 함수 뽑는 법 검색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 while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를 사용해서 구현함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do-while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문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 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뒤에 실행할 코드가 오고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중괄호 뒤의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조건식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그리고 끝에 세미콜론을 붙여야 함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3990" y="1253218"/>
            <a:ext cx="6237137" cy="510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43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1" y="0"/>
            <a:ext cx="10972798" cy="1143000"/>
          </a:xfrm>
        </p:spPr>
        <p:txBody>
          <a:bodyPr/>
          <a:p>
            <a:pPr lvl="0">
              <a:defRPr/>
            </a:pPr>
            <a:r>
              <a:rPr lang="en-US" altLang="ko-KR"/>
              <a:t>S,B,OUT</a:t>
            </a:r>
            <a:r>
              <a:rPr lang="ko-KR" altLang="en-US"/>
              <a:t>인지 걸러주는 기능 필요</a:t>
            </a:r>
            <a:endParaRPr lang="ko-KR" altLang="en-US"/>
          </a:p>
        </p:txBody>
      </p:sp>
      <p:sp>
        <p:nvSpPr>
          <p:cNvPr id="4" name="내용 개체 틀 2"/>
          <p:cNvSpPr/>
          <p:nvPr/>
        </p:nvSpPr>
        <p:spPr>
          <a:xfrm>
            <a:off x="609600" y="1281566"/>
            <a:ext cx="10972798" cy="496819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로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answer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입력받기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변수 설명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correct_num == 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랜덤 정답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answer == 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입력받은 값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length == 100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로 바뀌는 값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만약 정답이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234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라고 하면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234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를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으로 나눈 몫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endPara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234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를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으로 나눈 나머지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</a:t>
            </a:r>
            <a:endPara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이렇게 하나하나 나눠서 판별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239264" y="1013273"/>
            <a:ext cx="5836395" cy="550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07153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5.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/>
              <a:t>한테 물어보기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marL="0" lvl="0" indent="0">
              <a:buNone/>
              <a:defRPr/>
            </a:pPr>
            <a:r>
              <a:rPr lang="ko-KR" altLang="en-US"/>
              <a:t>내가 발견한 문제점 </a:t>
            </a:r>
            <a:r>
              <a:rPr lang="en-US" altLang="ko-KR"/>
              <a:t>:</a:t>
            </a:r>
            <a:r>
              <a:rPr lang="ko-KR" altLang="en-US"/>
              <a:t> 중복 처리 코드에 오류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Ai</a:t>
            </a:r>
            <a:r>
              <a:rPr lang="ko-KR" altLang="en-US"/>
              <a:t>가 발견한 문제점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1. </a:t>
            </a:r>
            <a:r>
              <a:rPr lang="ko-KR" altLang="en-US"/>
              <a:t>변수명 </a:t>
            </a:r>
            <a:endParaRPr lang="en-US" altLang="ko-KR"/>
          </a:p>
          <a:p>
            <a:pPr marL="0" lvl="0" indent="0">
              <a:buNone/>
              <a:defRPr/>
            </a:pPr>
            <a:r>
              <a:rPr lang="en-US" altLang="ko-KR"/>
              <a:t>length --&gt; divisor(</a:t>
            </a:r>
            <a:r>
              <a:rPr lang="ko-KR" altLang="en-US"/>
              <a:t>자릿값 나누는 용도</a:t>
            </a:r>
            <a:r>
              <a:rPr lang="en-US" altLang="ko-KR"/>
              <a:t>),</a:t>
            </a:r>
            <a:r>
              <a:rPr lang="ko-KR" altLang="en-US"/>
              <a:t> </a:t>
            </a:r>
            <a:endParaRPr lang="en-US" altLang="ko-KR"/>
          </a:p>
          <a:p>
            <a:pPr marL="0" lvl="0" indent="0">
              <a:buNone/>
              <a:defRPr/>
            </a:pPr>
            <a:r>
              <a:rPr lang="en-US" altLang="ko-KR"/>
              <a:t>num --&gt; candidate(</a:t>
            </a:r>
            <a:r>
              <a:rPr lang="ko-KR" altLang="en-US"/>
              <a:t>방금 뽑은 랜덤 숫자 후보</a:t>
            </a:r>
            <a:r>
              <a:rPr lang="en-US" altLang="ko-KR"/>
              <a:t>)</a:t>
            </a:r>
            <a:endParaRPr lang="en-US" altLang="ko-KR"/>
          </a:p>
          <a:p>
            <a:pPr marL="0" lvl="0" indent="0">
              <a:buNone/>
              <a:defRPr/>
            </a:pPr>
            <a:r>
              <a:rPr lang="en-US" altLang="ko-KR"/>
              <a:t>2. </a:t>
            </a:r>
            <a:r>
              <a:rPr lang="ko-KR" altLang="en-US"/>
              <a:t>입력 중복 숫자 체크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3. </a:t>
            </a:r>
            <a:r>
              <a:rPr lang="ko-KR" altLang="en-US"/>
              <a:t>입력 범위 체크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433024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6.</a:t>
            </a:r>
            <a:r>
              <a:rPr lang="ko-KR" altLang="en-US"/>
              <a:t> 마무리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316121"/>
            <a:ext cx="10972798" cy="5261226"/>
          </a:xfrm>
        </p:spPr>
        <p:txBody>
          <a:bodyPr/>
          <a:p>
            <a:pPr lvl="0">
              <a:defRPr/>
            </a:pPr>
            <a:r>
              <a:rPr lang="ko-KR" altLang="en-US" sz="2900"/>
              <a:t>사실 저번주에 발표한 내용을 이해 못한게 </a:t>
            </a:r>
            <a:r>
              <a:rPr lang="en-US" altLang="ko-KR" sz="2900"/>
              <a:t>ai</a:t>
            </a:r>
            <a:r>
              <a:rPr lang="ko-KR" altLang="en-US" sz="2900"/>
              <a:t>에게 전적으로 의지해서 생겨버린 문제라고 생각함</a:t>
            </a:r>
            <a:endParaRPr lang="ko-KR" altLang="en-US" sz="2900"/>
          </a:p>
          <a:p>
            <a:pPr lvl="0">
              <a:defRPr/>
            </a:pPr>
            <a:r>
              <a:rPr lang="ko-KR" altLang="en-US" sz="2900"/>
              <a:t>해커톤에서도 </a:t>
            </a:r>
            <a:r>
              <a:rPr lang="en-US" altLang="ko-KR" sz="2900"/>
              <a:t>ai</a:t>
            </a:r>
            <a:r>
              <a:rPr lang="ko-KR" altLang="en-US" sz="2900"/>
              <a:t>가 다 하니까 내가 재미가 없어서 허무함</a:t>
            </a:r>
            <a:endParaRPr lang="ko-KR" altLang="en-US" sz="2900"/>
          </a:p>
          <a:p>
            <a:pPr lvl="0">
              <a:defRPr/>
            </a:pPr>
            <a:r>
              <a:rPr lang="en-US" altLang="ko-KR" sz="2900"/>
              <a:t>C</a:t>
            </a:r>
            <a:r>
              <a:rPr lang="ko-KR" altLang="en-US" sz="2900"/>
              <a:t>언어는 아직 진짜 기초중에 기초를 하고 있지만 앞으로 더 배우고 싶음</a:t>
            </a:r>
            <a:endParaRPr lang="ko-KR" altLang="en-US" sz="2900"/>
          </a:p>
          <a:p>
            <a:pPr lvl="0">
              <a:defRPr/>
            </a:pPr>
            <a:r>
              <a:rPr lang="ko-KR" altLang="en-US" sz="2900"/>
              <a:t>다음에는 고</a:t>
            </a:r>
            <a:r>
              <a:rPr lang="en-US" altLang="ko-KR" sz="2900"/>
              <a:t>3</a:t>
            </a:r>
            <a:r>
              <a:rPr lang="ko-KR" altLang="en-US" sz="2900"/>
              <a:t>때 잠깐 이론만 공부한 포인터를 발표하고자 함</a:t>
            </a:r>
            <a:r>
              <a:rPr lang="en-US" altLang="ko-KR" sz="2900"/>
              <a:t>!</a:t>
            </a:r>
            <a:r>
              <a:rPr lang="ko-KR" altLang="en-US" sz="2900"/>
              <a:t> </a:t>
            </a:r>
            <a:endParaRPr lang="ko-KR" altLang="en-US" sz="2900"/>
          </a:p>
          <a:p>
            <a:pPr lvl="0">
              <a:defRPr/>
            </a:pPr>
            <a:r>
              <a:rPr lang="ko-KR" altLang="en-US" sz="2900"/>
              <a:t>끝 감사합니다</a:t>
            </a:r>
            <a:r>
              <a:rPr lang="en-US" altLang="ko-KR" sz="2900"/>
              <a:t>!</a:t>
            </a:r>
            <a:endParaRPr lang="en-US" altLang="ko-KR" sz="2900"/>
          </a:p>
        </p:txBody>
      </p:sp>
    </p:spTree>
    <p:extLst>
      <p:ext uri="{BB962C8B-B14F-4D97-AF65-F5344CB8AC3E}">
        <p14:creationId xmlns:p14="http://schemas.microsoft.com/office/powerpoint/2010/main" val="3693694189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361</ep:Words>
  <ep:PresentationFormat>화면 슬라이드 쇼(4:3)</ep:PresentationFormat>
  <ep:Paragraphs>78</ep:Paragraphs>
  <ep:Slides>11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한컴오피스</vt:lpstr>
      <vt:lpstr>야구 게임 만들기</vt:lpstr>
      <vt:lpstr>목차</vt:lpstr>
      <vt:lpstr>1. 주제 선정 이유</vt:lpstr>
      <vt:lpstr>2. 야구 게임 이란?</vt:lpstr>
      <vt:lpstr>3. 구현 방법</vt:lpstr>
      <vt:lpstr>4. 필요한 기능</vt:lpstr>
      <vt:lpstr>중복 허용 X -&gt; 걸러주는 기능 필요</vt:lpstr>
      <vt:lpstr>중복 허용 X -&gt; 걸러주는 기능 필요</vt:lpstr>
      <vt:lpstr>S,B,OUT인지 걸러주는 기능 필요</vt:lpstr>
      <vt:lpstr>5. AI한테 물어보기</vt:lpstr>
      <vt:lpstr>6. 마무리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2026-09-03T07:32:08.862</dcterms:created>
  <dc:creator>Kimda</dc:creator>
  <cp:lastModifiedBy>Kimda</cp:lastModifiedBy>
  <dcterms:modified xsi:type="dcterms:W3CDTF">2026-09-03T09:10:24.719</dcterms:modified>
  <cp:revision>26</cp:revision>
  <dc:title>야구 게임 만들기</dc:title>
  <cp:version>13.0.0.3050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