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26" r:id="rId4"/>
    <p:sldId id="329" r:id="rId5"/>
    <p:sldId id="330" r:id="rId6"/>
    <p:sldId id="327" r:id="rId7"/>
    <p:sldId id="328" r:id="rId8"/>
    <p:sldId id="332" r:id="rId9"/>
    <p:sldId id="308" r:id="rId10"/>
    <p:sldId id="331" r:id="rId11"/>
    <p:sldId id="318" r:id="rId12"/>
    <p:sldId id="323" r:id="rId13"/>
    <p:sldId id="324" r:id="rId14"/>
    <p:sldId id="26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58"/>
  </p:normalViewPr>
  <p:slideViewPr>
    <p:cSldViewPr snapToGrid="0">
      <p:cViewPr varScale="1">
        <p:scale>
          <a:sx n="57" d="100"/>
          <a:sy n="57" d="100"/>
        </p:scale>
        <p:origin x="10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4E993-5E45-4C9B-8854-500358C9D6E4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D3B9D-1F87-451E-A057-504B9F72C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48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1DFF4-A409-A923-062C-364D7FFB3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DAACD7-9ECE-07B9-EBB5-4B19C6B57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8343F5-758D-CDE2-C68D-5960750D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5E4AC7-D152-F4DB-6D3E-2892F0686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9095D-6ACB-BF09-38E1-1CE62763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52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8E299-8292-5049-D46F-55947F5C9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2B71D7-22EB-D397-58DC-4D739DAA1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396B37-576E-A798-DEA9-75CAC4EE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CF5F7-7D2B-1AB3-7D31-5D85BA078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32DAB-27FC-FC6A-D02E-E5D15A7B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437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A6126-FCA6-0C82-A4E5-9BDFBEC1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7F73F7-0445-DB3E-4F3F-337054070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D34B7-94B4-8D8D-5F74-1F776D70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A39F7-DCB9-8C84-E2BF-014F9369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30F805-1FA4-6CDC-4C8D-A42D339C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775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DF985-0CA8-CB33-3594-74AAECFC6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FFD2E-68BC-9877-8DF7-176C74DCE1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290D44-A3F4-6BC8-C65C-F6D8CD10E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C1F91B-9521-6F2E-629C-B17556E8C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256B84-BD88-372E-85C9-2E00C2D9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E5B45A-54AB-B3B6-C4EB-3CED5107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47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0345C-E1BE-AE97-94ED-8F8111DD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E31620-6F14-8133-311F-EC132008A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618754-B257-7607-D383-B4CEC6F11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FC8DC9-4714-53DB-A60C-7D6A8A2C4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1E2EA0-776C-DB69-FEB3-130329789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52A08A6-BD3F-A846-A2EC-EFA1A5BF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DD11BD-9BA4-E739-E5F8-CE290FDA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4DA701-348C-079B-7D63-C8415320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7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DFD92-F714-5A5F-8462-0F6464C7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690CD2-400F-6639-13F5-DDEC66EA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6465A9-6369-F0DC-2BD2-25BE78545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CC54B9-A47D-F022-2B95-6F11A46E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36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35547F-87F0-7E7F-FA44-8C555B6BA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B1E0CA-3D10-B81A-6713-49A07386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EE5107-F428-5982-0303-7ED2A0E1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26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C49AB-5DE0-F9F8-9DFF-E6B9B2C1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25E535-58C3-EF0E-738D-F2BDCBA77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042A10-2BA2-7D27-0692-6960EA0DA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7B2F7C-0948-C087-95A4-340BA936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086B28-890B-AF37-065F-0EE13491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D8C51A-B509-5594-6C9C-3A4318AE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568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2AEF6-A1CE-3C24-FC07-A54DE2D21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B64D3D-9C4C-8B76-63C8-56A769810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88FC0C-9196-D613-A334-041D88DE5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AF6F37-E149-8430-68E1-C4E0855D3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36BCE-D83F-8D81-4BFD-FD851E84A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12FA6B-CA90-AF81-1634-FFE00528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47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5154C-EAF8-500D-7199-E7E28B901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AA45F8-1F25-B4EA-10DF-E2CC73A95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C87C08-4DCF-611B-5AFF-30ADD416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DBAC01-9FCA-4DD4-3047-FD12C6A5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02C1E7-0466-383B-EEB4-11EA7787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6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32B2FD-8C78-72AF-91FC-10BEB81E3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55143B-AEE6-649B-1560-38C51CF76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430B9C-A208-B695-24AB-BB6F53EC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3A80E-21E2-D1BB-34AF-DE0E59BD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DFE961-C8EF-A44A-383B-BE62DCBB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53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2BD2D5B-A0EE-E902-2566-1A1D163A9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3439EF-31FE-D93A-28E9-AFEC6E22C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5C16E-A57F-74EE-893B-2B3F5EA58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B2001-5AAF-4009-A6EB-90B542DB2A3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09D99F-C609-9CD9-BB2D-E4991263B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F67E8A-1864-2AF9-E553-60EF735E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A6383-C4B8-435A-AB0C-D6EBDBCB88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87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0307C-DC4E-E42D-35DE-FEE8C59E4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9584" y="1041400"/>
            <a:ext cx="9632830" cy="2387600"/>
          </a:xfrm>
        </p:spPr>
        <p:txBody>
          <a:bodyPr>
            <a:normAutofit/>
          </a:bodyPr>
          <a:lstStyle/>
          <a:p>
            <a:r>
              <a:rPr lang="en-US" altLang="ko-KR" dirty="0"/>
              <a:t>Linux TCP</a:t>
            </a:r>
            <a:r>
              <a:rPr lang="ko-KR" altLang="en-US" dirty="0"/>
              <a:t> 서버의 </a:t>
            </a:r>
            <a:br>
              <a:rPr lang="en-US" altLang="ko-KR" dirty="0"/>
            </a:br>
            <a:r>
              <a:rPr lang="en-US" altLang="ko-KR" dirty="0"/>
              <a:t>I/O </a:t>
            </a:r>
            <a:r>
              <a:rPr lang="ko-KR" altLang="en-US" dirty="0" err="1"/>
              <a:t>멀티플렉싱</a:t>
            </a:r>
            <a:r>
              <a:rPr lang="ko-KR" altLang="en-US" dirty="0"/>
              <a:t> 성능 비교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04136F-6B3E-9427-9941-807D9FE1E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7932" y="4623443"/>
            <a:ext cx="2250332" cy="1655762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김학재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3F08CA58-2562-62E3-6CE1-B7C4C79A2DE5}"/>
              </a:ext>
            </a:extLst>
          </p:cNvPr>
          <p:cNvSpPr txBox="1">
            <a:spLocks/>
          </p:cNvSpPr>
          <p:nvPr/>
        </p:nvSpPr>
        <p:spPr>
          <a:xfrm>
            <a:off x="2650671" y="3795562"/>
            <a:ext cx="689065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+</a:t>
            </a:r>
            <a:r>
              <a:rPr lang="ko-KR" altLang="en-US" sz="2000" dirty="0"/>
              <a:t>비동기 프로그래밍</a:t>
            </a:r>
            <a:r>
              <a:rPr lang="en-US" altLang="ko-KR" sz="2000" dirty="0"/>
              <a:t>(select,</a:t>
            </a:r>
            <a:r>
              <a:rPr lang="ko-KR" altLang="en-US" sz="2000" dirty="0"/>
              <a:t> </a:t>
            </a:r>
            <a:r>
              <a:rPr lang="en-US" altLang="ko-KR" sz="2000" dirty="0" err="1"/>
              <a:t>epoll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 err="1"/>
              <a:t>io_uring</a:t>
            </a:r>
            <a:r>
              <a:rPr lang="en-US" altLang="ko-KR" sz="2000" dirty="0"/>
              <a:t>)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8E535231-BF5E-5F02-3E3B-B61206D76C4C}"/>
              </a:ext>
            </a:extLst>
          </p:cNvPr>
          <p:cNvSpPr txBox="1">
            <a:spLocks/>
          </p:cNvSpPr>
          <p:nvPr/>
        </p:nvSpPr>
        <p:spPr>
          <a:xfrm>
            <a:off x="5047033" y="5887843"/>
            <a:ext cx="2097932" cy="56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/>
              <a:t>2026.09.17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0500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AF903-E723-2E87-3509-AD9433C39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F6E705-9F1E-788C-9BBB-A693D882D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지난시간</a:t>
            </a:r>
            <a:r>
              <a:rPr lang="en-US" altLang="ko-KR" dirty="0"/>
              <a:t> (select, </a:t>
            </a:r>
            <a:r>
              <a:rPr lang="en-US" altLang="ko-KR" dirty="0" err="1"/>
              <a:t>epoll</a:t>
            </a:r>
            <a:r>
              <a:rPr lang="en-US" altLang="ko-KR" dirty="0"/>
              <a:t> </a:t>
            </a:r>
            <a:r>
              <a:rPr lang="ko-KR" altLang="en-US" dirty="0"/>
              <a:t>작동방식</a:t>
            </a:r>
            <a:r>
              <a:rPr lang="en-US" altLang="ko-KR" dirty="0"/>
              <a:t>)</a:t>
            </a:r>
          </a:p>
          <a:p>
            <a:pPr marL="514350" indent="-514350">
              <a:buAutoNum type="arabicPeriod"/>
            </a:pPr>
            <a:r>
              <a:rPr lang="ko-KR" altLang="en-US" dirty="0"/>
              <a:t>리눅스 환경에서의 비동기 프로그래밍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io_uring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성능비교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ko-KR" altLang="en-US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DF6147FB-FDBF-6E63-5F7D-B412AA6A2C75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2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8D36E0F-B6C4-8DAB-49C8-75633F16F31F}"/>
              </a:ext>
            </a:extLst>
          </p:cNvPr>
          <p:cNvCxnSpPr>
            <a:cxnSpLocks/>
          </p:cNvCxnSpPr>
          <p:nvPr/>
        </p:nvCxnSpPr>
        <p:spPr>
          <a:xfrm>
            <a:off x="922564" y="1420586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90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45BE0-2829-DF4C-C4FE-8F28A436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963F2-CB6A-AFD6-4456-FF98D086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지난시간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6B009D-BBA0-C9C2-B272-C59DFDF73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117603"/>
            <a:ext cx="10994571" cy="5059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한 서버가 여러 클라이언트의 통신을 동시에 처리하기 위해서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멀티프로세싱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fork </a:t>
            </a:r>
          </a:p>
          <a:p>
            <a:pPr lvl="1">
              <a:buFontTx/>
              <a:buChar char="-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프로세스 생성에 많은 시간과 자원필요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Tx/>
              <a:buChar char="-"/>
            </a:pP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프로세스간의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통신 복잡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Tx/>
              <a:buChar char="-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멀티스레딩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thread </a:t>
            </a:r>
          </a:p>
          <a:p>
            <a:pPr lvl="1">
              <a:buFontTx/>
              <a:buChar char="-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스레드의 생성 및 컨텍스트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스위칭이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프로세스보다는 빠르고 가볍다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lvl="1">
              <a:buFontTx/>
              <a:buChar char="-"/>
            </a:pP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스레드간의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통신은 덜 복잡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메모리 공유해서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lvl="1">
              <a:buFontTx/>
              <a:buChar char="-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멀티플렉싱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select() , 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epoll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 marL="457200" lvl="1" indent="0">
              <a:buNone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 </a:t>
            </a:r>
            <a:r>
              <a:rPr lang="ko-KR" altLang="en-US" sz="16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싱글 프로세스</a:t>
            </a:r>
            <a:r>
              <a:rPr lang="en-US" altLang="ko-KR" sz="16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싱글 스레드로 여러 클라이언트와 통신 가능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컨텍스트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스위칭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X)</a:t>
            </a:r>
          </a:p>
          <a:p>
            <a:pPr lvl="1">
              <a:buFontTx/>
              <a:buChar char="-"/>
            </a:pP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멀티플렉싱은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엄밀히 말하면 여러 클라이언트와의 통신을 동시에 실행하지는 않는다는 점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(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멀티코어인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경우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lvl="1">
              <a:buFontTx/>
              <a:buChar char="-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비동기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I/O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인터페이스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io_uring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 lvl="1">
              <a:buFontTx/>
              <a:buChar char="-"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싱글 프로세스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싱글 스레드에서 여러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I/O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작업 처리 가능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Tx/>
              <a:buChar char="-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I/O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요청을 제출하고 완료 결과를 나중에 확인하는 구조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3BDF26FA-B5B1-2B1D-D180-5A6681DA6E79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3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278D0B-7024-058F-1750-BAB5EB1DE2B1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746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472EA-1184-0789-D2F7-92A4FBDA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0E793-3BFF-299A-2EB0-BC2F2E5F8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select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31E304-85FB-6ADE-BCD9-38AE1DDF7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117603"/>
            <a:ext cx="10994571" cy="5059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select() 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비트맵으로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이루어져있는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fd_set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을 감시하면서 조건 만족한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fd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총 개수를 반환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fd_set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을 수정하는 함수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정정할 내용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9A2551E7-C839-7366-792C-3795BF89B21E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4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03F5400-150A-639E-39C5-69D59539CF8F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5715FB86-52EC-C302-8807-BABAF1723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22" y="2631783"/>
            <a:ext cx="3524742" cy="1905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5576F4E-174A-1588-7C59-9CF3732ED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102" y="2398207"/>
            <a:ext cx="4925112" cy="628738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D6405A1-A849-A06B-357F-AA454BD1AD7E}"/>
              </a:ext>
            </a:extLst>
          </p:cNvPr>
          <p:cNvCxnSpPr/>
          <p:nvPr/>
        </p:nvCxnSpPr>
        <p:spPr>
          <a:xfrm>
            <a:off x="430275" y="2281293"/>
            <a:ext cx="952219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A7B21A8-C05B-F110-E938-18649E0C8FA2}"/>
              </a:ext>
            </a:extLst>
          </p:cNvPr>
          <p:cNvCxnSpPr/>
          <p:nvPr/>
        </p:nvCxnSpPr>
        <p:spPr>
          <a:xfrm>
            <a:off x="430275" y="3172995"/>
            <a:ext cx="952219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54D84DA-F613-7AFE-45DD-A405424DE89B}"/>
              </a:ext>
            </a:extLst>
          </p:cNvPr>
          <p:cNvCxnSpPr>
            <a:cxnSpLocks/>
          </p:cNvCxnSpPr>
          <p:nvPr/>
        </p:nvCxnSpPr>
        <p:spPr>
          <a:xfrm>
            <a:off x="9952465" y="2281293"/>
            <a:ext cx="0" cy="891702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2670070-7661-3EF7-F8C3-C9005A0AB4A8}"/>
              </a:ext>
            </a:extLst>
          </p:cNvPr>
          <p:cNvCxnSpPr>
            <a:cxnSpLocks/>
          </p:cNvCxnSpPr>
          <p:nvPr/>
        </p:nvCxnSpPr>
        <p:spPr>
          <a:xfrm>
            <a:off x="430275" y="2281293"/>
            <a:ext cx="0" cy="891702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88A4D3E-20F5-6CA9-B90B-DA9771286469}"/>
              </a:ext>
            </a:extLst>
          </p:cNvPr>
          <p:cNvSpPr txBox="1"/>
          <p:nvPr/>
        </p:nvSpPr>
        <p:spPr>
          <a:xfrm>
            <a:off x="3784276" y="3200318"/>
            <a:ext cx="7188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127</a:t>
            </a:r>
            <a:r>
              <a:rPr lang="ko-KR" altLang="en-US" dirty="0"/>
              <a:t>번까지 </a:t>
            </a:r>
            <a:r>
              <a:rPr lang="ko-KR" altLang="en-US" dirty="0" err="1"/>
              <a:t>검사하는게</a:t>
            </a:r>
            <a:r>
              <a:rPr lang="ko-KR" altLang="en-US" dirty="0"/>
              <a:t> 아니라 </a:t>
            </a:r>
            <a:r>
              <a:rPr lang="en-US" altLang="ko-KR" dirty="0"/>
              <a:t>1000</a:t>
            </a:r>
            <a:r>
              <a:rPr lang="ko-KR" altLang="en-US" dirty="0"/>
              <a:t>번까지 검사한다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이벤트 </a:t>
            </a:r>
            <a:r>
              <a:rPr lang="ko-KR" altLang="en-US" dirty="0" err="1"/>
              <a:t>발생에대한</a:t>
            </a:r>
            <a:r>
              <a:rPr lang="ko-KR" altLang="en-US" dirty="0"/>
              <a:t> </a:t>
            </a:r>
            <a:r>
              <a:rPr lang="ko-KR" altLang="en-US" dirty="0" err="1"/>
              <a:t>번호까지만</a:t>
            </a:r>
            <a:r>
              <a:rPr lang="ko-KR" altLang="en-US" dirty="0"/>
              <a:t> 검사한다는 최적화는 없었다</a:t>
            </a:r>
            <a:r>
              <a:rPr lang="en-US" altLang="ko-KR" dirty="0"/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A9E6FE4-08BB-C393-B644-E22053CB3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29" y="4586768"/>
            <a:ext cx="4441337" cy="133788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9C8CD90-DE50-281B-CF4B-3B57DD9D2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9858" y="5993428"/>
            <a:ext cx="3150708" cy="30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6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16470-33A6-0B0D-F244-4C86EE52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B0CFF-AF3C-1DB2-2679-14E04A31C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en-US" altLang="ko-KR" sz="3600" dirty="0" err="1"/>
              <a:t>epoll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000B6-5EE1-DF6A-8C8E-C4088DD49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117603"/>
            <a:ext cx="10994571" cy="5059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epoll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 :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관심 있는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FD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커널에 등록해 두고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이벤트가 발생한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FD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전달받는 방식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epoll_ctl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 : Interest list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 등록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수정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삭제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커널이 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fd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중 이벤트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발생한것에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대해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ready list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 넣음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epoll_wait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 :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이벤트 정보 반환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는 이벤트 발생하면 쫙 훑어서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누가발생했는지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epoll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 이벤트 발생하면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ready list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 바로 넣는다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2BDDACD1-18D3-78B9-C1E0-397E8A343517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5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29FD1F0-5A98-E6B9-4A7F-0BDA421547D3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19C333C-0B0B-4C96-8B95-E7CF5E723371}"/>
              </a:ext>
            </a:extLst>
          </p:cNvPr>
          <p:cNvCxnSpPr>
            <a:cxnSpLocks/>
          </p:cNvCxnSpPr>
          <p:nvPr/>
        </p:nvCxnSpPr>
        <p:spPr>
          <a:xfrm>
            <a:off x="430275" y="2281293"/>
            <a:ext cx="659223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2ED8481-22FB-1EF6-E972-34412DDF601C}"/>
              </a:ext>
            </a:extLst>
          </p:cNvPr>
          <p:cNvCxnSpPr>
            <a:cxnSpLocks/>
          </p:cNvCxnSpPr>
          <p:nvPr/>
        </p:nvCxnSpPr>
        <p:spPr>
          <a:xfrm>
            <a:off x="430275" y="3172995"/>
            <a:ext cx="659223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07C4D57-1022-0CCB-17EE-A628CF5B375E}"/>
              </a:ext>
            </a:extLst>
          </p:cNvPr>
          <p:cNvCxnSpPr>
            <a:cxnSpLocks/>
          </p:cNvCxnSpPr>
          <p:nvPr/>
        </p:nvCxnSpPr>
        <p:spPr>
          <a:xfrm>
            <a:off x="1089498" y="2281293"/>
            <a:ext cx="0" cy="891702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604BB62-BE79-0DDC-6066-14909D695AF4}"/>
              </a:ext>
            </a:extLst>
          </p:cNvPr>
          <p:cNvCxnSpPr>
            <a:cxnSpLocks/>
          </p:cNvCxnSpPr>
          <p:nvPr/>
        </p:nvCxnSpPr>
        <p:spPr>
          <a:xfrm>
            <a:off x="430275" y="2281293"/>
            <a:ext cx="0" cy="891702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83D9643-3132-4B5D-55AA-11906ED09A59}"/>
              </a:ext>
            </a:extLst>
          </p:cNvPr>
          <p:cNvSpPr txBox="1"/>
          <p:nvPr/>
        </p:nvSpPr>
        <p:spPr>
          <a:xfrm>
            <a:off x="438358" y="2265479"/>
            <a:ext cx="6511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fd3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fd99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F676B77-77DF-52D7-A765-7E7DAF443EB5}"/>
              </a:ext>
            </a:extLst>
          </p:cNvPr>
          <p:cNvCxnSpPr>
            <a:cxnSpLocks/>
          </p:cNvCxnSpPr>
          <p:nvPr/>
        </p:nvCxnSpPr>
        <p:spPr>
          <a:xfrm>
            <a:off x="2635211" y="2297107"/>
            <a:ext cx="659223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12F31F3-6447-CF3C-FF93-054C697FC423}"/>
              </a:ext>
            </a:extLst>
          </p:cNvPr>
          <p:cNvCxnSpPr>
            <a:cxnSpLocks/>
          </p:cNvCxnSpPr>
          <p:nvPr/>
        </p:nvCxnSpPr>
        <p:spPr>
          <a:xfrm>
            <a:off x="2635211" y="3188809"/>
            <a:ext cx="659223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4A576D8-9859-CEAC-0576-FA455D48442C}"/>
              </a:ext>
            </a:extLst>
          </p:cNvPr>
          <p:cNvCxnSpPr>
            <a:cxnSpLocks/>
          </p:cNvCxnSpPr>
          <p:nvPr/>
        </p:nvCxnSpPr>
        <p:spPr>
          <a:xfrm>
            <a:off x="3294434" y="2297107"/>
            <a:ext cx="0" cy="891702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AC03E76-D926-DB66-C549-F6622C695505}"/>
              </a:ext>
            </a:extLst>
          </p:cNvPr>
          <p:cNvCxnSpPr>
            <a:cxnSpLocks/>
          </p:cNvCxnSpPr>
          <p:nvPr/>
        </p:nvCxnSpPr>
        <p:spPr>
          <a:xfrm>
            <a:off x="2635211" y="2297107"/>
            <a:ext cx="0" cy="891702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AA78B88-5018-910E-30D2-56CF9C9B7DCF}"/>
              </a:ext>
            </a:extLst>
          </p:cNvPr>
          <p:cNvSpPr txBox="1"/>
          <p:nvPr/>
        </p:nvSpPr>
        <p:spPr>
          <a:xfrm>
            <a:off x="2643294" y="2281293"/>
            <a:ext cx="6511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fd10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E35611-EF5D-1A8C-B740-5DF86A66CBA2}"/>
              </a:ext>
            </a:extLst>
          </p:cNvPr>
          <p:cNvSpPr txBox="1"/>
          <p:nvPr/>
        </p:nvSpPr>
        <p:spPr>
          <a:xfrm>
            <a:off x="2398032" y="3188809"/>
            <a:ext cx="113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ready list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6D7DF8-EB7C-5688-1C0A-2B6D25AA4FBA}"/>
              </a:ext>
            </a:extLst>
          </p:cNvPr>
          <p:cNvSpPr txBox="1"/>
          <p:nvPr/>
        </p:nvSpPr>
        <p:spPr>
          <a:xfrm>
            <a:off x="4124960" y="662432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0D10BE-7D4B-A733-3502-1CC7D01456D5}"/>
              </a:ext>
            </a:extLst>
          </p:cNvPr>
          <p:cNvSpPr txBox="1"/>
          <p:nvPr/>
        </p:nvSpPr>
        <p:spPr>
          <a:xfrm>
            <a:off x="245051" y="3178492"/>
            <a:ext cx="133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interest</a:t>
            </a:r>
            <a:r>
              <a:rPr lang="ko-KR" altLang="en-US" dirty="0"/>
              <a:t> </a:t>
            </a:r>
            <a:r>
              <a:rPr lang="en-US" altLang="ko-KR" dirty="0"/>
              <a:t>list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971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2E2DF-C88E-D083-AE6B-F54943A5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64758-17DC-3918-C1E7-42FCB51C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비동기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1F9015-97F7-3003-73CD-AB79F00B5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117603"/>
            <a:ext cx="10994571" cy="5059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D24829C3-D668-4CEF-2C59-2FCAA811B81E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6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FDB87DD-506B-CF57-A4B1-975F3B4FB9C4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C1AC6DFF-ECD2-4F0F-7C97-C17D16F63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21" y="1633670"/>
            <a:ext cx="6344535" cy="12193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FB5F996-FA2D-5BCE-1CED-8F05885E5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9" y="3568394"/>
            <a:ext cx="6268325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5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98EDD-4124-94C2-C0F0-CB11CAE4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0BBA5-6DBA-A1CC-0AE4-1292084E2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성능지표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B33654-A84C-23CD-2EBD-027E27B5D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117603"/>
            <a:ext cx="10994571" cy="5059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B26862D9-A305-810C-497D-2D86C9616332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7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18CF29F-E9B5-F8A7-508D-FDAF9165F990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503C186C-8D19-2C99-D3A2-C28E25C34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95" y="1651003"/>
            <a:ext cx="5517719" cy="327939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A5B45BD-54FE-B096-8793-4F7810F0A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09" y="1651003"/>
            <a:ext cx="5599396" cy="32793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6CC6BE-7AC3-9D2C-DEC4-DFC6CD157489}"/>
              </a:ext>
            </a:extLst>
          </p:cNvPr>
          <p:cNvSpPr txBox="1"/>
          <p:nvPr/>
        </p:nvSpPr>
        <p:spPr>
          <a:xfrm>
            <a:off x="431907" y="5294238"/>
            <a:ext cx="8899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preforked</a:t>
            </a:r>
            <a:r>
              <a:rPr lang="en-US" altLang="ko-KR" dirty="0"/>
              <a:t>, </a:t>
            </a:r>
            <a:r>
              <a:rPr lang="en-US" altLang="ko-KR" dirty="0" err="1"/>
              <a:t>prethreaded</a:t>
            </a:r>
            <a:r>
              <a:rPr lang="en-US" altLang="ko-KR" dirty="0"/>
              <a:t> : </a:t>
            </a:r>
            <a:r>
              <a:rPr lang="ko-KR" altLang="en-US" dirty="0"/>
              <a:t>서버가 시작될 때 프로세스나</a:t>
            </a:r>
            <a:r>
              <a:rPr lang="en-US" altLang="ko-KR" dirty="0"/>
              <a:t>, </a:t>
            </a:r>
            <a:r>
              <a:rPr lang="ko-KR" altLang="en-US" dirty="0"/>
              <a:t>스레드 미리 </a:t>
            </a:r>
            <a:r>
              <a:rPr lang="ko-KR" altLang="en-US" dirty="0" err="1"/>
              <a:t>만들어두는거임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forking,</a:t>
            </a:r>
            <a:r>
              <a:rPr lang="ko-KR" altLang="en-US" dirty="0"/>
              <a:t> </a:t>
            </a:r>
            <a:r>
              <a:rPr lang="en-US" altLang="ko-KR" dirty="0"/>
              <a:t>threaded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요청 </a:t>
            </a:r>
            <a:r>
              <a:rPr lang="ko-KR" altLang="en-US" dirty="0" err="1"/>
              <a:t>들어올때마다</a:t>
            </a:r>
            <a:r>
              <a:rPr lang="ko-KR" altLang="en-US" dirty="0"/>
              <a:t> 만드는 것</a:t>
            </a:r>
          </a:p>
        </p:txBody>
      </p:sp>
    </p:spTree>
    <p:extLst>
      <p:ext uri="{BB962C8B-B14F-4D97-AF65-F5344CB8AC3E}">
        <p14:creationId xmlns:p14="http://schemas.microsoft.com/office/powerpoint/2010/main" val="204445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5F392-4C33-3E6E-7E64-8D6208A1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3DF8B-5A4C-9F14-65E9-C61CDD74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초당 처리하는 요청의 개수</a:t>
            </a:r>
            <a:r>
              <a:rPr lang="en-US" altLang="ko-KR" sz="3600" dirty="0"/>
              <a:t>, </a:t>
            </a:r>
            <a:r>
              <a:rPr lang="ko-KR" altLang="en-US" sz="3600" dirty="0"/>
              <a:t>동시성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ABCBF1-B5C1-9A0E-EA66-ED9A9438B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117603"/>
            <a:ext cx="10994571" cy="5059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AutoNum type="arabicParenR"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C3698B41-219D-9183-BD80-71515B9724FC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8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DEBC831-7F31-3A58-B2D3-85A7E92AB73E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88F67640-DFBF-6020-42F6-1A124ECDD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1117603"/>
            <a:ext cx="7888242" cy="4840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A41764-2EDA-2494-5EF8-F1AE3E9B925E}"/>
              </a:ext>
            </a:extLst>
          </p:cNvPr>
          <p:cNvSpPr txBox="1"/>
          <p:nvPr/>
        </p:nvSpPr>
        <p:spPr>
          <a:xfrm>
            <a:off x="9264071" y="1836496"/>
            <a:ext cx="17520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순위</a:t>
            </a:r>
            <a:r>
              <a:rPr lang="en-US" altLang="ko-KR" dirty="0"/>
              <a:t>&gt;</a:t>
            </a:r>
          </a:p>
          <a:p>
            <a:r>
              <a:rPr lang="en-US" altLang="ko-KR" dirty="0" err="1"/>
              <a:t>epoll</a:t>
            </a:r>
            <a:endParaRPr lang="en-US" altLang="ko-KR" dirty="0"/>
          </a:p>
          <a:p>
            <a:r>
              <a:rPr lang="en-US" altLang="ko-KR" dirty="0" err="1"/>
              <a:t>prethreaded</a:t>
            </a:r>
            <a:endParaRPr lang="en-US" altLang="ko-KR" dirty="0"/>
          </a:p>
          <a:p>
            <a:r>
              <a:rPr lang="en-US" altLang="ko-KR" dirty="0" err="1"/>
              <a:t>preforked</a:t>
            </a:r>
            <a:endParaRPr lang="en-US" altLang="ko-KR" dirty="0"/>
          </a:p>
          <a:p>
            <a:r>
              <a:rPr lang="en-US" altLang="ko-KR" dirty="0"/>
              <a:t>threaded</a:t>
            </a:r>
          </a:p>
          <a:p>
            <a:r>
              <a:rPr lang="en-US" altLang="ko-KR" dirty="0"/>
              <a:t>poll</a:t>
            </a:r>
          </a:p>
          <a:p>
            <a:r>
              <a:rPr lang="en-US" altLang="ko-KR" dirty="0"/>
              <a:t>forking</a:t>
            </a:r>
          </a:p>
          <a:p>
            <a:r>
              <a:rPr lang="en-US" altLang="ko-KR" dirty="0"/>
              <a:t>iterative</a:t>
            </a:r>
          </a:p>
        </p:txBody>
      </p:sp>
    </p:spTree>
    <p:extLst>
      <p:ext uri="{BB962C8B-B14F-4D97-AF65-F5344CB8AC3E}">
        <p14:creationId xmlns:p14="http://schemas.microsoft.com/office/powerpoint/2010/main" val="1134909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1519-EB8D-4529-49D2-30CB9CB3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20857-17A4-C2E2-E143-1F3677D9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리눅스 환경에서의 비동기 프로그래밍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CADCDD-B233-4F96-0165-E4EB193F0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117603"/>
            <a:ext cx="10994571" cy="5059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일반적으로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와 같은 시스템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호출을 실행하면 파일이 읽히고 데이터가 사용 가능해질 때까지 프로그램이 차단된다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기본은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blocking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하지만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non-blocking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으로도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설정가능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blocking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 데이터가 올 때까지 기다림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non-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blcoking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 데이터 있든 없든 즉시 반환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예를 들어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클라가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1000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명일 때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blocking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같은 동기프로그래밍으로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통신을하면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한명때문에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다 막힐 수 있음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 /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epoll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이런 얘들은 여러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fd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의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I/O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준비 상태를 확인하고 알려주는 애들이다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605F773-92EA-5935-55B3-471F9F0F5CA7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9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20F56CF-ED7E-A8A3-C21E-3DC32DBA130E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10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714A-37F0-7BED-F133-D2A72CDF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19D88-7D08-4A7B-6737-F20C8214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소켓과 일반 파일은 다르게 동작한다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B98B08-352D-6CE0-8A6F-C842C15D8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117603"/>
            <a:ext cx="10994571" cy="5059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리눅스에서 파일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디스크립터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fd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 일반 파일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소켓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파이프 등이 포함되는데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epoll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 일반 파일의 디스크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I/O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완료 기다리는 용도로 사용할 수 없다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왜냐하면 일반 파일은 이러한 준비상태 감시하는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epoll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한테는 즉시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준비되어있는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상태로 보고될 수 있다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이것이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의미하는게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다른게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소켓에서 준비 됐다는 것은 커널 버퍼에 읽을 데이터가 도착해 있을 가능성이 높지만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파일에서 준비 됐다는 것은 아직 디스크에서 메모리로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꺼내온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상태는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아니라서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이게 얼마나 걸릴지는 모른다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613F07BC-F83A-4224-F06C-EBDF228A7228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10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2DE8C81-67BC-1F15-0F96-130E6C82489C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520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D95A-6166-4096-5E1B-B8C028CD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2D604-7764-88B0-2F01-E5C3AF1B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en-US" altLang="ko-KR" sz="3600" dirty="0" err="1"/>
              <a:t>io_uring</a:t>
            </a:r>
            <a:r>
              <a:rPr lang="en-US" altLang="ko-KR" sz="3600" dirty="0"/>
              <a:t>()</a:t>
            </a:r>
            <a:endParaRPr lang="ko-KR" altLang="en-US" sz="3600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69BEFBAA-A705-21AB-405E-4ADC32220444}"/>
              </a:ext>
            </a:extLst>
          </p:cNvPr>
          <p:cNvSpPr txBox="1">
            <a:spLocks/>
          </p:cNvSpPr>
          <p:nvPr/>
        </p:nvSpPr>
        <p:spPr>
          <a:xfrm>
            <a:off x="11652809" y="6176962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11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1B37209-1AF3-62F5-2661-43EA75702B63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1D346EB-D260-7047-4140-324591CF5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198640"/>
            <a:ext cx="10994571" cy="4978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파일과 소켓 모두에 대해 통일된 인터페이스로 비동기 </a:t>
            </a:r>
            <a:r>
              <a:rPr lang="en-US" altLang="ko-KR" sz="2000" dirty="0"/>
              <a:t>I/O </a:t>
            </a:r>
            <a:r>
              <a:rPr lang="ko-KR" altLang="en-US" sz="2000" dirty="0"/>
              <a:t>작업을 제출하고 완료결과를 확인할 수 있도록 설계된 리눅스 </a:t>
            </a:r>
            <a:r>
              <a:rPr lang="en-US" altLang="ko-KR" sz="2000" dirty="0"/>
              <a:t>I/O</a:t>
            </a:r>
            <a:r>
              <a:rPr lang="ko-KR" altLang="en-US" sz="2000" dirty="0"/>
              <a:t> 인터페이스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I/O </a:t>
            </a:r>
            <a:r>
              <a:rPr lang="ko-KR" altLang="en-US" sz="2000" dirty="0"/>
              <a:t>작업을 커널에 요청하고</a:t>
            </a:r>
            <a:r>
              <a:rPr lang="en-US" altLang="ko-KR" sz="2000" dirty="0"/>
              <a:t>, </a:t>
            </a:r>
            <a:r>
              <a:rPr lang="ko-KR" altLang="en-US" sz="2000" dirty="0"/>
              <a:t>작업이 완료되면 완료 결과를 받는 방식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Submission Queue (SQ) -&gt;</a:t>
            </a:r>
            <a:r>
              <a:rPr lang="ko-KR" altLang="en-US" sz="2000" dirty="0"/>
              <a:t> 커널 </a:t>
            </a:r>
            <a:r>
              <a:rPr lang="en-US" altLang="ko-KR" sz="2000" dirty="0"/>
              <a:t>-&gt; Completion Queue (CQ)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</a:t>
            </a:r>
            <a:r>
              <a:rPr lang="en-US" altLang="ko-KR" sz="2000" dirty="0" err="1"/>
              <a:t>io_uring_enter</a:t>
            </a:r>
            <a:r>
              <a:rPr lang="en-US" altLang="ko-KR" sz="2000" dirty="0"/>
              <a:t>()</a:t>
            </a:r>
            <a:r>
              <a:rPr lang="ko-KR" altLang="en-US" sz="2000" dirty="0"/>
              <a:t>라는 함수로 </a:t>
            </a:r>
            <a:r>
              <a:rPr lang="en-US" altLang="ko-KR" sz="2000" dirty="0"/>
              <a:t>SQ</a:t>
            </a:r>
            <a:r>
              <a:rPr lang="ko-KR" altLang="en-US" sz="2000" dirty="0"/>
              <a:t>처리하게 시킴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r>
              <a:rPr lang="ko-KR" altLang="en-US" sz="2000" dirty="0"/>
              <a:t>그럼 한번에 처리를 함으로 </a:t>
            </a:r>
            <a:r>
              <a:rPr lang="en-US" altLang="ko-KR" sz="2000" dirty="0" err="1"/>
              <a:t>syscall</a:t>
            </a:r>
            <a:r>
              <a:rPr lang="en-US" altLang="ko-KR" sz="2000" dirty="0"/>
              <a:t> </a:t>
            </a:r>
            <a:r>
              <a:rPr lang="ko-KR" altLang="en-US" sz="2000" dirty="0"/>
              <a:t>횟수가 줄어듦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 err="1"/>
              <a:t>sq,cq</a:t>
            </a:r>
            <a:r>
              <a:rPr lang="en-US" altLang="ko-KR" sz="2000" dirty="0"/>
              <a:t> </a:t>
            </a:r>
            <a:r>
              <a:rPr lang="ko-KR" altLang="en-US" sz="2000" dirty="0"/>
              <a:t>둘 다 </a:t>
            </a:r>
            <a:r>
              <a:rPr lang="en-US" altLang="ko-KR" sz="2000" dirty="0"/>
              <a:t>ring</a:t>
            </a:r>
            <a:r>
              <a:rPr lang="ko-KR" altLang="en-US" sz="2000" dirty="0"/>
              <a:t> </a:t>
            </a:r>
            <a:r>
              <a:rPr lang="en-US" altLang="ko-KR" sz="2000" dirty="0"/>
              <a:t>buffer</a:t>
            </a:r>
            <a:r>
              <a:rPr lang="ko-KR" altLang="en-US" sz="2000" dirty="0"/>
              <a:t>로 </a:t>
            </a:r>
            <a:r>
              <a:rPr lang="ko-KR" altLang="en-US" sz="2000" dirty="0" err="1"/>
              <a:t>이루어져있고</a:t>
            </a:r>
            <a:r>
              <a:rPr lang="ko-KR" altLang="en-US" sz="2000" dirty="0"/>
              <a:t> </a:t>
            </a:r>
            <a:r>
              <a:rPr lang="en-US" altLang="ko-KR" sz="2000" dirty="0"/>
              <a:t>kernel</a:t>
            </a:r>
            <a:r>
              <a:rPr lang="ko-KR" altLang="en-US" sz="2000" dirty="0"/>
              <a:t>과 </a:t>
            </a:r>
            <a:r>
              <a:rPr lang="en-US" altLang="ko-KR" sz="2000" dirty="0"/>
              <a:t>user</a:t>
            </a:r>
            <a:r>
              <a:rPr lang="ko-KR" altLang="en-US" sz="2000" dirty="0"/>
              <a:t> </a:t>
            </a:r>
            <a:r>
              <a:rPr lang="en-US" altLang="ko-KR" sz="2000" dirty="0"/>
              <a:t>space</a:t>
            </a:r>
            <a:r>
              <a:rPr lang="ko-KR" altLang="en-US" sz="2000" dirty="0"/>
              <a:t>가 공유한다</a:t>
            </a:r>
            <a:r>
              <a:rPr lang="en-US" altLang="ko-KR" sz="2000" dirty="0"/>
              <a:t>. (</a:t>
            </a:r>
            <a:r>
              <a:rPr lang="ko-KR" altLang="en-US" sz="2000" dirty="0"/>
              <a:t>접근가능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0043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36307-F2BD-D2A3-EAF6-57E528BA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DD81A-609D-D08D-41BC-3BDEF0BFB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en-US" altLang="ko-KR" sz="3600" dirty="0" err="1"/>
              <a:t>select_server</a:t>
            </a:r>
            <a:r>
              <a:rPr lang="en-US" altLang="ko-KR" sz="3600" dirty="0"/>
              <a:t> vs </a:t>
            </a:r>
            <a:r>
              <a:rPr lang="en-US" altLang="ko-KR" sz="3600" dirty="0" err="1"/>
              <a:t>epoll_server</a:t>
            </a:r>
            <a:endParaRPr lang="ko-KR" altLang="en-US" sz="3600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C266FCF0-2750-10DC-C4DC-116B631F5086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12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DAABC07-53F1-E9BA-B60D-822079E58D9C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DCA4A07-4625-8205-FF32-AF2E0570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16" y="1601542"/>
            <a:ext cx="3191320" cy="230537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E5AA717-84F2-4F84-9564-DF7433A26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368" y="1673502"/>
            <a:ext cx="3181794" cy="22863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E12167-4900-C325-0101-4B12674F335C}"/>
              </a:ext>
            </a:extLst>
          </p:cNvPr>
          <p:cNvSpPr txBox="1"/>
          <p:nvPr/>
        </p:nvSpPr>
        <p:spPr>
          <a:xfrm>
            <a:off x="1858442" y="123221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A2148C-C6DF-E21E-5722-F2FA0E2A61B0}"/>
              </a:ext>
            </a:extLst>
          </p:cNvPr>
          <p:cNvSpPr txBox="1"/>
          <p:nvPr/>
        </p:nvSpPr>
        <p:spPr>
          <a:xfrm>
            <a:off x="5747988" y="117015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epoll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24763A-253A-0B3B-585F-83115373692D}"/>
              </a:ext>
            </a:extLst>
          </p:cNvPr>
          <p:cNvSpPr txBox="1"/>
          <p:nvPr/>
        </p:nvSpPr>
        <p:spPr>
          <a:xfrm>
            <a:off x="359229" y="930294"/>
            <a:ext cx="897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1000</a:t>
            </a:r>
            <a:r>
              <a:rPr lang="ko-KR" altLang="en-US" dirty="0"/>
              <a:t>개 연결 후 </a:t>
            </a:r>
            <a:r>
              <a:rPr lang="en-US" altLang="ko-KR" dirty="0"/>
              <a:t>N</a:t>
            </a:r>
            <a:r>
              <a:rPr lang="ko-KR" altLang="en-US" dirty="0"/>
              <a:t>개만 통신했을 때</a:t>
            </a:r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3D772FE0-3BA4-D838-C371-9185D3D6CF5C}"/>
              </a:ext>
            </a:extLst>
          </p:cNvPr>
          <p:cNvSpPr/>
          <p:nvPr/>
        </p:nvSpPr>
        <p:spPr>
          <a:xfrm>
            <a:off x="747316" y="3180853"/>
            <a:ext cx="3181794" cy="23090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380242A1-D4F2-C205-C502-065A142337ED}"/>
              </a:ext>
            </a:extLst>
          </p:cNvPr>
          <p:cNvSpPr/>
          <p:nvPr/>
        </p:nvSpPr>
        <p:spPr>
          <a:xfrm>
            <a:off x="4562842" y="3254542"/>
            <a:ext cx="3181794" cy="23090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BAF34CD-62AD-B452-EEC9-31BE1B05C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499" y="1663976"/>
            <a:ext cx="3172268" cy="22958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551034-AD45-2AA0-58C4-7947817877E6}"/>
              </a:ext>
            </a:extLst>
          </p:cNvPr>
          <p:cNvSpPr txBox="1"/>
          <p:nvPr/>
        </p:nvSpPr>
        <p:spPr>
          <a:xfrm>
            <a:off x="9238416" y="1145368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io_uring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132067D-F69E-A3F9-62D5-066E6572A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366" y="4046101"/>
            <a:ext cx="3181794" cy="232442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C0FFF46-2F66-D5C5-3BFB-645DDE4C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316" y="4122824"/>
            <a:ext cx="3191320" cy="227679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F3ACD64-72D1-C54E-07E9-B4248DE2FF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368" y="4149463"/>
            <a:ext cx="3172268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28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F9029-194C-C615-C2B8-8B27F5D79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CE1EA-D5BE-13EF-C4E0-65984522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0"/>
            <a:ext cx="8972550" cy="899886"/>
          </a:xfrm>
        </p:spPr>
        <p:txBody>
          <a:bodyPr>
            <a:normAutofit/>
          </a:bodyPr>
          <a:lstStyle/>
          <a:p>
            <a:r>
              <a:rPr lang="en-US" altLang="ko-KR" sz="3600" dirty="0" err="1"/>
              <a:t>select_server</a:t>
            </a:r>
            <a:r>
              <a:rPr lang="en-US" altLang="ko-KR" sz="3600" dirty="0"/>
              <a:t> vs </a:t>
            </a:r>
            <a:r>
              <a:rPr lang="en-US" altLang="ko-KR" sz="3600" dirty="0" err="1"/>
              <a:t>epoll_server</a:t>
            </a:r>
            <a:endParaRPr lang="ko-KR" altLang="en-US" sz="3600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B8FD067C-DBA8-E873-E8B5-A22071500C5B}"/>
              </a:ext>
            </a:extLst>
          </p:cNvPr>
          <p:cNvSpPr txBox="1">
            <a:spLocks/>
          </p:cNvSpPr>
          <p:nvPr/>
        </p:nvSpPr>
        <p:spPr>
          <a:xfrm>
            <a:off x="11653736" y="6176963"/>
            <a:ext cx="359923" cy="298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/>
              <a:t>13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E023506-C3C5-DB33-E312-558B5283FBB0}"/>
              </a:ext>
            </a:extLst>
          </p:cNvPr>
          <p:cNvCxnSpPr>
            <a:cxnSpLocks/>
          </p:cNvCxnSpPr>
          <p:nvPr/>
        </p:nvCxnSpPr>
        <p:spPr>
          <a:xfrm>
            <a:off x="359229" y="825501"/>
            <a:ext cx="8972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7C50F2-BC01-7D75-F125-41AF3499EDD8}"/>
              </a:ext>
            </a:extLst>
          </p:cNvPr>
          <p:cNvSpPr txBox="1"/>
          <p:nvPr/>
        </p:nvSpPr>
        <p:spPr>
          <a:xfrm>
            <a:off x="1566801" y="1232210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72F88E-0B16-81F8-075F-67533C53ECB0}"/>
              </a:ext>
            </a:extLst>
          </p:cNvPr>
          <p:cNvSpPr txBox="1"/>
          <p:nvPr/>
        </p:nvSpPr>
        <p:spPr>
          <a:xfrm>
            <a:off x="5556334" y="1165087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epoll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4E9552-C8B4-77B3-B6A4-9C079EECFE13}"/>
              </a:ext>
            </a:extLst>
          </p:cNvPr>
          <p:cNvSpPr txBox="1"/>
          <p:nvPr/>
        </p:nvSpPr>
        <p:spPr>
          <a:xfrm>
            <a:off x="359229" y="930294"/>
            <a:ext cx="897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1000</a:t>
            </a:r>
            <a:r>
              <a:rPr lang="ko-KR" altLang="en-US" dirty="0"/>
              <a:t>개 연결 후 </a:t>
            </a:r>
            <a:r>
              <a:rPr lang="en-US" altLang="ko-KR" dirty="0"/>
              <a:t>(500</a:t>
            </a:r>
            <a:r>
              <a:rPr lang="ko-KR" altLang="en-US" dirty="0"/>
              <a:t>개</a:t>
            </a:r>
            <a:r>
              <a:rPr lang="en-US" altLang="ko-KR" dirty="0"/>
              <a:t>,1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  <a:r>
              <a:rPr lang="ko-KR" altLang="en-US" dirty="0"/>
              <a:t>만 통신했을 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A21367-2939-5024-9464-DD7633667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1725387"/>
            <a:ext cx="3172268" cy="22958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9B7234-0119-E36C-BCCB-5F6E0D073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01" y="1725387"/>
            <a:ext cx="3143689" cy="229584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B269535-9F40-FC19-45B9-95E53C440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396" y="4192414"/>
            <a:ext cx="3181794" cy="233395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53BE1BF-0F33-6CED-3968-8E9A16F7B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29" y="4198923"/>
            <a:ext cx="3153215" cy="2286319"/>
          </a:xfrm>
          <a:prstGeom prst="rect">
            <a:avLst/>
          </a:prstGeom>
        </p:spPr>
      </p:pic>
      <p:sp>
        <p:nvSpPr>
          <p:cNvPr id="30" name="액자 29">
            <a:extLst>
              <a:ext uri="{FF2B5EF4-FFF2-40B4-BE49-F238E27FC236}">
                <a16:creationId xmlns:a16="http://schemas.microsoft.com/office/drawing/2014/main" id="{369A1DDF-9847-4CED-8D5D-16C90EA4E1D0}"/>
              </a:ext>
            </a:extLst>
          </p:cNvPr>
          <p:cNvSpPr/>
          <p:nvPr/>
        </p:nvSpPr>
        <p:spPr>
          <a:xfrm>
            <a:off x="330650" y="5779925"/>
            <a:ext cx="3181794" cy="23090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0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61F03-CAD9-030A-EA46-EBA76606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5A33D-7B33-5674-1617-419772D1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123" y="2766218"/>
            <a:ext cx="3217753" cy="1325563"/>
          </a:xfrm>
        </p:spPr>
        <p:txBody>
          <a:bodyPr/>
          <a:lstStyle/>
          <a:p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303355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8911</TotalTime>
  <Words>613</Words>
  <Application>Microsoft Office PowerPoint</Application>
  <PresentationFormat>와이드스크린</PresentationFormat>
  <Paragraphs>130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Linux TCP 서버의  I/O 멀티플렉싱 성능 비교</vt:lpstr>
      <vt:lpstr>목차</vt:lpstr>
      <vt:lpstr>지난시간</vt:lpstr>
      <vt:lpstr>select</vt:lpstr>
      <vt:lpstr>epoll</vt:lpstr>
      <vt:lpstr>비동기</vt:lpstr>
      <vt:lpstr>성능지표</vt:lpstr>
      <vt:lpstr>초당 처리하는 요청의 개수, 동시성</vt:lpstr>
      <vt:lpstr>리눅스 환경에서의 비동기 프로그래밍</vt:lpstr>
      <vt:lpstr>소켓과 일반 파일은 다르게 동작한다</vt:lpstr>
      <vt:lpstr>io_uring()</vt:lpstr>
      <vt:lpstr>select_server vs epoll_server</vt:lpstr>
      <vt:lpstr>select_server vs epoll_server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학재</dc:creator>
  <cp:lastModifiedBy>김 학재</cp:lastModifiedBy>
  <cp:revision>86</cp:revision>
  <dcterms:created xsi:type="dcterms:W3CDTF">2026-03-24T15:48:03Z</dcterms:created>
  <dcterms:modified xsi:type="dcterms:W3CDTF">2026-09-17T09:19:41Z</dcterms:modified>
</cp:coreProperties>
</file>