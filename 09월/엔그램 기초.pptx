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9" r:id="rId2"/>
    <p:sldId id="258" r:id="rId3"/>
    <p:sldId id="500" r:id="rId4"/>
    <p:sldId id="505" r:id="rId5"/>
    <p:sldId id="506" r:id="rId6"/>
    <p:sldId id="524" r:id="rId7"/>
    <p:sldId id="507" r:id="rId8"/>
    <p:sldId id="521" r:id="rId9"/>
    <p:sldId id="522" r:id="rId10"/>
    <p:sldId id="508" r:id="rId11"/>
    <p:sldId id="509" r:id="rId12"/>
    <p:sldId id="511" r:id="rId13"/>
    <p:sldId id="510" r:id="rId14"/>
    <p:sldId id="512" r:id="rId15"/>
    <p:sldId id="513" r:id="rId16"/>
    <p:sldId id="514" r:id="rId17"/>
    <p:sldId id="515" r:id="rId18"/>
    <p:sldId id="516" r:id="rId19"/>
    <p:sldId id="517" r:id="rId20"/>
    <p:sldId id="519" r:id="rId21"/>
    <p:sldId id="520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791E"/>
    <a:srgbClr val="2D60D2"/>
    <a:srgbClr val="D97706"/>
    <a:srgbClr val="E5E7EB"/>
    <a:srgbClr val="059669"/>
    <a:srgbClr val="256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973DFC-C319-42C3-8B39-B8A10D5CF7F5}" v="55" dt="2026-09-17T05:48:40.2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84182" autoAdjust="0"/>
  </p:normalViewPr>
  <p:slideViewPr>
    <p:cSldViewPr snapToGrid="0">
      <p:cViewPr varScale="1">
        <p:scale>
          <a:sx n="71" d="100"/>
          <a:sy n="71" d="100"/>
        </p:scale>
        <p:origin x="78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종현 김" userId="4e62a0cd71f6508f" providerId="LiveId" clId="{6E62CB57-B7C1-44BE-9515-1C88952032F1}"/>
    <pc:docChg chg="undo custSel addSld delSld modSld sldOrd">
      <pc:chgData name="종현 김" userId="4e62a0cd71f6508f" providerId="LiveId" clId="{6E62CB57-B7C1-44BE-9515-1C88952032F1}" dt="2026-09-17T05:28:02.763" v="67840" actId="20577"/>
      <pc:docMkLst>
        <pc:docMk/>
      </pc:docMkLst>
      <pc:sldChg chg="modSp mod">
        <pc:chgData name="종현 김" userId="4e62a0cd71f6508f" providerId="LiveId" clId="{6E62CB57-B7C1-44BE-9515-1C88952032F1}" dt="2026-09-16T15:10:20.727" v="63162" actId="20577"/>
        <pc:sldMkLst>
          <pc:docMk/>
          <pc:sldMk cId="3906222446" sldId="258"/>
        </pc:sldMkLst>
        <pc:spChg chg="mod">
          <ac:chgData name="종현 김" userId="4e62a0cd71f6508f" providerId="LiveId" clId="{6E62CB57-B7C1-44BE-9515-1C88952032F1}" dt="2026-09-16T15:10:20.727" v="63162" actId="20577"/>
          <ac:spMkLst>
            <pc:docMk/>
            <pc:sldMk cId="3906222446" sldId="258"/>
            <ac:spMk id="3" creationId="{7C778E5D-C179-E5E5-01C2-F5C104F2A85B}"/>
          </ac:spMkLst>
        </pc:spChg>
      </pc:sldChg>
      <pc:sldChg chg="modSp mod">
        <pc:chgData name="종현 김" userId="4e62a0cd71f6508f" providerId="LiveId" clId="{6E62CB57-B7C1-44BE-9515-1C88952032F1}" dt="2026-09-16T15:09:41.476" v="63040" actId="20577"/>
        <pc:sldMkLst>
          <pc:docMk/>
          <pc:sldMk cId="2937531716" sldId="259"/>
        </pc:sldMkLst>
        <pc:spChg chg="mod">
          <ac:chgData name="종현 김" userId="4e62a0cd71f6508f" providerId="LiveId" clId="{6E62CB57-B7C1-44BE-9515-1C88952032F1}" dt="2026-09-16T15:09:37.138" v="63034" actId="20577"/>
          <ac:spMkLst>
            <pc:docMk/>
            <pc:sldMk cId="2937531716" sldId="259"/>
            <ac:spMk id="2" creationId="{005A92FA-518A-0B6D-16FB-CD7306E21572}"/>
          </ac:spMkLst>
        </pc:spChg>
        <pc:spChg chg="mod">
          <ac:chgData name="종현 김" userId="4e62a0cd71f6508f" providerId="LiveId" clId="{6E62CB57-B7C1-44BE-9515-1C88952032F1}" dt="2026-09-16T15:09:41.476" v="63040" actId="20577"/>
          <ac:spMkLst>
            <pc:docMk/>
            <pc:sldMk cId="2937531716" sldId="259"/>
            <ac:spMk id="4" creationId="{C9087AB0-D8D5-7543-BEEF-A82F9DA2BBE9}"/>
          </ac:spMkLst>
        </pc:spChg>
      </pc:sldChg>
      <pc:sldChg chg="addSp delSp modSp add del mod">
        <pc:chgData name="종현 김" userId="4e62a0cd71f6508f" providerId="LiveId" clId="{6E62CB57-B7C1-44BE-9515-1C88952032F1}" dt="2026-09-16T15:11:28.132" v="63396" actId="47"/>
        <pc:sldMkLst>
          <pc:docMk/>
          <pc:sldMk cId="4210348540" sldId="488"/>
        </pc:sldMkLst>
      </pc:sldChg>
      <pc:sldChg chg="addSp delSp modSp add del mod ord">
        <pc:chgData name="종현 김" userId="4e62a0cd71f6508f" providerId="LiveId" clId="{6E62CB57-B7C1-44BE-9515-1C88952032F1}" dt="2026-09-16T15:11:30.032" v="63405" actId="47"/>
        <pc:sldMkLst>
          <pc:docMk/>
          <pc:sldMk cId="730176942" sldId="490"/>
        </pc:sldMkLst>
      </pc:sldChg>
      <pc:sldChg chg="addSp delSp modSp add mod ord">
        <pc:chgData name="종현 김" userId="4e62a0cd71f6508f" providerId="LiveId" clId="{6E62CB57-B7C1-44BE-9515-1C88952032F1}" dt="2026-09-16T15:39:01.123" v="65463" actId="1076"/>
        <pc:sldMkLst>
          <pc:docMk/>
          <pc:sldMk cId="557636722" sldId="500"/>
        </pc:sldMkLst>
        <pc:spChg chg="mod">
          <ac:chgData name="종현 김" userId="4e62a0cd71f6508f" providerId="LiveId" clId="{6E62CB57-B7C1-44BE-9515-1C88952032F1}" dt="2026-09-16T15:39:01.123" v="65463" actId="1076"/>
          <ac:spMkLst>
            <pc:docMk/>
            <pc:sldMk cId="557636722" sldId="500"/>
            <ac:spMk id="6" creationId="{5F64D5EF-CC5F-D404-F45F-93101AF0F0A0}"/>
          </ac:spMkLst>
        </pc:spChg>
        <pc:picChg chg="add mod">
          <ac:chgData name="종현 김" userId="4e62a0cd71f6508f" providerId="LiveId" clId="{6E62CB57-B7C1-44BE-9515-1C88952032F1}" dt="2026-09-16T15:36:39.083" v="65068" actId="27614"/>
          <ac:picMkLst>
            <pc:docMk/>
            <pc:sldMk cId="557636722" sldId="500"/>
            <ac:picMk id="4" creationId="{F77606EC-610E-558C-5FC8-07089777BBDA}"/>
          </ac:picMkLst>
        </pc:picChg>
        <pc:picChg chg="add del mod">
          <ac:chgData name="종현 김" userId="4e62a0cd71f6508f" providerId="LiveId" clId="{6E62CB57-B7C1-44BE-9515-1C88952032F1}" dt="2026-09-16T15:10:27.605" v="63163" actId="478"/>
          <ac:picMkLst>
            <pc:docMk/>
            <pc:sldMk cId="557636722" sldId="500"/>
            <ac:picMk id="5" creationId="{5E47D5DD-85FE-E626-0DBE-9FAB5A25B8F7}"/>
          </ac:picMkLst>
        </pc:picChg>
        <pc:picChg chg="add del mod">
          <ac:chgData name="종현 김" userId="4e62a0cd71f6508f" providerId="LiveId" clId="{6E62CB57-B7C1-44BE-9515-1C88952032F1}" dt="2026-09-16T15:10:27.605" v="63163" actId="478"/>
          <ac:picMkLst>
            <pc:docMk/>
            <pc:sldMk cId="557636722" sldId="500"/>
            <ac:picMk id="8" creationId="{46C6F02F-64DA-05A5-DA07-387D3E3D597E}"/>
          </ac:picMkLst>
        </pc:picChg>
      </pc:sldChg>
      <pc:sldChg chg="addSp modSp add del mod">
        <pc:chgData name="종현 김" userId="4e62a0cd71f6508f" providerId="LiveId" clId="{6E62CB57-B7C1-44BE-9515-1C88952032F1}" dt="2026-09-16T15:11:29.353" v="63401" actId="47"/>
        <pc:sldMkLst>
          <pc:docMk/>
          <pc:sldMk cId="2616042389" sldId="503"/>
        </pc:sldMkLst>
      </pc:sldChg>
      <pc:sldChg chg="addSp delSp modSp add del mod">
        <pc:chgData name="종현 김" userId="4e62a0cd71f6508f" providerId="LiveId" clId="{6E62CB57-B7C1-44BE-9515-1C88952032F1}" dt="2026-09-16T15:11:30.836" v="63408" actId="47"/>
        <pc:sldMkLst>
          <pc:docMk/>
          <pc:sldMk cId="3417936758" sldId="504"/>
        </pc:sldMkLst>
      </pc:sldChg>
      <pc:sldChg chg="addSp delSp modSp add del mod">
        <pc:chgData name="종현 김" userId="4e62a0cd71f6508f" providerId="LiveId" clId="{6E62CB57-B7C1-44BE-9515-1C88952032F1}" dt="2026-09-17T05:23:43.775" v="67750" actId="1076"/>
        <pc:sldMkLst>
          <pc:docMk/>
          <pc:sldMk cId="3387405633" sldId="505"/>
        </pc:sldMkLst>
        <pc:spChg chg="mod">
          <ac:chgData name="종현 김" userId="4e62a0cd71f6508f" providerId="LiveId" clId="{6E62CB57-B7C1-44BE-9515-1C88952032F1}" dt="2026-08-25T05:15:34.670" v="62953" actId="20577"/>
          <ac:spMkLst>
            <pc:docMk/>
            <pc:sldMk cId="3387405633" sldId="505"/>
            <ac:spMk id="3" creationId="{74666544-D2C2-11FA-443F-A95FFE4008DD}"/>
          </ac:spMkLst>
        </pc:spChg>
        <pc:spChg chg="add mod">
          <ac:chgData name="종현 김" userId="4e62a0cd71f6508f" providerId="LiveId" clId="{6E62CB57-B7C1-44BE-9515-1C88952032F1}" dt="2026-09-16T15:39:17.414" v="65465" actId="1076"/>
          <ac:spMkLst>
            <pc:docMk/>
            <pc:sldMk cId="3387405633" sldId="505"/>
            <ac:spMk id="4" creationId="{EF410931-08D9-37D0-97D5-513CA52E1463}"/>
          </ac:spMkLst>
        </pc:spChg>
        <pc:spChg chg="mod">
          <ac:chgData name="종현 김" userId="4e62a0cd71f6508f" providerId="LiveId" clId="{6E62CB57-B7C1-44BE-9515-1C88952032F1}" dt="2026-09-17T05:23:43.775" v="67750" actId="1076"/>
          <ac:spMkLst>
            <pc:docMk/>
            <pc:sldMk cId="3387405633" sldId="505"/>
            <ac:spMk id="6" creationId="{BAE5FFF3-D644-6151-AD39-EA92715D02F1}"/>
          </ac:spMkLst>
        </pc:spChg>
        <pc:spChg chg="mod">
          <ac:chgData name="종현 김" userId="4e62a0cd71f6508f" providerId="LiveId" clId="{6E62CB57-B7C1-44BE-9515-1C88952032F1}" dt="2026-09-16T15:10:37.756" v="63203" actId="20577"/>
          <ac:spMkLst>
            <pc:docMk/>
            <pc:sldMk cId="3387405633" sldId="505"/>
            <ac:spMk id="9" creationId="{793022FD-2DEC-EBB6-417D-50A861131229}"/>
          </ac:spMkLst>
        </pc:spChg>
        <pc:spChg chg="add mod">
          <ac:chgData name="종현 김" userId="4e62a0cd71f6508f" providerId="LiveId" clId="{6E62CB57-B7C1-44BE-9515-1C88952032F1}" dt="2026-09-16T15:39:17.414" v="65465" actId="1076"/>
          <ac:spMkLst>
            <pc:docMk/>
            <pc:sldMk cId="3387405633" sldId="505"/>
            <ac:spMk id="10" creationId="{A17DE773-5F64-58BB-34BC-B96638273318}"/>
          </ac:spMkLst>
        </pc:spChg>
        <pc:spChg chg="add mod">
          <ac:chgData name="종현 김" userId="4e62a0cd71f6508f" providerId="LiveId" clId="{6E62CB57-B7C1-44BE-9515-1C88952032F1}" dt="2026-09-16T15:39:17.414" v="65465" actId="1076"/>
          <ac:spMkLst>
            <pc:docMk/>
            <pc:sldMk cId="3387405633" sldId="505"/>
            <ac:spMk id="12" creationId="{B6B29D44-70EB-9E4A-6E07-AF665F86D6BE}"/>
          </ac:spMkLst>
        </pc:spChg>
        <pc:spChg chg="add mod">
          <ac:chgData name="종현 김" userId="4e62a0cd71f6508f" providerId="LiveId" clId="{6E62CB57-B7C1-44BE-9515-1C88952032F1}" dt="2026-09-16T15:39:17.414" v="65465" actId="1076"/>
          <ac:spMkLst>
            <pc:docMk/>
            <pc:sldMk cId="3387405633" sldId="505"/>
            <ac:spMk id="14" creationId="{9F9B4999-0A73-69AE-66A6-288E08EF8011}"/>
          </ac:spMkLst>
        </pc:spChg>
        <pc:picChg chg="del">
          <ac:chgData name="종현 김" userId="4e62a0cd71f6508f" providerId="LiveId" clId="{6E62CB57-B7C1-44BE-9515-1C88952032F1}" dt="2026-09-16T15:10:41.406" v="63204" actId="478"/>
          <ac:picMkLst>
            <pc:docMk/>
            <pc:sldMk cId="3387405633" sldId="505"/>
            <ac:picMk id="5" creationId="{227D01C2-B66C-A7BD-B8AD-A9C39FF6DA8C}"/>
          </ac:picMkLst>
        </pc:picChg>
        <pc:picChg chg="del">
          <ac:chgData name="종현 김" userId="4e62a0cd71f6508f" providerId="LiveId" clId="{6E62CB57-B7C1-44BE-9515-1C88952032F1}" dt="2026-09-16T15:10:41.406" v="63204" actId="478"/>
          <ac:picMkLst>
            <pc:docMk/>
            <pc:sldMk cId="3387405633" sldId="505"/>
            <ac:picMk id="8" creationId="{848C1B01-4497-CDCC-E1CA-1353FEBAB8CC}"/>
          </ac:picMkLst>
        </pc:picChg>
        <pc:cxnChg chg="add mod">
          <ac:chgData name="종현 김" userId="4e62a0cd71f6508f" providerId="LiveId" clId="{6E62CB57-B7C1-44BE-9515-1C88952032F1}" dt="2026-09-16T15:39:17.414" v="65465" actId="1076"/>
          <ac:cxnSpMkLst>
            <pc:docMk/>
            <pc:sldMk cId="3387405633" sldId="505"/>
            <ac:cxnSpMk id="16" creationId="{8905526D-C9DA-0E6C-6ADE-B8B7B00D8685}"/>
          </ac:cxnSpMkLst>
        </pc:cxnChg>
      </pc:sldChg>
      <pc:sldChg chg="addSp delSp modSp add mod">
        <pc:chgData name="종현 김" userId="4e62a0cd71f6508f" providerId="LiveId" clId="{6E62CB57-B7C1-44BE-9515-1C88952032F1}" dt="2026-09-17T04:11:33.366" v="66686" actId="20577"/>
        <pc:sldMkLst>
          <pc:docMk/>
          <pc:sldMk cId="2326969683" sldId="506"/>
        </pc:sldMkLst>
        <pc:spChg chg="add mod">
          <ac:chgData name="종현 김" userId="4e62a0cd71f6508f" providerId="LiveId" clId="{6E62CB57-B7C1-44BE-9515-1C88952032F1}" dt="2026-09-16T15:12:43.126" v="63442"/>
          <ac:spMkLst>
            <pc:docMk/>
            <pc:sldMk cId="2326969683" sldId="506"/>
            <ac:spMk id="2" creationId="{BCF07F83-48BD-6851-0D05-9C8C9917C683}"/>
          </ac:spMkLst>
        </pc:spChg>
        <pc:spChg chg="mod">
          <ac:chgData name="종현 김" userId="4e62a0cd71f6508f" providerId="LiveId" clId="{6E62CB57-B7C1-44BE-9515-1C88952032F1}" dt="2026-09-17T04:11:33.366" v="66686" actId="20577"/>
          <ac:spMkLst>
            <pc:docMk/>
            <pc:sldMk cId="2326969683" sldId="506"/>
            <ac:spMk id="3" creationId="{C0E54CA9-A2FE-80D0-0578-B03BABF70C8E}"/>
          </ac:spMkLst>
        </pc:spChg>
        <pc:spChg chg="add mod">
          <ac:chgData name="종현 김" userId="4e62a0cd71f6508f" providerId="LiveId" clId="{6E62CB57-B7C1-44BE-9515-1C88952032F1}" dt="2026-09-16T15:12:48.150" v="63444" actId="1076"/>
          <ac:spMkLst>
            <pc:docMk/>
            <pc:sldMk cId="2326969683" sldId="506"/>
            <ac:spMk id="4" creationId="{5481237F-4EA6-F6E1-473E-5B261DF4B93D}"/>
          </ac:spMkLst>
        </pc:spChg>
        <pc:spChg chg="del">
          <ac:chgData name="종현 김" userId="4e62a0cd71f6508f" providerId="LiveId" clId="{6E62CB57-B7C1-44BE-9515-1C88952032F1}" dt="2026-09-16T15:11:43.891" v="63441" actId="478"/>
          <ac:spMkLst>
            <pc:docMk/>
            <pc:sldMk cId="2326969683" sldId="506"/>
            <ac:spMk id="6" creationId="{6F53530A-B2AA-3EA1-4CCE-BA5B665184E1}"/>
          </ac:spMkLst>
        </pc:spChg>
        <pc:spChg chg="add mod">
          <ac:chgData name="종현 김" userId="4e62a0cd71f6508f" providerId="LiveId" clId="{6E62CB57-B7C1-44BE-9515-1C88952032F1}" dt="2026-09-16T15:12:43.126" v="63442"/>
          <ac:spMkLst>
            <pc:docMk/>
            <pc:sldMk cId="2326969683" sldId="506"/>
            <ac:spMk id="7" creationId="{D55945A0-5CA0-3685-7E0A-EB2DD522C62A}"/>
          </ac:spMkLst>
        </pc:spChg>
        <pc:spChg chg="add mod">
          <ac:chgData name="종현 김" userId="4e62a0cd71f6508f" providerId="LiveId" clId="{6E62CB57-B7C1-44BE-9515-1C88952032F1}" dt="2026-09-16T15:12:43.126" v="63442"/>
          <ac:spMkLst>
            <pc:docMk/>
            <pc:sldMk cId="2326969683" sldId="506"/>
            <ac:spMk id="8" creationId="{1EB9408C-FF10-0E5E-8F03-1A68E69A22DE}"/>
          </ac:spMkLst>
        </pc:spChg>
        <pc:spChg chg="mod">
          <ac:chgData name="종현 김" userId="4e62a0cd71f6508f" providerId="LiveId" clId="{6E62CB57-B7C1-44BE-9515-1C88952032F1}" dt="2026-09-16T15:11:41.024" v="63440" actId="20577"/>
          <ac:spMkLst>
            <pc:docMk/>
            <pc:sldMk cId="2326969683" sldId="506"/>
            <ac:spMk id="9" creationId="{8C09042C-4897-C844-223F-11995FCF655D}"/>
          </ac:spMkLst>
        </pc:spChg>
        <pc:spChg chg="add mod">
          <ac:chgData name="종현 김" userId="4e62a0cd71f6508f" providerId="LiveId" clId="{6E62CB57-B7C1-44BE-9515-1C88952032F1}" dt="2026-09-16T15:12:56.862" v="63445" actId="1076"/>
          <ac:spMkLst>
            <pc:docMk/>
            <pc:sldMk cId="2326969683" sldId="506"/>
            <ac:spMk id="10" creationId="{8F10D511-99E3-E752-7D92-3DBC766E9BEE}"/>
          </ac:spMkLst>
        </pc:spChg>
        <pc:spChg chg="add mod">
          <ac:chgData name="종현 김" userId="4e62a0cd71f6508f" providerId="LiveId" clId="{6E62CB57-B7C1-44BE-9515-1C88952032F1}" dt="2026-09-16T15:12:43.126" v="63442"/>
          <ac:spMkLst>
            <pc:docMk/>
            <pc:sldMk cId="2326969683" sldId="506"/>
            <ac:spMk id="11" creationId="{43655785-2D6E-0628-B16F-A37EE6CEE9AF}"/>
          </ac:spMkLst>
        </pc:spChg>
        <pc:spChg chg="add mod">
          <ac:chgData name="종현 김" userId="4e62a0cd71f6508f" providerId="LiveId" clId="{6E62CB57-B7C1-44BE-9515-1C88952032F1}" dt="2026-09-16T15:12:43.126" v="63442"/>
          <ac:spMkLst>
            <pc:docMk/>
            <pc:sldMk cId="2326969683" sldId="506"/>
            <ac:spMk id="12" creationId="{76E982EA-F809-6650-379D-E4AF8449EDE7}"/>
          </ac:spMkLst>
        </pc:spChg>
        <pc:spChg chg="add mod">
          <ac:chgData name="종현 김" userId="4e62a0cd71f6508f" providerId="LiveId" clId="{6E62CB57-B7C1-44BE-9515-1C88952032F1}" dt="2026-09-16T15:12:43.126" v="63442"/>
          <ac:spMkLst>
            <pc:docMk/>
            <pc:sldMk cId="2326969683" sldId="506"/>
            <ac:spMk id="16" creationId="{F2F00F1E-C829-8FF7-0A7A-1BDD26AD300E}"/>
          </ac:spMkLst>
        </pc:spChg>
        <pc:spChg chg="add mod">
          <ac:chgData name="종현 김" userId="4e62a0cd71f6508f" providerId="LiveId" clId="{6E62CB57-B7C1-44BE-9515-1C88952032F1}" dt="2026-09-16T15:12:43.126" v="63442"/>
          <ac:spMkLst>
            <pc:docMk/>
            <pc:sldMk cId="2326969683" sldId="506"/>
            <ac:spMk id="17" creationId="{796097D6-1F3A-1D82-2B30-1B1EEC109937}"/>
          </ac:spMkLst>
        </pc:spChg>
        <pc:spChg chg="add mod">
          <ac:chgData name="종현 김" userId="4e62a0cd71f6508f" providerId="LiveId" clId="{6E62CB57-B7C1-44BE-9515-1C88952032F1}" dt="2026-09-16T15:12:43.126" v="63442"/>
          <ac:spMkLst>
            <pc:docMk/>
            <pc:sldMk cId="2326969683" sldId="506"/>
            <ac:spMk id="19" creationId="{08189049-BD5E-4861-FC7A-70752721EA17}"/>
          </ac:spMkLst>
        </pc:spChg>
        <pc:spChg chg="add mod">
          <ac:chgData name="종현 김" userId="4e62a0cd71f6508f" providerId="LiveId" clId="{6E62CB57-B7C1-44BE-9515-1C88952032F1}" dt="2026-09-16T15:35:07.567" v="65057" actId="1076"/>
          <ac:spMkLst>
            <pc:docMk/>
            <pc:sldMk cId="2326969683" sldId="506"/>
            <ac:spMk id="26" creationId="{1DFCE6E4-7BC2-3C82-B106-F444FD2F0D50}"/>
          </ac:spMkLst>
        </pc:spChg>
      </pc:sldChg>
      <pc:sldChg chg="addSp delSp modSp add del mod">
        <pc:chgData name="종현 김" userId="4e62a0cd71f6508f" providerId="LiveId" clId="{6E62CB57-B7C1-44BE-9515-1C88952032F1}" dt="2026-09-16T15:11:29.019" v="63399" actId="47"/>
        <pc:sldMkLst>
          <pc:docMk/>
          <pc:sldMk cId="484495803" sldId="507"/>
        </pc:sldMkLst>
      </pc:sldChg>
      <pc:sldChg chg="addSp delSp modSp add mod">
        <pc:chgData name="종현 김" userId="4e62a0cd71f6508f" providerId="LiveId" clId="{6E62CB57-B7C1-44BE-9515-1C88952032F1}" dt="2026-09-17T04:11:40.172" v="66690" actId="20577"/>
        <pc:sldMkLst>
          <pc:docMk/>
          <pc:sldMk cId="2609145203" sldId="507"/>
        </pc:sldMkLst>
        <pc:spChg chg="add mod">
          <ac:chgData name="종현 김" userId="4e62a0cd71f6508f" providerId="LiveId" clId="{6E62CB57-B7C1-44BE-9515-1C88952032F1}" dt="2026-09-16T15:19:21.506" v="63976" actId="404"/>
          <ac:spMkLst>
            <pc:docMk/>
            <pc:sldMk cId="2609145203" sldId="507"/>
            <ac:spMk id="2" creationId="{62C7F876-AB79-8D9D-CA8B-3A0B450B2086}"/>
          </ac:spMkLst>
        </pc:spChg>
        <pc:spChg chg="mod">
          <ac:chgData name="종현 김" userId="4e62a0cd71f6508f" providerId="LiveId" clId="{6E62CB57-B7C1-44BE-9515-1C88952032F1}" dt="2026-09-17T04:11:40.172" v="66690" actId="20577"/>
          <ac:spMkLst>
            <pc:docMk/>
            <pc:sldMk cId="2609145203" sldId="507"/>
            <ac:spMk id="3" creationId="{06091BCC-ED9B-7B1C-B8A0-F474D3EECAEC}"/>
          </ac:spMkLst>
        </pc:spChg>
        <pc:spChg chg="add del mod">
          <ac:chgData name="종현 김" userId="4e62a0cd71f6508f" providerId="LiveId" clId="{6E62CB57-B7C1-44BE-9515-1C88952032F1}" dt="2026-09-16T15:18:14.663" v="63951" actId="478"/>
          <ac:spMkLst>
            <pc:docMk/>
            <pc:sldMk cId="2609145203" sldId="507"/>
            <ac:spMk id="5" creationId="{61409FE7-D62F-E147-F116-2D39FC0227F9}"/>
          </ac:spMkLst>
        </pc:spChg>
        <pc:spChg chg="del">
          <ac:chgData name="종현 김" userId="4e62a0cd71f6508f" providerId="LiveId" clId="{6E62CB57-B7C1-44BE-9515-1C88952032F1}" dt="2026-09-16T15:13:20.909" v="63447" actId="478"/>
          <ac:spMkLst>
            <pc:docMk/>
            <pc:sldMk cId="2609145203" sldId="507"/>
            <ac:spMk id="6" creationId="{3B729733-D096-772C-9FBD-AD0E92CDDB06}"/>
          </ac:spMkLst>
        </pc:spChg>
        <pc:spChg chg="add mod">
          <ac:chgData name="종현 김" userId="4e62a0cd71f6508f" providerId="LiveId" clId="{6E62CB57-B7C1-44BE-9515-1C88952032F1}" dt="2026-09-16T15:18:01.285" v="63948"/>
          <ac:spMkLst>
            <pc:docMk/>
            <pc:sldMk cId="2609145203" sldId="507"/>
            <ac:spMk id="8" creationId="{0051E3B6-4B23-C52E-ADA6-3BAEE5256F57}"/>
          </ac:spMkLst>
        </pc:spChg>
        <pc:spChg chg="mod">
          <ac:chgData name="종현 김" userId="4e62a0cd71f6508f" providerId="LiveId" clId="{6E62CB57-B7C1-44BE-9515-1C88952032F1}" dt="2026-09-16T15:13:37.121" v="63495" actId="20577"/>
          <ac:spMkLst>
            <pc:docMk/>
            <pc:sldMk cId="2609145203" sldId="507"/>
            <ac:spMk id="9" creationId="{23D0D161-D7F0-3F84-F5BE-D7646D0805AE}"/>
          </ac:spMkLst>
        </pc:spChg>
        <pc:spChg chg="add mod">
          <ac:chgData name="종현 김" userId="4e62a0cd71f6508f" providerId="LiveId" clId="{6E62CB57-B7C1-44BE-9515-1C88952032F1}" dt="2026-09-16T15:18:01.285" v="63948"/>
          <ac:spMkLst>
            <pc:docMk/>
            <pc:sldMk cId="2609145203" sldId="507"/>
            <ac:spMk id="10" creationId="{3937260A-9AEE-D7F3-CA0C-F8C28FB69FDD}"/>
          </ac:spMkLst>
        </pc:spChg>
        <pc:spChg chg="add del">
          <ac:chgData name="종현 김" userId="4e62a0cd71f6508f" providerId="LiveId" clId="{6E62CB57-B7C1-44BE-9515-1C88952032F1}" dt="2026-09-16T15:18:07.498" v="63950" actId="22"/>
          <ac:spMkLst>
            <pc:docMk/>
            <pc:sldMk cId="2609145203" sldId="507"/>
            <ac:spMk id="12" creationId="{20E9BFBF-98A6-CFAF-576C-93AE92B388D7}"/>
          </ac:spMkLst>
        </pc:spChg>
        <pc:spChg chg="add">
          <ac:chgData name="종현 김" userId="4e62a0cd71f6508f" providerId="LiveId" clId="{6E62CB57-B7C1-44BE-9515-1C88952032F1}" dt="2026-09-16T15:18:15.031" v="63952" actId="22"/>
          <ac:spMkLst>
            <pc:docMk/>
            <pc:sldMk cId="2609145203" sldId="507"/>
            <ac:spMk id="14" creationId="{FAA2C145-05C8-B55E-31A4-0B5960073145}"/>
          </ac:spMkLst>
        </pc:spChg>
        <pc:spChg chg="add">
          <ac:chgData name="종현 김" userId="4e62a0cd71f6508f" providerId="LiveId" clId="{6E62CB57-B7C1-44BE-9515-1C88952032F1}" dt="2026-09-16T15:18:15.031" v="63952" actId="22"/>
          <ac:spMkLst>
            <pc:docMk/>
            <pc:sldMk cId="2609145203" sldId="507"/>
            <ac:spMk id="16" creationId="{1A8029CC-2CCC-740B-9BDA-17F6F106DDD5}"/>
          </ac:spMkLst>
        </pc:spChg>
        <pc:spChg chg="add mod">
          <ac:chgData name="종현 김" userId="4e62a0cd71f6508f" providerId="LiveId" clId="{6E62CB57-B7C1-44BE-9515-1C88952032F1}" dt="2026-09-16T15:19:41.673" v="63982" actId="20577"/>
          <ac:spMkLst>
            <pc:docMk/>
            <pc:sldMk cId="2609145203" sldId="507"/>
            <ac:spMk id="18" creationId="{0A10B61C-5CF6-EAFE-24C1-D0265FFC2FAA}"/>
          </ac:spMkLst>
        </pc:spChg>
        <pc:spChg chg="add mod">
          <ac:chgData name="종현 김" userId="4e62a0cd71f6508f" providerId="LiveId" clId="{6E62CB57-B7C1-44BE-9515-1C88952032F1}" dt="2026-09-16T15:19:59.112" v="64007" actId="1076"/>
          <ac:spMkLst>
            <pc:docMk/>
            <pc:sldMk cId="2609145203" sldId="507"/>
            <ac:spMk id="19" creationId="{9A85C5D1-2467-1B92-2A85-51DC6A1DD71F}"/>
          </ac:spMkLst>
        </pc:spChg>
        <pc:spChg chg="add mod">
          <ac:chgData name="종현 김" userId="4e62a0cd71f6508f" providerId="LiveId" clId="{6E62CB57-B7C1-44BE-9515-1C88952032F1}" dt="2026-09-16T15:20:15.144" v="64032" actId="1076"/>
          <ac:spMkLst>
            <pc:docMk/>
            <pc:sldMk cId="2609145203" sldId="507"/>
            <ac:spMk id="21" creationId="{83C04702-E71D-0585-AF7C-58F4B4A4166F}"/>
          </ac:spMkLst>
        </pc:spChg>
        <pc:spChg chg="add mod">
          <ac:chgData name="종현 김" userId="4e62a0cd71f6508f" providerId="LiveId" clId="{6E62CB57-B7C1-44BE-9515-1C88952032F1}" dt="2026-09-16T15:35:17.274" v="65059" actId="1076"/>
          <ac:spMkLst>
            <pc:docMk/>
            <pc:sldMk cId="2609145203" sldId="507"/>
            <ac:spMk id="23" creationId="{8E048ED8-A010-199D-8D8F-3E11AF4FDD2B}"/>
          </ac:spMkLst>
        </pc:spChg>
        <pc:cxnChg chg="add mod">
          <ac:chgData name="종현 김" userId="4e62a0cd71f6508f" providerId="LiveId" clId="{6E62CB57-B7C1-44BE-9515-1C88952032F1}" dt="2026-09-16T15:18:01.285" v="63948"/>
          <ac:cxnSpMkLst>
            <pc:docMk/>
            <pc:sldMk cId="2609145203" sldId="507"/>
            <ac:cxnSpMk id="4" creationId="{F20271F8-9E8A-8ACB-5E96-72ADAA2CF484}"/>
          </ac:cxnSpMkLst>
        </pc:cxnChg>
        <pc:cxnChg chg="add mod">
          <ac:chgData name="종현 김" userId="4e62a0cd71f6508f" providerId="LiveId" clId="{6E62CB57-B7C1-44BE-9515-1C88952032F1}" dt="2026-09-16T15:18:01.285" v="63948"/>
          <ac:cxnSpMkLst>
            <pc:docMk/>
            <pc:sldMk cId="2609145203" sldId="507"/>
            <ac:cxnSpMk id="7" creationId="{FCA062AE-9B35-AA43-D3B8-F033D85CDD7D}"/>
          </ac:cxnSpMkLst>
        </pc:cxnChg>
      </pc:sldChg>
      <pc:sldChg chg="addSp delSp modSp add del mod">
        <pc:chgData name="종현 김" userId="4e62a0cd71f6508f" providerId="LiveId" clId="{6E62CB57-B7C1-44BE-9515-1C88952032F1}" dt="2026-09-16T15:11:29.174" v="63400" actId="47"/>
        <pc:sldMkLst>
          <pc:docMk/>
          <pc:sldMk cId="3046958183" sldId="508"/>
        </pc:sldMkLst>
      </pc:sldChg>
      <pc:sldChg chg="addSp delSp modSp add mod">
        <pc:chgData name="종현 김" userId="4e62a0cd71f6508f" providerId="LiveId" clId="{6E62CB57-B7C1-44BE-9515-1C88952032F1}" dt="2026-09-17T05:24:21.724" v="67783"/>
        <pc:sldMkLst>
          <pc:docMk/>
          <pc:sldMk cId="3182642549" sldId="508"/>
        </pc:sldMkLst>
        <pc:spChg chg="add mod">
          <ac:chgData name="종현 김" userId="4e62a0cd71f6508f" providerId="LiveId" clId="{6E62CB57-B7C1-44BE-9515-1C88952032F1}" dt="2026-09-16T15:25:10.207" v="64123" actId="1076"/>
          <ac:spMkLst>
            <pc:docMk/>
            <pc:sldMk cId="3182642549" sldId="508"/>
            <ac:spMk id="2" creationId="{AD444A37-F609-C4C6-2E2F-D72474192ED8}"/>
          </ac:spMkLst>
        </pc:spChg>
        <pc:spChg chg="mod">
          <ac:chgData name="종현 김" userId="4e62a0cd71f6508f" providerId="LiveId" clId="{6E62CB57-B7C1-44BE-9515-1C88952032F1}" dt="2026-09-17T04:11:51.390" v="66697" actId="20577"/>
          <ac:spMkLst>
            <pc:docMk/>
            <pc:sldMk cId="3182642549" sldId="508"/>
            <ac:spMk id="3" creationId="{8607EFA3-26DD-072D-5006-C68DA69BD00D}"/>
          </ac:spMkLst>
        </pc:spChg>
        <pc:spChg chg="add mod">
          <ac:chgData name="종현 김" userId="4e62a0cd71f6508f" providerId="LiveId" clId="{6E62CB57-B7C1-44BE-9515-1C88952032F1}" dt="2026-09-16T15:25:52.357" v="64132" actId="1076"/>
          <ac:spMkLst>
            <pc:docMk/>
            <pc:sldMk cId="3182642549" sldId="508"/>
            <ac:spMk id="4" creationId="{4CB9DB5E-CF26-BD3C-3C2D-8BC3072237C3}"/>
          </ac:spMkLst>
        </pc:spChg>
        <pc:spChg chg="add mod">
          <ac:chgData name="종현 김" userId="4e62a0cd71f6508f" providerId="LiveId" clId="{6E62CB57-B7C1-44BE-9515-1C88952032F1}" dt="2026-09-16T15:20:33.517" v="64033"/>
          <ac:spMkLst>
            <pc:docMk/>
            <pc:sldMk cId="3182642549" sldId="508"/>
            <ac:spMk id="5" creationId="{F6D5DC4D-E367-3883-F8A4-C1469AAC6E5A}"/>
          </ac:spMkLst>
        </pc:spChg>
        <pc:spChg chg="add mod">
          <ac:chgData name="종현 김" userId="4e62a0cd71f6508f" providerId="LiveId" clId="{6E62CB57-B7C1-44BE-9515-1C88952032F1}" dt="2026-09-16T15:20:33.517" v="64033"/>
          <ac:spMkLst>
            <pc:docMk/>
            <pc:sldMk cId="3182642549" sldId="508"/>
            <ac:spMk id="6" creationId="{D5896A23-4466-47B8-4EC6-66CCC2336AEC}"/>
          </ac:spMkLst>
        </pc:spChg>
        <pc:spChg chg="mod">
          <ac:chgData name="종현 김" userId="4e62a0cd71f6508f" providerId="LiveId" clId="{6E62CB57-B7C1-44BE-9515-1C88952032F1}" dt="2026-09-16T15:14:11.890" v="63531" actId="20577"/>
          <ac:spMkLst>
            <pc:docMk/>
            <pc:sldMk cId="3182642549" sldId="508"/>
            <ac:spMk id="9" creationId="{E4C32D97-4045-30E0-1389-0D74FA6BA136}"/>
          </ac:spMkLst>
        </pc:spChg>
        <pc:spChg chg="add mod">
          <ac:chgData name="종현 김" userId="4e62a0cd71f6508f" providerId="LiveId" clId="{6E62CB57-B7C1-44BE-9515-1C88952032F1}" dt="2026-09-16T15:20:33.517" v="64033"/>
          <ac:spMkLst>
            <pc:docMk/>
            <pc:sldMk cId="3182642549" sldId="508"/>
            <ac:spMk id="14" creationId="{88381230-3EB1-5BDB-94E1-92619C5696C9}"/>
          </ac:spMkLst>
        </pc:spChg>
        <pc:spChg chg="add mod">
          <ac:chgData name="종현 김" userId="4e62a0cd71f6508f" providerId="LiveId" clId="{6E62CB57-B7C1-44BE-9515-1C88952032F1}" dt="2026-09-16T15:20:33.517" v="64033"/>
          <ac:spMkLst>
            <pc:docMk/>
            <pc:sldMk cId="3182642549" sldId="508"/>
            <ac:spMk id="15" creationId="{10450B96-9A3B-DF06-721D-7A4C85B4C54C}"/>
          </ac:spMkLst>
        </pc:spChg>
        <pc:spChg chg="add mod">
          <ac:chgData name="종현 김" userId="4e62a0cd71f6508f" providerId="LiveId" clId="{6E62CB57-B7C1-44BE-9515-1C88952032F1}" dt="2026-09-16T15:20:33.517" v="64033"/>
          <ac:spMkLst>
            <pc:docMk/>
            <pc:sldMk cId="3182642549" sldId="508"/>
            <ac:spMk id="19" creationId="{31F35C63-F113-05D8-7A4D-9ACB4755A8A0}"/>
          </ac:spMkLst>
        </pc:spChg>
        <pc:spChg chg="add mod ord">
          <ac:chgData name="종현 김" userId="4e62a0cd71f6508f" providerId="LiveId" clId="{6E62CB57-B7C1-44BE-9515-1C88952032F1}" dt="2026-09-16T15:25:10.207" v="64123" actId="1076"/>
          <ac:spMkLst>
            <pc:docMk/>
            <pc:sldMk cId="3182642549" sldId="508"/>
            <ac:spMk id="21" creationId="{2FFD06CA-F691-5110-A11B-DD219670FAFE}"/>
          </ac:spMkLst>
        </pc:spChg>
        <pc:spChg chg="add del">
          <ac:chgData name="종현 김" userId="4e62a0cd71f6508f" providerId="LiveId" clId="{6E62CB57-B7C1-44BE-9515-1C88952032F1}" dt="2026-09-16T15:25:19.598" v="64125" actId="22"/>
          <ac:spMkLst>
            <pc:docMk/>
            <pc:sldMk cId="3182642549" sldId="508"/>
            <ac:spMk id="23" creationId="{2B803151-4082-7F10-CA22-90E5BB719A9C}"/>
          </ac:spMkLst>
        </pc:spChg>
        <pc:spChg chg="add mod ord">
          <ac:chgData name="종현 김" userId="4e62a0cd71f6508f" providerId="LiveId" clId="{6E62CB57-B7C1-44BE-9515-1C88952032F1}" dt="2026-09-16T15:25:52.357" v="64132" actId="1076"/>
          <ac:spMkLst>
            <pc:docMk/>
            <pc:sldMk cId="3182642549" sldId="508"/>
            <ac:spMk id="25" creationId="{725274FC-CBD4-5FE4-043B-B72185931E6C}"/>
          </ac:spMkLst>
        </pc:spChg>
        <pc:spChg chg="add del">
          <ac:chgData name="종현 김" userId="4e62a0cd71f6508f" providerId="LiveId" clId="{6E62CB57-B7C1-44BE-9515-1C88952032F1}" dt="2026-09-16T15:25:28.784" v="64127" actId="478"/>
          <ac:spMkLst>
            <pc:docMk/>
            <pc:sldMk cId="3182642549" sldId="508"/>
            <ac:spMk id="27" creationId="{D0EC118B-92FB-0F14-60AA-12EC3352BFEE}"/>
          </ac:spMkLst>
        </pc:spChg>
        <pc:spChg chg="add mod">
          <ac:chgData name="종현 김" userId="4e62a0cd71f6508f" providerId="LiveId" clId="{6E62CB57-B7C1-44BE-9515-1C88952032F1}" dt="2026-09-17T05:24:21.724" v="67783"/>
          <ac:spMkLst>
            <pc:docMk/>
            <pc:sldMk cId="3182642549" sldId="508"/>
            <ac:spMk id="29" creationId="{2FCE3E92-151C-5F99-8DE6-07DC1EEB1520}"/>
          </ac:spMkLst>
        </pc:spChg>
        <pc:cxnChg chg="add mod">
          <ac:chgData name="종현 김" userId="4e62a0cd71f6508f" providerId="LiveId" clId="{6E62CB57-B7C1-44BE-9515-1C88952032F1}" dt="2026-09-16T15:20:33.517" v="64033"/>
          <ac:cxnSpMkLst>
            <pc:docMk/>
            <pc:sldMk cId="3182642549" sldId="508"/>
            <ac:cxnSpMk id="7" creationId="{0E732E8E-CCA8-7E5A-9D5D-76AC86DA5C2C}"/>
          </ac:cxnSpMkLst>
        </pc:cxnChg>
        <pc:cxnChg chg="add mod">
          <ac:chgData name="종현 김" userId="4e62a0cd71f6508f" providerId="LiveId" clId="{6E62CB57-B7C1-44BE-9515-1C88952032F1}" dt="2026-09-16T15:20:33.517" v="64033"/>
          <ac:cxnSpMkLst>
            <pc:docMk/>
            <pc:sldMk cId="3182642549" sldId="508"/>
            <ac:cxnSpMk id="8" creationId="{EB7B6EE8-47D1-B004-FC54-A51A19DB985F}"/>
          </ac:cxnSpMkLst>
        </pc:cxnChg>
        <pc:cxnChg chg="add mod">
          <ac:chgData name="종현 김" userId="4e62a0cd71f6508f" providerId="LiveId" clId="{6E62CB57-B7C1-44BE-9515-1C88952032F1}" dt="2026-09-16T15:20:33.517" v="64033"/>
          <ac:cxnSpMkLst>
            <pc:docMk/>
            <pc:sldMk cId="3182642549" sldId="508"/>
            <ac:cxnSpMk id="10" creationId="{6820AAC6-0B61-DE61-E0DC-2243815BA0F6}"/>
          </ac:cxnSpMkLst>
        </pc:cxnChg>
      </pc:sldChg>
      <pc:sldChg chg="addSp delSp modSp add del mod">
        <pc:chgData name="종현 김" userId="4e62a0cd71f6508f" providerId="LiveId" clId="{6E62CB57-B7C1-44BE-9515-1C88952032F1}" dt="2026-09-16T15:11:28.499" v="63397" actId="47"/>
        <pc:sldMkLst>
          <pc:docMk/>
          <pc:sldMk cId="15323785" sldId="509"/>
        </pc:sldMkLst>
      </pc:sldChg>
      <pc:sldChg chg="addSp modSp add mod">
        <pc:chgData name="종현 김" userId="4e62a0cd71f6508f" providerId="LiveId" clId="{6E62CB57-B7C1-44BE-9515-1C88952032F1}" dt="2026-09-17T04:11:55.544" v="66702" actId="20577"/>
        <pc:sldMkLst>
          <pc:docMk/>
          <pc:sldMk cId="3392481387" sldId="509"/>
        </pc:sldMkLst>
        <pc:spChg chg="mod">
          <ac:chgData name="종현 김" userId="4e62a0cd71f6508f" providerId="LiveId" clId="{6E62CB57-B7C1-44BE-9515-1C88952032F1}" dt="2026-09-17T04:11:55.544" v="66702" actId="20577"/>
          <ac:spMkLst>
            <pc:docMk/>
            <pc:sldMk cId="3392481387" sldId="509"/>
            <ac:spMk id="3" creationId="{E2E512B6-7F50-A1BD-ED05-87125291756C}"/>
          </ac:spMkLst>
        </pc:spChg>
        <pc:spChg chg="add mod">
          <ac:chgData name="종현 김" userId="4e62a0cd71f6508f" providerId="LiveId" clId="{6E62CB57-B7C1-44BE-9515-1C88952032F1}" dt="2026-09-16T15:35:37.005" v="65063" actId="1076"/>
          <ac:spMkLst>
            <pc:docMk/>
            <pc:sldMk cId="3392481387" sldId="509"/>
            <ac:spMk id="6" creationId="{74D7FA37-9034-2962-C1CD-59F839131EBE}"/>
          </ac:spMkLst>
        </pc:spChg>
        <pc:spChg chg="mod">
          <ac:chgData name="종현 김" userId="4e62a0cd71f6508f" providerId="LiveId" clId="{6E62CB57-B7C1-44BE-9515-1C88952032F1}" dt="2026-09-16T15:14:20.746" v="63545" actId="20577"/>
          <ac:spMkLst>
            <pc:docMk/>
            <pc:sldMk cId="3392481387" sldId="509"/>
            <ac:spMk id="9" creationId="{4648AC83-3950-ADE6-A36E-2C20F614823D}"/>
          </ac:spMkLst>
        </pc:spChg>
        <pc:picChg chg="add">
          <ac:chgData name="종현 김" userId="4e62a0cd71f6508f" providerId="LiveId" clId="{6E62CB57-B7C1-44BE-9515-1C88952032F1}" dt="2026-09-16T15:20:52.551" v="64034" actId="22"/>
          <ac:picMkLst>
            <pc:docMk/>
            <pc:sldMk cId="3392481387" sldId="509"/>
            <ac:picMk id="4" creationId="{6D92D7DE-B678-20F4-5BCA-A59AB87E3F76}"/>
          </ac:picMkLst>
        </pc:picChg>
      </pc:sldChg>
      <pc:sldChg chg="addSp delSp modSp add mod">
        <pc:chgData name="종현 김" userId="4e62a0cd71f6508f" providerId="LiveId" clId="{6E62CB57-B7C1-44BE-9515-1C88952032F1}" dt="2026-09-17T05:13:20.800" v="67746" actId="20577"/>
        <pc:sldMkLst>
          <pc:docMk/>
          <pc:sldMk cId="3118994042" sldId="510"/>
        </pc:sldMkLst>
        <pc:spChg chg="mod">
          <ac:chgData name="종현 김" userId="4e62a0cd71f6508f" providerId="LiveId" clId="{6E62CB57-B7C1-44BE-9515-1C88952032F1}" dt="2026-09-17T04:12:01.740" v="66710" actId="20577"/>
          <ac:spMkLst>
            <pc:docMk/>
            <pc:sldMk cId="3118994042" sldId="510"/>
            <ac:spMk id="3" creationId="{9059A50D-326E-923B-C12C-2FA5C5B23DB8}"/>
          </ac:spMkLst>
        </pc:spChg>
        <pc:spChg chg="add del mod">
          <ac:chgData name="종현 김" userId="4e62a0cd71f6508f" providerId="LiveId" clId="{6E62CB57-B7C1-44BE-9515-1C88952032F1}" dt="2026-09-16T16:04:05.176" v="66423" actId="478"/>
          <ac:spMkLst>
            <pc:docMk/>
            <pc:sldMk cId="3118994042" sldId="510"/>
            <ac:spMk id="4" creationId="{E444D437-3682-8519-2D4D-D86D276084F1}"/>
          </ac:spMkLst>
        </pc:spChg>
        <pc:spChg chg="add mod">
          <ac:chgData name="종현 김" userId="4e62a0cd71f6508f" providerId="LiveId" clId="{6E62CB57-B7C1-44BE-9515-1C88952032F1}" dt="2026-09-17T05:13:20.800" v="67746" actId="20577"/>
          <ac:spMkLst>
            <pc:docMk/>
            <pc:sldMk cId="3118994042" sldId="510"/>
            <ac:spMk id="6" creationId="{A9D8858F-9179-E8C0-F04C-8F48ECEDAF62}"/>
          </ac:spMkLst>
        </pc:spChg>
        <pc:spChg chg="mod">
          <ac:chgData name="종현 김" userId="4e62a0cd71f6508f" providerId="LiveId" clId="{6E62CB57-B7C1-44BE-9515-1C88952032F1}" dt="2026-09-16T15:28:50.300" v="64230" actId="20577"/>
          <ac:spMkLst>
            <pc:docMk/>
            <pc:sldMk cId="3118994042" sldId="510"/>
            <ac:spMk id="9" creationId="{0F2119C4-D019-5A44-0271-3AA24AC97B29}"/>
          </ac:spMkLst>
        </pc:spChg>
        <pc:picChg chg="add">
          <ac:chgData name="종현 김" userId="4e62a0cd71f6508f" providerId="LiveId" clId="{6E62CB57-B7C1-44BE-9515-1C88952032F1}" dt="2026-09-16T16:04:11.606" v="66425" actId="22"/>
          <ac:picMkLst>
            <pc:docMk/>
            <pc:sldMk cId="3118994042" sldId="510"/>
            <ac:picMk id="8" creationId="{2B245EBF-C009-FCB9-C1DB-5DF40CD798DA}"/>
          </ac:picMkLst>
        </pc:picChg>
      </pc:sldChg>
      <pc:sldChg chg="addSp modSp add del mod">
        <pc:chgData name="종현 김" userId="4e62a0cd71f6508f" providerId="LiveId" clId="{6E62CB57-B7C1-44BE-9515-1C88952032F1}" dt="2026-09-16T15:11:29.532" v="63402" actId="47"/>
        <pc:sldMkLst>
          <pc:docMk/>
          <pc:sldMk cId="3309465986" sldId="510"/>
        </pc:sldMkLst>
      </pc:sldChg>
      <pc:sldChg chg="addSp delSp modSp add mod ord">
        <pc:chgData name="종현 김" userId="4e62a0cd71f6508f" providerId="LiveId" clId="{6E62CB57-B7C1-44BE-9515-1C88952032F1}" dt="2026-09-17T05:28:02.763" v="67840" actId="20577"/>
        <pc:sldMkLst>
          <pc:docMk/>
          <pc:sldMk cId="931663457" sldId="511"/>
        </pc:sldMkLst>
        <pc:spChg chg="mod">
          <ac:chgData name="종현 김" userId="4e62a0cd71f6508f" providerId="LiveId" clId="{6E62CB57-B7C1-44BE-9515-1C88952032F1}" dt="2026-09-17T04:11:59.124" v="66707" actId="20577"/>
          <ac:spMkLst>
            <pc:docMk/>
            <pc:sldMk cId="931663457" sldId="511"/>
            <ac:spMk id="3" creationId="{294A697E-AF83-8B21-AA4B-2711BAC8F129}"/>
          </ac:spMkLst>
        </pc:spChg>
        <pc:spChg chg="add mod">
          <ac:chgData name="종현 김" userId="4e62a0cd71f6508f" providerId="LiveId" clId="{6E62CB57-B7C1-44BE-9515-1C88952032F1}" dt="2026-09-17T05:28:02.763" v="67840" actId="20577"/>
          <ac:spMkLst>
            <pc:docMk/>
            <pc:sldMk cId="931663457" sldId="511"/>
            <ac:spMk id="8" creationId="{0FE9145C-2D7E-9692-6FD3-DD74F4A82595}"/>
          </ac:spMkLst>
        </pc:spChg>
        <pc:spChg chg="mod">
          <ac:chgData name="종현 김" userId="4e62a0cd71f6508f" providerId="LiveId" clId="{6E62CB57-B7C1-44BE-9515-1C88952032F1}" dt="2026-09-16T15:28:39.034" v="64170"/>
          <ac:spMkLst>
            <pc:docMk/>
            <pc:sldMk cId="931663457" sldId="511"/>
            <ac:spMk id="9" creationId="{F9EDCD2B-AC5B-FB7E-BEF6-01B309160828}"/>
          </ac:spMkLst>
        </pc:spChg>
        <pc:spChg chg="add mod">
          <ac:chgData name="종현 김" userId="4e62a0cd71f6508f" providerId="LiveId" clId="{6E62CB57-B7C1-44BE-9515-1C88952032F1}" dt="2026-09-16T15:47:10.943" v="66001" actId="1076"/>
          <ac:spMkLst>
            <pc:docMk/>
            <pc:sldMk cId="931663457" sldId="511"/>
            <ac:spMk id="11" creationId="{D4FBFA27-A7D9-9B93-6936-72156A133B25}"/>
          </ac:spMkLst>
        </pc:spChg>
        <pc:spChg chg="add mod">
          <ac:chgData name="종현 김" userId="4e62a0cd71f6508f" providerId="LiveId" clId="{6E62CB57-B7C1-44BE-9515-1C88952032F1}" dt="2026-09-16T15:47:10.943" v="66001" actId="1076"/>
          <ac:spMkLst>
            <pc:docMk/>
            <pc:sldMk cId="931663457" sldId="511"/>
            <ac:spMk id="13" creationId="{1943D66F-3F2C-6313-5A1B-564E84B87F8D}"/>
          </ac:spMkLst>
        </pc:spChg>
        <pc:spChg chg="add del mod">
          <ac:chgData name="종현 김" userId="4e62a0cd71f6508f" providerId="LiveId" clId="{6E62CB57-B7C1-44BE-9515-1C88952032F1}" dt="2026-09-16T15:29:59.601" v="64509" actId="478"/>
          <ac:spMkLst>
            <pc:docMk/>
            <pc:sldMk cId="931663457" sldId="511"/>
            <ac:spMk id="15" creationId="{E5009021-02BE-905B-6D61-BC5B77E5B0A1}"/>
          </ac:spMkLst>
        </pc:spChg>
        <pc:spChg chg="add del mod">
          <ac:chgData name="종현 김" userId="4e62a0cd71f6508f" providerId="LiveId" clId="{6E62CB57-B7C1-44BE-9515-1C88952032F1}" dt="2026-09-16T15:47:06.818" v="66000"/>
          <ac:spMkLst>
            <pc:docMk/>
            <pc:sldMk cId="931663457" sldId="511"/>
            <ac:spMk id="16" creationId="{B2F6C7F3-99F8-94FF-75F0-612C68E6CD43}"/>
          </ac:spMkLst>
        </pc:spChg>
        <pc:picChg chg="add mod">
          <ac:chgData name="종현 김" userId="4e62a0cd71f6508f" providerId="LiveId" clId="{6E62CB57-B7C1-44BE-9515-1C88952032F1}" dt="2026-09-16T15:47:10.943" v="66001" actId="1076"/>
          <ac:picMkLst>
            <pc:docMk/>
            <pc:sldMk cId="931663457" sldId="511"/>
            <ac:picMk id="4" creationId="{B8F1EC7D-FCD0-7646-97CE-1477F0A8425D}"/>
          </ac:picMkLst>
        </pc:picChg>
        <pc:picChg chg="add mod">
          <ac:chgData name="종현 김" userId="4e62a0cd71f6508f" providerId="LiveId" clId="{6E62CB57-B7C1-44BE-9515-1C88952032F1}" dt="2026-09-16T15:47:10.943" v="66001" actId="1076"/>
          <ac:picMkLst>
            <pc:docMk/>
            <pc:sldMk cId="931663457" sldId="511"/>
            <ac:picMk id="6" creationId="{9771DFED-778A-B8E1-4AAD-5DCC8326C9FD}"/>
          </ac:picMkLst>
        </pc:picChg>
      </pc:sldChg>
      <pc:sldChg chg="addSp modSp add del mod">
        <pc:chgData name="종현 김" userId="4e62a0cd71f6508f" providerId="LiveId" clId="{6E62CB57-B7C1-44BE-9515-1C88952032F1}" dt="2026-09-16T15:11:29.875" v="63404" actId="47"/>
        <pc:sldMkLst>
          <pc:docMk/>
          <pc:sldMk cId="1711678498" sldId="511"/>
        </pc:sldMkLst>
      </pc:sldChg>
      <pc:sldChg chg="addSp modSp add del mod">
        <pc:chgData name="종현 김" userId="4e62a0cd71f6508f" providerId="LiveId" clId="{6E62CB57-B7C1-44BE-9515-1C88952032F1}" dt="2026-09-16T15:11:28.842" v="63398" actId="47"/>
        <pc:sldMkLst>
          <pc:docMk/>
          <pc:sldMk cId="719432697" sldId="512"/>
        </pc:sldMkLst>
      </pc:sldChg>
      <pc:sldChg chg="addSp modSp add mod ord">
        <pc:chgData name="종현 김" userId="4e62a0cd71f6508f" providerId="LiveId" clId="{6E62CB57-B7C1-44BE-9515-1C88952032F1}" dt="2026-09-17T04:12:03.846" v="66711" actId="20577"/>
        <pc:sldMkLst>
          <pc:docMk/>
          <pc:sldMk cId="2769776607" sldId="512"/>
        </pc:sldMkLst>
        <pc:spChg chg="mod">
          <ac:chgData name="종현 김" userId="4e62a0cd71f6508f" providerId="LiveId" clId="{6E62CB57-B7C1-44BE-9515-1C88952032F1}" dt="2026-09-17T04:12:03.846" v="66711" actId="20577"/>
          <ac:spMkLst>
            <pc:docMk/>
            <pc:sldMk cId="2769776607" sldId="512"/>
            <ac:spMk id="3" creationId="{A7C16289-08C9-9B19-DC78-827720E76F53}"/>
          </ac:spMkLst>
        </pc:spChg>
        <pc:spChg chg="add mod">
          <ac:chgData name="종현 김" userId="4e62a0cd71f6508f" providerId="LiveId" clId="{6E62CB57-B7C1-44BE-9515-1C88952032F1}" dt="2026-09-16T15:15:09.755" v="63646"/>
          <ac:spMkLst>
            <pc:docMk/>
            <pc:sldMk cId="2769776607" sldId="512"/>
            <ac:spMk id="4" creationId="{DAD658A6-C6F3-C3D3-A3C9-2A38AA32E769}"/>
          </ac:spMkLst>
        </pc:spChg>
        <pc:spChg chg="add mod">
          <ac:chgData name="종현 김" userId="4e62a0cd71f6508f" providerId="LiveId" clId="{6E62CB57-B7C1-44BE-9515-1C88952032F1}" dt="2026-09-16T15:15:09.755" v="63646"/>
          <ac:spMkLst>
            <pc:docMk/>
            <pc:sldMk cId="2769776607" sldId="512"/>
            <ac:spMk id="5" creationId="{54C1048A-E49C-B893-90D6-0EA5EA1334DB}"/>
          </ac:spMkLst>
        </pc:spChg>
        <pc:spChg chg="add mod">
          <ac:chgData name="종현 김" userId="4e62a0cd71f6508f" providerId="LiveId" clId="{6E62CB57-B7C1-44BE-9515-1C88952032F1}" dt="2026-09-16T15:15:09.755" v="63646"/>
          <ac:spMkLst>
            <pc:docMk/>
            <pc:sldMk cId="2769776607" sldId="512"/>
            <ac:spMk id="8" creationId="{0E1C430B-A139-5516-95CB-DAA11DF9E67C}"/>
          </ac:spMkLst>
        </pc:spChg>
        <pc:spChg chg="mod">
          <ac:chgData name="종현 김" userId="4e62a0cd71f6508f" providerId="LiveId" clId="{6E62CB57-B7C1-44BE-9515-1C88952032F1}" dt="2026-09-16T15:14:57.364" v="63645" actId="20577"/>
          <ac:spMkLst>
            <pc:docMk/>
            <pc:sldMk cId="2769776607" sldId="512"/>
            <ac:spMk id="9" creationId="{2A4F9288-18AC-6120-33DE-7538499AAF6C}"/>
          </ac:spMkLst>
        </pc:spChg>
        <pc:spChg chg="add mod">
          <ac:chgData name="종현 김" userId="4e62a0cd71f6508f" providerId="LiveId" clId="{6E62CB57-B7C1-44BE-9515-1C88952032F1}" dt="2026-09-16T15:15:09.755" v="63646"/>
          <ac:spMkLst>
            <pc:docMk/>
            <pc:sldMk cId="2769776607" sldId="512"/>
            <ac:spMk id="10" creationId="{73F41992-3183-A50B-92BF-4C45B8379BCD}"/>
          </ac:spMkLst>
        </pc:spChg>
        <pc:spChg chg="add mod">
          <ac:chgData name="종현 김" userId="4e62a0cd71f6508f" providerId="LiveId" clId="{6E62CB57-B7C1-44BE-9515-1C88952032F1}" dt="2026-09-16T15:15:09.755" v="63646"/>
          <ac:spMkLst>
            <pc:docMk/>
            <pc:sldMk cId="2769776607" sldId="512"/>
            <ac:spMk id="11" creationId="{A0837C0C-1460-D1CB-320B-C3473B99F1A0}"/>
          </ac:spMkLst>
        </pc:spChg>
        <pc:spChg chg="add mod">
          <ac:chgData name="종현 김" userId="4e62a0cd71f6508f" providerId="LiveId" clId="{6E62CB57-B7C1-44BE-9515-1C88952032F1}" dt="2026-09-16T15:15:09.755" v="63646"/>
          <ac:spMkLst>
            <pc:docMk/>
            <pc:sldMk cId="2769776607" sldId="512"/>
            <ac:spMk id="16" creationId="{35DF6582-F1D8-ED66-97BD-88868FD7ED0F}"/>
          </ac:spMkLst>
        </pc:spChg>
        <pc:spChg chg="add mod">
          <ac:chgData name="종현 김" userId="4e62a0cd71f6508f" providerId="LiveId" clId="{6E62CB57-B7C1-44BE-9515-1C88952032F1}" dt="2026-09-16T15:15:09.755" v="63646"/>
          <ac:spMkLst>
            <pc:docMk/>
            <pc:sldMk cId="2769776607" sldId="512"/>
            <ac:spMk id="17" creationId="{933250F8-A4D6-E2D7-1DB8-4D7ECCE07390}"/>
          </ac:spMkLst>
        </pc:spChg>
        <pc:spChg chg="add mod">
          <ac:chgData name="종현 김" userId="4e62a0cd71f6508f" providerId="LiveId" clId="{6E62CB57-B7C1-44BE-9515-1C88952032F1}" dt="2026-09-16T15:15:09.755" v="63646"/>
          <ac:spMkLst>
            <pc:docMk/>
            <pc:sldMk cId="2769776607" sldId="512"/>
            <ac:spMk id="18" creationId="{BF38C5A5-C740-FE32-A47B-EDE7E6CE7A63}"/>
          </ac:spMkLst>
        </pc:spChg>
        <pc:spChg chg="add mod">
          <ac:chgData name="종현 김" userId="4e62a0cd71f6508f" providerId="LiveId" clId="{6E62CB57-B7C1-44BE-9515-1C88952032F1}" dt="2026-09-16T15:15:09.755" v="63646"/>
          <ac:spMkLst>
            <pc:docMk/>
            <pc:sldMk cId="2769776607" sldId="512"/>
            <ac:spMk id="19" creationId="{2F90CF55-E271-8E7C-74D8-E05E77F800C7}"/>
          </ac:spMkLst>
        </pc:spChg>
        <pc:spChg chg="add mod">
          <ac:chgData name="종현 김" userId="4e62a0cd71f6508f" providerId="LiveId" clId="{6E62CB57-B7C1-44BE-9515-1C88952032F1}" dt="2026-09-16T15:15:09.755" v="63646"/>
          <ac:spMkLst>
            <pc:docMk/>
            <pc:sldMk cId="2769776607" sldId="512"/>
            <ac:spMk id="22" creationId="{D9C4B2A9-B3EF-FCD0-2834-CD22E09C8E0F}"/>
          </ac:spMkLst>
        </pc:spChg>
      </pc:sldChg>
      <pc:sldChg chg="addSp modSp add del mod ord">
        <pc:chgData name="종현 김" userId="4e62a0cd71f6508f" providerId="LiveId" clId="{6E62CB57-B7C1-44BE-9515-1C88952032F1}" dt="2026-09-16T15:11:29.714" v="63403" actId="47"/>
        <pc:sldMkLst>
          <pc:docMk/>
          <pc:sldMk cId="3094179088" sldId="513"/>
        </pc:sldMkLst>
      </pc:sldChg>
      <pc:sldChg chg="addSp modSp add mod ord">
        <pc:chgData name="종현 김" userId="4e62a0cd71f6508f" providerId="LiveId" clId="{6E62CB57-B7C1-44BE-9515-1C88952032F1}" dt="2026-09-17T04:12:07.165" v="66716" actId="20577"/>
        <pc:sldMkLst>
          <pc:docMk/>
          <pc:sldMk cId="3462877418" sldId="513"/>
        </pc:sldMkLst>
        <pc:spChg chg="add mod">
          <ac:chgData name="종현 김" userId="4e62a0cd71f6508f" providerId="LiveId" clId="{6E62CB57-B7C1-44BE-9515-1C88952032F1}" dt="2026-09-16T15:15:42.487" v="63676"/>
          <ac:spMkLst>
            <pc:docMk/>
            <pc:sldMk cId="3462877418" sldId="513"/>
            <ac:spMk id="2" creationId="{62B9F8D1-7E1A-42E7-36B1-18A4E17AF124}"/>
          </ac:spMkLst>
        </pc:spChg>
        <pc:spChg chg="mod">
          <ac:chgData name="종현 김" userId="4e62a0cd71f6508f" providerId="LiveId" clId="{6E62CB57-B7C1-44BE-9515-1C88952032F1}" dt="2026-09-17T04:12:07.165" v="66716" actId="20577"/>
          <ac:spMkLst>
            <pc:docMk/>
            <pc:sldMk cId="3462877418" sldId="513"/>
            <ac:spMk id="3" creationId="{A0282571-2E32-D048-85BF-10B4613B4DEC}"/>
          </ac:spMkLst>
        </pc:spChg>
        <pc:spChg chg="add mod">
          <ac:chgData name="종현 김" userId="4e62a0cd71f6508f" providerId="LiveId" clId="{6E62CB57-B7C1-44BE-9515-1C88952032F1}" dt="2026-09-16T15:15:42.487" v="63676"/>
          <ac:spMkLst>
            <pc:docMk/>
            <pc:sldMk cId="3462877418" sldId="513"/>
            <ac:spMk id="7" creationId="{732AF7A9-7FE9-7BD3-D4B5-FCB46AD0577A}"/>
          </ac:spMkLst>
        </pc:spChg>
        <pc:spChg chg="add mod">
          <ac:chgData name="종현 김" userId="4e62a0cd71f6508f" providerId="LiveId" clId="{6E62CB57-B7C1-44BE-9515-1C88952032F1}" dt="2026-09-16T15:15:42.487" v="63676"/>
          <ac:spMkLst>
            <pc:docMk/>
            <pc:sldMk cId="3462877418" sldId="513"/>
            <ac:spMk id="8" creationId="{47408BED-475D-C683-2AA4-B42E14A146D2}"/>
          </ac:spMkLst>
        </pc:spChg>
        <pc:spChg chg="mod">
          <ac:chgData name="종현 김" userId="4e62a0cd71f6508f" providerId="LiveId" clId="{6E62CB57-B7C1-44BE-9515-1C88952032F1}" dt="2026-09-16T15:15:35.074" v="63675" actId="20577"/>
          <ac:spMkLst>
            <pc:docMk/>
            <pc:sldMk cId="3462877418" sldId="513"/>
            <ac:spMk id="9" creationId="{F05DF7E0-CBEE-E4E7-87AA-A7D6719BEC2C}"/>
          </ac:spMkLst>
        </pc:spChg>
        <pc:spChg chg="add mod">
          <ac:chgData name="종현 김" userId="4e62a0cd71f6508f" providerId="LiveId" clId="{6E62CB57-B7C1-44BE-9515-1C88952032F1}" dt="2026-09-16T15:15:42.487" v="63676"/>
          <ac:spMkLst>
            <pc:docMk/>
            <pc:sldMk cId="3462877418" sldId="513"/>
            <ac:spMk id="10" creationId="{16F3B66E-C7FE-7E9B-3166-6B44BC6DB563}"/>
          </ac:spMkLst>
        </pc:spChg>
        <pc:spChg chg="add mod">
          <ac:chgData name="종현 김" userId="4e62a0cd71f6508f" providerId="LiveId" clId="{6E62CB57-B7C1-44BE-9515-1C88952032F1}" dt="2026-09-16T15:15:42.487" v="63676"/>
          <ac:spMkLst>
            <pc:docMk/>
            <pc:sldMk cId="3462877418" sldId="513"/>
            <ac:spMk id="15" creationId="{71D58BC0-B056-AAA7-A9E2-02A94F63A08D}"/>
          </ac:spMkLst>
        </pc:spChg>
        <pc:spChg chg="add mod">
          <ac:chgData name="종현 김" userId="4e62a0cd71f6508f" providerId="LiveId" clId="{6E62CB57-B7C1-44BE-9515-1C88952032F1}" dt="2026-09-16T15:15:42.487" v="63676"/>
          <ac:spMkLst>
            <pc:docMk/>
            <pc:sldMk cId="3462877418" sldId="513"/>
            <ac:spMk id="16" creationId="{531A0661-D3E8-25FA-59C1-897DBDC816D5}"/>
          </ac:spMkLst>
        </pc:spChg>
        <pc:spChg chg="add mod">
          <ac:chgData name="종현 김" userId="4e62a0cd71f6508f" providerId="LiveId" clId="{6E62CB57-B7C1-44BE-9515-1C88952032F1}" dt="2026-09-16T15:15:42.487" v="63676"/>
          <ac:spMkLst>
            <pc:docMk/>
            <pc:sldMk cId="3462877418" sldId="513"/>
            <ac:spMk id="17" creationId="{988A2258-1E36-FC3C-6DFB-B0FB1BDEF3B0}"/>
          </ac:spMkLst>
        </pc:spChg>
        <pc:spChg chg="add mod">
          <ac:chgData name="종현 김" userId="4e62a0cd71f6508f" providerId="LiveId" clId="{6E62CB57-B7C1-44BE-9515-1C88952032F1}" dt="2026-09-16T15:15:42.487" v="63676"/>
          <ac:spMkLst>
            <pc:docMk/>
            <pc:sldMk cId="3462877418" sldId="513"/>
            <ac:spMk id="18" creationId="{B8EEE94B-6728-1A85-C076-EC0B9B636993}"/>
          </ac:spMkLst>
        </pc:spChg>
        <pc:spChg chg="add mod">
          <ac:chgData name="종현 김" userId="4e62a0cd71f6508f" providerId="LiveId" clId="{6E62CB57-B7C1-44BE-9515-1C88952032F1}" dt="2026-09-16T15:15:42.487" v="63676"/>
          <ac:spMkLst>
            <pc:docMk/>
            <pc:sldMk cId="3462877418" sldId="513"/>
            <ac:spMk id="19" creationId="{B32A2515-97EE-D36D-BD62-96154479CD6E}"/>
          </ac:spMkLst>
        </pc:spChg>
        <pc:spChg chg="add mod">
          <ac:chgData name="종현 김" userId="4e62a0cd71f6508f" providerId="LiveId" clId="{6E62CB57-B7C1-44BE-9515-1C88952032F1}" dt="2026-09-16T15:15:42.487" v="63676"/>
          <ac:spMkLst>
            <pc:docMk/>
            <pc:sldMk cId="3462877418" sldId="513"/>
            <ac:spMk id="23" creationId="{8140DBCE-773D-FA5E-AA82-2150DD0C4A82}"/>
          </ac:spMkLst>
        </pc:spChg>
      </pc:sldChg>
      <pc:sldChg chg="addSp modSp add mod">
        <pc:chgData name="종현 김" userId="4e62a0cd71f6508f" providerId="LiveId" clId="{6E62CB57-B7C1-44BE-9515-1C88952032F1}" dt="2026-09-17T04:12:10.578" v="66719" actId="20577"/>
        <pc:sldMkLst>
          <pc:docMk/>
          <pc:sldMk cId="3193103277" sldId="514"/>
        </pc:sldMkLst>
        <pc:spChg chg="add mod">
          <ac:chgData name="종현 김" userId="4e62a0cd71f6508f" providerId="LiveId" clId="{6E62CB57-B7C1-44BE-9515-1C88952032F1}" dt="2026-09-16T15:16:08.284" v="63719"/>
          <ac:spMkLst>
            <pc:docMk/>
            <pc:sldMk cId="3193103277" sldId="514"/>
            <ac:spMk id="2" creationId="{E4A9C917-DCE2-06CE-A05F-915FDBA02E11}"/>
          </ac:spMkLst>
        </pc:spChg>
        <pc:spChg chg="mod">
          <ac:chgData name="종현 김" userId="4e62a0cd71f6508f" providerId="LiveId" clId="{6E62CB57-B7C1-44BE-9515-1C88952032F1}" dt="2026-09-17T04:12:10.578" v="66719" actId="20577"/>
          <ac:spMkLst>
            <pc:docMk/>
            <pc:sldMk cId="3193103277" sldId="514"/>
            <ac:spMk id="3" creationId="{1CC1A70C-A861-0AB0-9937-FFEC53EA828B}"/>
          </ac:spMkLst>
        </pc:spChg>
        <pc:spChg chg="add mod">
          <ac:chgData name="종현 김" userId="4e62a0cd71f6508f" providerId="LiveId" clId="{6E62CB57-B7C1-44BE-9515-1C88952032F1}" dt="2026-09-16T15:16:08.284" v="63719"/>
          <ac:spMkLst>
            <pc:docMk/>
            <pc:sldMk cId="3193103277" sldId="514"/>
            <ac:spMk id="5" creationId="{69CEF1B8-5037-7648-AD51-B6A76E446F7A}"/>
          </ac:spMkLst>
        </pc:spChg>
        <pc:spChg chg="add mod">
          <ac:chgData name="종현 김" userId="4e62a0cd71f6508f" providerId="LiveId" clId="{6E62CB57-B7C1-44BE-9515-1C88952032F1}" dt="2026-09-16T15:16:08.284" v="63719"/>
          <ac:spMkLst>
            <pc:docMk/>
            <pc:sldMk cId="3193103277" sldId="514"/>
            <ac:spMk id="6" creationId="{9602A715-62DF-243C-5B7D-08BC88B303A2}"/>
          </ac:spMkLst>
        </pc:spChg>
        <pc:spChg chg="add mod">
          <ac:chgData name="종현 김" userId="4e62a0cd71f6508f" providerId="LiveId" clId="{6E62CB57-B7C1-44BE-9515-1C88952032F1}" dt="2026-09-16T15:16:08.284" v="63719"/>
          <ac:spMkLst>
            <pc:docMk/>
            <pc:sldMk cId="3193103277" sldId="514"/>
            <ac:spMk id="7" creationId="{70880B34-109A-1AB7-77AD-DBCE0E12624A}"/>
          </ac:spMkLst>
        </pc:spChg>
        <pc:spChg chg="add mod">
          <ac:chgData name="종현 김" userId="4e62a0cd71f6508f" providerId="LiveId" clId="{6E62CB57-B7C1-44BE-9515-1C88952032F1}" dt="2026-09-16T15:16:08.284" v="63719"/>
          <ac:spMkLst>
            <pc:docMk/>
            <pc:sldMk cId="3193103277" sldId="514"/>
            <ac:spMk id="8" creationId="{7A5D394B-5290-AD57-FD7E-584E20765F91}"/>
          </ac:spMkLst>
        </pc:spChg>
        <pc:spChg chg="mod">
          <ac:chgData name="종현 김" userId="4e62a0cd71f6508f" providerId="LiveId" clId="{6E62CB57-B7C1-44BE-9515-1C88952032F1}" dt="2026-09-16T15:16:02.767" v="63718" actId="20577"/>
          <ac:spMkLst>
            <pc:docMk/>
            <pc:sldMk cId="3193103277" sldId="514"/>
            <ac:spMk id="9" creationId="{00877CD8-6851-6F6E-05FD-6C6B8BF8E0BB}"/>
          </ac:spMkLst>
        </pc:spChg>
        <pc:spChg chg="add mod">
          <ac:chgData name="종현 김" userId="4e62a0cd71f6508f" providerId="LiveId" clId="{6E62CB57-B7C1-44BE-9515-1C88952032F1}" dt="2026-09-16T15:16:08.284" v="63719"/>
          <ac:spMkLst>
            <pc:docMk/>
            <pc:sldMk cId="3193103277" sldId="514"/>
            <ac:spMk id="11" creationId="{D5AED570-ADEC-2222-89BF-693C0EE1D424}"/>
          </ac:spMkLst>
        </pc:spChg>
        <pc:spChg chg="mod">
          <ac:chgData name="종현 김" userId="4e62a0cd71f6508f" providerId="LiveId" clId="{6E62CB57-B7C1-44BE-9515-1C88952032F1}" dt="2026-09-16T16:20:22.717" v="66675" actId="20577"/>
          <ac:spMkLst>
            <pc:docMk/>
            <pc:sldMk cId="3193103277" sldId="514"/>
            <ac:spMk id="15" creationId="{B0E65854-30E9-5B97-D9B7-585E6077D204}"/>
          </ac:spMkLst>
        </pc:spChg>
        <pc:spChg chg="add mod">
          <ac:chgData name="종현 김" userId="4e62a0cd71f6508f" providerId="LiveId" clId="{6E62CB57-B7C1-44BE-9515-1C88952032F1}" dt="2026-09-16T15:16:08.284" v="63719"/>
          <ac:spMkLst>
            <pc:docMk/>
            <pc:sldMk cId="3193103277" sldId="514"/>
            <ac:spMk id="16" creationId="{563744F9-6E77-56F5-E69D-27F97DAB28B9}"/>
          </ac:spMkLst>
        </pc:spChg>
        <pc:spChg chg="add mod">
          <ac:chgData name="종현 김" userId="4e62a0cd71f6508f" providerId="LiveId" clId="{6E62CB57-B7C1-44BE-9515-1C88952032F1}" dt="2026-09-16T15:16:08.284" v="63719"/>
          <ac:spMkLst>
            <pc:docMk/>
            <pc:sldMk cId="3193103277" sldId="514"/>
            <ac:spMk id="18" creationId="{CBBE2F2F-BEFB-42F4-FDF9-9094FA986F81}"/>
          </ac:spMkLst>
        </pc:spChg>
        <pc:spChg chg="add mod">
          <ac:chgData name="종현 김" userId="4e62a0cd71f6508f" providerId="LiveId" clId="{6E62CB57-B7C1-44BE-9515-1C88952032F1}" dt="2026-09-16T15:16:08.284" v="63719"/>
          <ac:spMkLst>
            <pc:docMk/>
            <pc:sldMk cId="3193103277" sldId="514"/>
            <ac:spMk id="19" creationId="{1AFF9628-4E28-62CD-9129-F37999483340}"/>
          </ac:spMkLst>
        </pc:spChg>
        <pc:spChg chg="mod">
          <ac:chgData name="종현 김" userId="4e62a0cd71f6508f" providerId="LiveId" clId="{6E62CB57-B7C1-44BE-9515-1C88952032F1}" dt="2026-09-16T16:20:33.446" v="66676" actId="208"/>
          <ac:spMkLst>
            <pc:docMk/>
            <pc:sldMk cId="3193103277" sldId="514"/>
            <ac:spMk id="22" creationId="{4E9C4EBC-088A-BF25-F0D3-ECFCCD958D4D}"/>
          </ac:spMkLst>
        </pc:spChg>
        <pc:spChg chg="add mod">
          <ac:chgData name="종현 김" userId="4e62a0cd71f6508f" providerId="LiveId" clId="{6E62CB57-B7C1-44BE-9515-1C88952032F1}" dt="2026-09-16T16:20:50.291" v="66679" actId="2085"/>
          <ac:spMkLst>
            <pc:docMk/>
            <pc:sldMk cId="3193103277" sldId="514"/>
            <ac:spMk id="23" creationId="{34B826EE-2381-591C-1805-E2E607FCFC37}"/>
          </ac:spMkLst>
        </pc:spChg>
        <pc:cxnChg chg="mod">
          <ac:chgData name="종현 김" userId="4e62a0cd71f6508f" providerId="LiveId" clId="{6E62CB57-B7C1-44BE-9515-1C88952032F1}" dt="2026-09-16T16:20:33.446" v="66676" actId="208"/>
          <ac:cxnSpMkLst>
            <pc:docMk/>
            <pc:sldMk cId="3193103277" sldId="514"/>
            <ac:cxnSpMk id="24" creationId="{39532270-ADBF-4145-0F43-57394FFF81B8}"/>
          </ac:cxnSpMkLst>
        </pc:cxnChg>
        <pc:cxnChg chg="mod">
          <ac:chgData name="종현 김" userId="4e62a0cd71f6508f" providerId="LiveId" clId="{6E62CB57-B7C1-44BE-9515-1C88952032F1}" dt="2026-09-16T16:20:33.446" v="66676" actId="208"/>
          <ac:cxnSpMkLst>
            <pc:docMk/>
            <pc:sldMk cId="3193103277" sldId="514"/>
            <ac:cxnSpMk id="25" creationId="{867B7536-1E71-3CD2-5A2E-AF1487F95E99}"/>
          </ac:cxnSpMkLst>
        </pc:cxnChg>
        <pc:cxnChg chg="mod">
          <ac:chgData name="종현 김" userId="4e62a0cd71f6508f" providerId="LiveId" clId="{6E62CB57-B7C1-44BE-9515-1C88952032F1}" dt="2026-09-16T16:20:41.289" v="66678" actId="208"/>
          <ac:cxnSpMkLst>
            <pc:docMk/>
            <pc:sldMk cId="3193103277" sldId="514"/>
            <ac:cxnSpMk id="26" creationId="{356E491F-A90C-7803-36E8-EAB6E43A96E2}"/>
          </ac:cxnSpMkLst>
        </pc:cxnChg>
        <pc:cxnChg chg="mod">
          <ac:chgData name="종현 김" userId="4e62a0cd71f6508f" providerId="LiveId" clId="{6E62CB57-B7C1-44BE-9515-1C88952032F1}" dt="2026-09-16T16:20:41.289" v="66678" actId="208"/>
          <ac:cxnSpMkLst>
            <pc:docMk/>
            <pc:sldMk cId="3193103277" sldId="514"/>
            <ac:cxnSpMk id="27" creationId="{E5AD0DA0-E58E-31BD-F3E0-E404084F5F4E}"/>
          </ac:cxnSpMkLst>
        </pc:cxnChg>
        <pc:cxnChg chg="mod">
          <ac:chgData name="종현 김" userId="4e62a0cd71f6508f" providerId="LiveId" clId="{6E62CB57-B7C1-44BE-9515-1C88952032F1}" dt="2026-09-16T16:20:41.289" v="66678" actId="208"/>
          <ac:cxnSpMkLst>
            <pc:docMk/>
            <pc:sldMk cId="3193103277" sldId="514"/>
            <ac:cxnSpMk id="28" creationId="{BB5B9561-7167-B7EB-C627-24FA753744E9}"/>
          </ac:cxnSpMkLst>
        </pc:cxnChg>
      </pc:sldChg>
      <pc:sldChg chg="addSp delSp modSp add del mod">
        <pc:chgData name="종현 김" userId="4e62a0cd71f6508f" providerId="LiveId" clId="{6E62CB57-B7C1-44BE-9515-1C88952032F1}" dt="2026-09-16T15:11:30.211" v="63406" actId="47"/>
        <pc:sldMkLst>
          <pc:docMk/>
          <pc:sldMk cId="3300363577" sldId="514"/>
        </pc:sldMkLst>
      </pc:sldChg>
      <pc:sldChg chg="addSp delSp modSp add del mod ord">
        <pc:chgData name="종현 김" userId="4e62a0cd71f6508f" providerId="LiveId" clId="{6E62CB57-B7C1-44BE-9515-1C88952032F1}" dt="2026-09-16T15:11:30.399" v="63407" actId="47"/>
        <pc:sldMkLst>
          <pc:docMk/>
          <pc:sldMk cId="1252684769" sldId="515"/>
        </pc:sldMkLst>
      </pc:sldChg>
      <pc:sldChg chg="addSp modSp add mod">
        <pc:chgData name="종현 김" userId="4e62a0cd71f6508f" providerId="LiveId" clId="{6E62CB57-B7C1-44BE-9515-1C88952032F1}" dt="2026-09-17T05:25:29.934" v="67796"/>
        <pc:sldMkLst>
          <pc:docMk/>
          <pc:sldMk cId="3303689153" sldId="515"/>
        </pc:sldMkLst>
        <pc:spChg chg="mod">
          <ac:chgData name="종현 김" userId="4e62a0cd71f6508f" providerId="LiveId" clId="{6E62CB57-B7C1-44BE-9515-1C88952032F1}" dt="2026-09-17T04:12:13.945" v="66722" actId="20577"/>
          <ac:spMkLst>
            <pc:docMk/>
            <pc:sldMk cId="3303689153" sldId="515"/>
            <ac:spMk id="3" creationId="{F227D230-C1DE-A417-10BB-5F1C83982A08}"/>
          </ac:spMkLst>
        </pc:spChg>
        <pc:spChg chg="add mod">
          <ac:chgData name="종현 김" userId="4e62a0cd71f6508f" providerId="LiveId" clId="{6E62CB57-B7C1-44BE-9515-1C88952032F1}" dt="2026-09-17T05:25:29.934" v="67796"/>
          <ac:spMkLst>
            <pc:docMk/>
            <pc:sldMk cId="3303689153" sldId="515"/>
            <ac:spMk id="4" creationId="{1D9FD85E-7016-A5A5-8CFD-490AE7B7362B}"/>
          </ac:spMkLst>
        </pc:spChg>
        <pc:spChg chg="mod">
          <ac:chgData name="종현 김" userId="4e62a0cd71f6508f" providerId="LiveId" clId="{6E62CB57-B7C1-44BE-9515-1C88952032F1}" dt="2026-09-16T15:16:24.883" v="63758" actId="20577"/>
          <ac:spMkLst>
            <pc:docMk/>
            <pc:sldMk cId="3303689153" sldId="515"/>
            <ac:spMk id="9" creationId="{5C7C793B-6222-9407-6558-A78A9B6FA692}"/>
          </ac:spMkLst>
        </pc:spChg>
      </pc:sldChg>
      <pc:sldChg chg="addSp modSp add del mod">
        <pc:chgData name="종현 김" userId="4e62a0cd71f6508f" providerId="LiveId" clId="{6E62CB57-B7C1-44BE-9515-1C88952032F1}" dt="2026-09-16T15:11:30.993" v="63409" actId="47"/>
        <pc:sldMkLst>
          <pc:docMk/>
          <pc:sldMk cId="1648770495" sldId="516"/>
        </pc:sldMkLst>
      </pc:sldChg>
      <pc:sldChg chg="addSp modSp add mod">
        <pc:chgData name="종현 김" userId="4e62a0cd71f6508f" providerId="LiveId" clId="{6E62CB57-B7C1-44BE-9515-1C88952032F1}" dt="2026-09-17T05:04:46.576" v="67107" actId="1076"/>
        <pc:sldMkLst>
          <pc:docMk/>
          <pc:sldMk cId="4242206548" sldId="516"/>
        </pc:sldMkLst>
        <pc:spChg chg="add mod">
          <ac:chgData name="종현 김" userId="4e62a0cd71f6508f" providerId="LiveId" clId="{6E62CB57-B7C1-44BE-9515-1C88952032F1}" dt="2026-09-16T15:26:20.901" v="64133"/>
          <ac:spMkLst>
            <pc:docMk/>
            <pc:sldMk cId="4242206548" sldId="516"/>
            <ac:spMk id="2" creationId="{0A5D2507-C18D-512C-4C42-D082BF955930}"/>
          </ac:spMkLst>
        </pc:spChg>
        <pc:spChg chg="mod">
          <ac:chgData name="종현 김" userId="4e62a0cd71f6508f" providerId="LiveId" clId="{6E62CB57-B7C1-44BE-9515-1C88952032F1}" dt="2026-09-17T04:12:17.335" v="66725" actId="20577"/>
          <ac:spMkLst>
            <pc:docMk/>
            <pc:sldMk cId="4242206548" sldId="516"/>
            <ac:spMk id="3" creationId="{5B5C468B-B27A-2260-767E-26F0D2C7A458}"/>
          </ac:spMkLst>
        </pc:spChg>
        <pc:spChg chg="add mod">
          <ac:chgData name="종현 김" userId="4e62a0cd71f6508f" providerId="LiveId" clId="{6E62CB57-B7C1-44BE-9515-1C88952032F1}" dt="2026-09-16T15:26:20.901" v="64133"/>
          <ac:spMkLst>
            <pc:docMk/>
            <pc:sldMk cId="4242206548" sldId="516"/>
            <ac:spMk id="4" creationId="{5B302FB6-7A8B-07A9-E722-DAC0311C26E9}"/>
          </ac:spMkLst>
        </pc:spChg>
        <pc:spChg chg="add mod">
          <ac:chgData name="종현 김" userId="4e62a0cd71f6508f" providerId="LiveId" clId="{6E62CB57-B7C1-44BE-9515-1C88952032F1}" dt="2026-09-16T15:26:20.901" v="64133"/>
          <ac:spMkLst>
            <pc:docMk/>
            <pc:sldMk cId="4242206548" sldId="516"/>
            <ac:spMk id="8" creationId="{20BC83F4-AD1C-9049-D00D-7860724A7768}"/>
          </ac:spMkLst>
        </pc:spChg>
        <pc:spChg chg="mod">
          <ac:chgData name="종현 김" userId="4e62a0cd71f6508f" providerId="LiveId" clId="{6E62CB57-B7C1-44BE-9515-1C88952032F1}" dt="2026-09-16T15:16:38.514" v="63810" actId="20577"/>
          <ac:spMkLst>
            <pc:docMk/>
            <pc:sldMk cId="4242206548" sldId="516"/>
            <ac:spMk id="9" creationId="{E62A4E8A-5468-DD1D-3EF7-B82A2919829B}"/>
          </ac:spMkLst>
        </pc:spChg>
        <pc:spChg chg="add mod">
          <ac:chgData name="종현 김" userId="4e62a0cd71f6508f" providerId="LiveId" clId="{6E62CB57-B7C1-44BE-9515-1C88952032F1}" dt="2026-09-16T15:26:20.901" v="64133"/>
          <ac:spMkLst>
            <pc:docMk/>
            <pc:sldMk cId="4242206548" sldId="516"/>
            <ac:spMk id="10" creationId="{D9218646-9505-4F8C-A8B4-50972F222F2F}"/>
          </ac:spMkLst>
        </pc:spChg>
        <pc:spChg chg="add mod">
          <ac:chgData name="종현 김" userId="4e62a0cd71f6508f" providerId="LiveId" clId="{6E62CB57-B7C1-44BE-9515-1C88952032F1}" dt="2026-09-16T15:26:20.901" v="64133"/>
          <ac:spMkLst>
            <pc:docMk/>
            <pc:sldMk cId="4242206548" sldId="516"/>
            <ac:spMk id="11" creationId="{D4A721FE-F1F1-1CA0-ECC8-F9E4C56F4E44}"/>
          </ac:spMkLst>
        </pc:spChg>
        <pc:spChg chg="add mod">
          <ac:chgData name="종현 김" userId="4e62a0cd71f6508f" providerId="LiveId" clId="{6E62CB57-B7C1-44BE-9515-1C88952032F1}" dt="2026-09-16T15:26:20.901" v="64133"/>
          <ac:spMkLst>
            <pc:docMk/>
            <pc:sldMk cId="4242206548" sldId="516"/>
            <ac:spMk id="12" creationId="{A1398D90-F288-B1AF-0A43-71820409E622}"/>
          </ac:spMkLst>
        </pc:spChg>
        <pc:spChg chg="add mod">
          <ac:chgData name="종현 김" userId="4e62a0cd71f6508f" providerId="LiveId" clId="{6E62CB57-B7C1-44BE-9515-1C88952032F1}" dt="2026-09-16T15:26:20.901" v="64133"/>
          <ac:spMkLst>
            <pc:docMk/>
            <pc:sldMk cId="4242206548" sldId="516"/>
            <ac:spMk id="13" creationId="{25BC21C2-23E5-F1F2-0385-E8F6B3AB8B75}"/>
          </ac:spMkLst>
        </pc:spChg>
        <pc:spChg chg="add mod">
          <ac:chgData name="종현 김" userId="4e62a0cd71f6508f" providerId="LiveId" clId="{6E62CB57-B7C1-44BE-9515-1C88952032F1}" dt="2026-09-16T15:26:20.901" v="64133"/>
          <ac:spMkLst>
            <pc:docMk/>
            <pc:sldMk cId="4242206548" sldId="516"/>
            <ac:spMk id="14" creationId="{4F0FF05F-3246-0844-E4B1-E4DB67C91E43}"/>
          </ac:spMkLst>
        </pc:spChg>
        <pc:spChg chg="add mod">
          <ac:chgData name="종현 김" userId="4e62a0cd71f6508f" providerId="LiveId" clId="{6E62CB57-B7C1-44BE-9515-1C88952032F1}" dt="2026-09-16T15:26:20.901" v="64133"/>
          <ac:spMkLst>
            <pc:docMk/>
            <pc:sldMk cId="4242206548" sldId="516"/>
            <ac:spMk id="15" creationId="{B3C90890-303A-3885-C96F-1D6BF44C7C25}"/>
          </ac:spMkLst>
        </pc:spChg>
        <pc:spChg chg="add mod">
          <ac:chgData name="종현 김" userId="4e62a0cd71f6508f" providerId="LiveId" clId="{6E62CB57-B7C1-44BE-9515-1C88952032F1}" dt="2026-09-16T15:26:20.901" v="64133"/>
          <ac:spMkLst>
            <pc:docMk/>
            <pc:sldMk cId="4242206548" sldId="516"/>
            <ac:spMk id="16" creationId="{A6F0C0C8-9740-9E1B-9EDB-FA2110152EA5}"/>
          </ac:spMkLst>
        </pc:spChg>
        <pc:spChg chg="add">
          <ac:chgData name="종현 김" userId="4e62a0cd71f6508f" providerId="LiveId" clId="{6E62CB57-B7C1-44BE-9515-1C88952032F1}" dt="2026-09-17T05:04:05.011" v="66993" actId="22"/>
          <ac:spMkLst>
            <pc:docMk/>
            <pc:sldMk cId="4242206548" sldId="516"/>
            <ac:spMk id="19" creationId="{E41FEAB7-F084-459F-587A-3892A16C80DF}"/>
          </ac:spMkLst>
        </pc:spChg>
        <pc:spChg chg="add">
          <ac:chgData name="종현 김" userId="4e62a0cd71f6508f" providerId="LiveId" clId="{6E62CB57-B7C1-44BE-9515-1C88952032F1}" dt="2026-09-17T05:04:05.011" v="66993" actId="22"/>
          <ac:spMkLst>
            <pc:docMk/>
            <pc:sldMk cId="4242206548" sldId="516"/>
            <ac:spMk id="21" creationId="{63E08FFA-7E10-43C3-72A5-90BE1727C243}"/>
          </ac:spMkLst>
        </pc:spChg>
        <pc:spChg chg="add">
          <ac:chgData name="종현 김" userId="4e62a0cd71f6508f" providerId="LiveId" clId="{6E62CB57-B7C1-44BE-9515-1C88952032F1}" dt="2026-09-17T05:04:05.011" v="66993" actId="22"/>
          <ac:spMkLst>
            <pc:docMk/>
            <pc:sldMk cId="4242206548" sldId="516"/>
            <ac:spMk id="23" creationId="{2F577DD6-E3E9-7FAF-B1F5-0FBCF40C898C}"/>
          </ac:spMkLst>
        </pc:spChg>
        <pc:spChg chg="add">
          <ac:chgData name="종현 김" userId="4e62a0cd71f6508f" providerId="LiveId" clId="{6E62CB57-B7C1-44BE-9515-1C88952032F1}" dt="2026-09-17T05:04:05.011" v="66993" actId="22"/>
          <ac:spMkLst>
            <pc:docMk/>
            <pc:sldMk cId="4242206548" sldId="516"/>
            <ac:spMk id="25" creationId="{FCE4DDBF-320C-60C8-737C-AAD12F9DFCA9}"/>
          </ac:spMkLst>
        </pc:spChg>
        <pc:spChg chg="add mod">
          <ac:chgData name="종현 김" userId="4e62a0cd71f6508f" providerId="LiveId" clId="{6E62CB57-B7C1-44BE-9515-1C88952032F1}" dt="2026-09-17T05:04:46.576" v="67107" actId="1076"/>
          <ac:spMkLst>
            <pc:docMk/>
            <pc:sldMk cId="4242206548" sldId="516"/>
            <ac:spMk id="27" creationId="{E4BCCC0D-D318-42F4-1040-1BADE698EF1D}"/>
          </ac:spMkLst>
        </pc:spChg>
      </pc:sldChg>
      <pc:sldChg chg="addSp modSp add mod">
        <pc:chgData name="종현 김" userId="4e62a0cd71f6508f" providerId="LiveId" clId="{6E62CB57-B7C1-44BE-9515-1C88952032F1}" dt="2026-09-17T05:06:10.092" v="67355" actId="1076"/>
        <pc:sldMkLst>
          <pc:docMk/>
          <pc:sldMk cId="401784834" sldId="517"/>
        </pc:sldMkLst>
        <pc:spChg chg="add mod">
          <ac:chgData name="종현 김" userId="4e62a0cd71f6508f" providerId="LiveId" clId="{6E62CB57-B7C1-44BE-9515-1C88952032F1}" dt="2026-09-17T05:06:10.092" v="67355" actId="1076"/>
          <ac:spMkLst>
            <pc:docMk/>
            <pc:sldMk cId="401784834" sldId="517"/>
            <ac:spMk id="2" creationId="{845C0D80-D0DC-B396-8B17-02CD7F225145}"/>
          </ac:spMkLst>
        </pc:spChg>
        <pc:spChg chg="mod">
          <ac:chgData name="종현 김" userId="4e62a0cd71f6508f" providerId="LiveId" clId="{6E62CB57-B7C1-44BE-9515-1C88952032F1}" dt="2026-09-17T04:12:20.207" v="66728" actId="20577"/>
          <ac:spMkLst>
            <pc:docMk/>
            <pc:sldMk cId="401784834" sldId="517"/>
            <ac:spMk id="3" creationId="{4AC9A570-4CA2-8E65-E8BC-9D8B9435D87A}"/>
          </ac:spMkLst>
        </pc:spChg>
        <pc:spChg chg="add mod">
          <ac:chgData name="종현 김" userId="4e62a0cd71f6508f" providerId="LiveId" clId="{6E62CB57-B7C1-44BE-9515-1C88952032F1}" dt="2026-09-17T05:06:10.092" v="67355" actId="1076"/>
          <ac:spMkLst>
            <pc:docMk/>
            <pc:sldMk cId="401784834" sldId="517"/>
            <ac:spMk id="5" creationId="{F1DC400E-723E-E254-6E61-5A8295684D11}"/>
          </ac:spMkLst>
        </pc:spChg>
        <pc:spChg chg="add mod">
          <ac:chgData name="종현 김" userId="4e62a0cd71f6508f" providerId="LiveId" clId="{6E62CB57-B7C1-44BE-9515-1C88952032F1}" dt="2026-09-17T05:06:10.092" v="67355" actId="1076"/>
          <ac:spMkLst>
            <pc:docMk/>
            <pc:sldMk cId="401784834" sldId="517"/>
            <ac:spMk id="7" creationId="{D62F5432-B48F-CFE1-22CA-3238D173A45E}"/>
          </ac:spMkLst>
        </pc:spChg>
        <pc:spChg chg="mod">
          <ac:chgData name="종현 김" userId="4e62a0cd71f6508f" providerId="LiveId" clId="{6E62CB57-B7C1-44BE-9515-1C88952032F1}" dt="2026-09-16T15:16:54.038" v="63867" actId="20577"/>
          <ac:spMkLst>
            <pc:docMk/>
            <pc:sldMk cId="401784834" sldId="517"/>
            <ac:spMk id="9" creationId="{180E66A6-15A3-7B86-0B6E-A24F6A577435}"/>
          </ac:spMkLst>
        </pc:spChg>
        <pc:spChg chg="add mod">
          <ac:chgData name="종현 김" userId="4e62a0cd71f6508f" providerId="LiveId" clId="{6E62CB57-B7C1-44BE-9515-1C88952032F1}" dt="2026-09-17T05:06:10.092" v="67355" actId="1076"/>
          <ac:spMkLst>
            <pc:docMk/>
            <pc:sldMk cId="401784834" sldId="517"/>
            <ac:spMk id="10" creationId="{F76C633B-4ABB-C516-1F20-2DAA3F382C63}"/>
          </ac:spMkLst>
        </pc:spChg>
        <pc:spChg chg="add mod">
          <ac:chgData name="종현 김" userId="4e62a0cd71f6508f" providerId="LiveId" clId="{6E62CB57-B7C1-44BE-9515-1C88952032F1}" dt="2026-09-17T05:06:10.092" v="67355" actId="1076"/>
          <ac:spMkLst>
            <pc:docMk/>
            <pc:sldMk cId="401784834" sldId="517"/>
            <ac:spMk id="12" creationId="{C8534B77-4400-87F2-6BDB-6D1344A2F778}"/>
          </ac:spMkLst>
        </pc:spChg>
        <pc:spChg chg="add mod">
          <ac:chgData name="종현 김" userId="4e62a0cd71f6508f" providerId="LiveId" clId="{6E62CB57-B7C1-44BE-9515-1C88952032F1}" dt="2026-09-17T05:06:10.092" v="67355" actId="1076"/>
          <ac:spMkLst>
            <pc:docMk/>
            <pc:sldMk cId="401784834" sldId="517"/>
            <ac:spMk id="14" creationId="{37A095AE-241C-37B2-F90D-64B9D5C7D139}"/>
          </ac:spMkLst>
        </pc:spChg>
        <pc:spChg chg="add mod">
          <ac:chgData name="종현 김" userId="4e62a0cd71f6508f" providerId="LiveId" clId="{6E62CB57-B7C1-44BE-9515-1C88952032F1}" dt="2026-09-17T05:06:10.092" v="67355" actId="1076"/>
          <ac:spMkLst>
            <pc:docMk/>
            <pc:sldMk cId="401784834" sldId="517"/>
            <ac:spMk id="15" creationId="{FB12C8DE-199E-745F-29CF-B46047B50A6C}"/>
          </ac:spMkLst>
        </pc:spChg>
        <pc:spChg chg="add mod">
          <ac:chgData name="종현 김" userId="4e62a0cd71f6508f" providerId="LiveId" clId="{6E62CB57-B7C1-44BE-9515-1C88952032F1}" dt="2026-09-17T05:06:10.092" v="67355" actId="1076"/>
          <ac:spMkLst>
            <pc:docMk/>
            <pc:sldMk cId="401784834" sldId="517"/>
            <ac:spMk id="16" creationId="{693D1556-B180-4DE9-F82C-F6822B5581F3}"/>
          </ac:spMkLst>
        </pc:spChg>
        <pc:spChg chg="add mod">
          <ac:chgData name="종현 김" userId="4e62a0cd71f6508f" providerId="LiveId" clId="{6E62CB57-B7C1-44BE-9515-1C88952032F1}" dt="2026-09-17T05:06:06.243" v="67354" actId="1076"/>
          <ac:spMkLst>
            <pc:docMk/>
            <pc:sldMk cId="401784834" sldId="517"/>
            <ac:spMk id="19" creationId="{9A7EECF3-9A9D-E0B4-D916-351598379406}"/>
          </ac:spMkLst>
        </pc:spChg>
        <pc:cxnChg chg="add mod">
          <ac:chgData name="종현 김" userId="4e62a0cd71f6508f" providerId="LiveId" clId="{6E62CB57-B7C1-44BE-9515-1C88952032F1}" dt="2026-09-17T05:06:10.092" v="67355" actId="1076"/>
          <ac:cxnSpMkLst>
            <pc:docMk/>
            <pc:sldMk cId="401784834" sldId="517"/>
            <ac:cxnSpMk id="4" creationId="{F9A745A1-6E3B-E65C-331A-4C4506DDC448}"/>
          </ac:cxnSpMkLst>
        </pc:cxnChg>
        <pc:cxnChg chg="add mod">
          <ac:chgData name="종현 김" userId="4e62a0cd71f6508f" providerId="LiveId" clId="{6E62CB57-B7C1-44BE-9515-1C88952032F1}" dt="2026-09-16T15:26:30.187" v="64134"/>
          <ac:cxnSpMkLst>
            <pc:docMk/>
            <pc:sldMk cId="401784834" sldId="517"/>
            <ac:cxnSpMk id="8" creationId="{6330099F-28EC-095A-C51C-679C4FD6914F}"/>
          </ac:cxnSpMkLst>
        </pc:cxnChg>
        <pc:cxnChg chg="mod">
          <ac:chgData name="종현 김" userId="4e62a0cd71f6508f" providerId="LiveId" clId="{6E62CB57-B7C1-44BE-9515-1C88952032F1}" dt="2026-09-17T05:06:10.092" v="67355" actId="1076"/>
          <ac:cxnSpMkLst>
            <pc:docMk/>
            <pc:sldMk cId="401784834" sldId="517"/>
            <ac:cxnSpMk id="17" creationId="{1F9CA910-D70E-CC19-BB0C-92541AE51C39}"/>
          </ac:cxnSpMkLst>
        </pc:cxnChg>
      </pc:sldChg>
      <pc:sldChg chg="addSp modSp add del mod">
        <pc:chgData name="종현 김" userId="4e62a0cd71f6508f" providerId="LiveId" clId="{6E62CB57-B7C1-44BE-9515-1C88952032F1}" dt="2026-09-16T15:11:31.176" v="63410" actId="47"/>
        <pc:sldMkLst>
          <pc:docMk/>
          <pc:sldMk cId="3785032766" sldId="517"/>
        </pc:sldMkLst>
      </pc:sldChg>
      <pc:sldChg chg="addSp delSp modSp add del mod">
        <pc:chgData name="종현 김" userId="4e62a0cd71f6508f" providerId="LiveId" clId="{6E62CB57-B7C1-44BE-9515-1C88952032F1}" dt="2026-09-16T15:11:31.712" v="63411" actId="47"/>
        <pc:sldMkLst>
          <pc:docMk/>
          <pc:sldMk cId="2493872831" sldId="518"/>
        </pc:sldMkLst>
      </pc:sldChg>
      <pc:sldChg chg="addSp modSp add del mod">
        <pc:chgData name="종현 김" userId="4e62a0cd71f6508f" providerId="LiveId" clId="{6E62CB57-B7C1-44BE-9515-1C88952032F1}" dt="2026-09-17T05:06:26.293" v="67356" actId="47"/>
        <pc:sldMkLst>
          <pc:docMk/>
          <pc:sldMk cId="3097156612" sldId="518"/>
        </pc:sldMkLst>
        <pc:spChg chg="add mod">
          <ac:chgData name="종현 김" userId="4e62a0cd71f6508f" providerId="LiveId" clId="{6E62CB57-B7C1-44BE-9515-1C88952032F1}" dt="2026-09-17T04:12:49.671" v="66740" actId="208"/>
          <ac:spMkLst>
            <pc:docMk/>
            <pc:sldMk cId="3097156612" sldId="518"/>
            <ac:spMk id="2" creationId="{1A531FF9-2070-0677-2B80-026242ACFA16}"/>
          </ac:spMkLst>
        </pc:spChg>
        <pc:spChg chg="mod">
          <ac:chgData name="종현 김" userId="4e62a0cd71f6508f" providerId="LiveId" clId="{6E62CB57-B7C1-44BE-9515-1C88952032F1}" dt="2026-09-17T04:12:23.416" v="66731" actId="20577"/>
          <ac:spMkLst>
            <pc:docMk/>
            <pc:sldMk cId="3097156612" sldId="518"/>
            <ac:spMk id="3" creationId="{FFF0CACE-8740-3C7D-1ECE-39D20A71AE60}"/>
          </ac:spMkLst>
        </pc:spChg>
        <pc:spChg chg="add mod">
          <ac:chgData name="종현 김" userId="4e62a0cd71f6508f" providerId="LiveId" clId="{6E62CB57-B7C1-44BE-9515-1C88952032F1}" dt="2026-09-17T04:13:08.089" v="66742" actId="207"/>
          <ac:spMkLst>
            <pc:docMk/>
            <pc:sldMk cId="3097156612" sldId="518"/>
            <ac:spMk id="4" creationId="{4091BBE6-2747-B795-72DC-D7D68B0D3839}"/>
          </ac:spMkLst>
        </pc:spChg>
        <pc:spChg chg="add mod">
          <ac:chgData name="종현 김" userId="4e62a0cd71f6508f" providerId="LiveId" clId="{6E62CB57-B7C1-44BE-9515-1C88952032F1}" dt="2026-09-17T04:12:49.671" v="66740" actId="208"/>
          <ac:spMkLst>
            <pc:docMk/>
            <pc:sldMk cId="3097156612" sldId="518"/>
            <ac:spMk id="6" creationId="{E7B314DF-FF35-6B8F-03F7-E43D6DA492FB}"/>
          </ac:spMkLst>
        </pc:spChg>
        <pc:spChg chg="add mod">
          <ac:chgData name="종현 김" userId="4e62a0cd71f6508f" providerId="LiveId" clId="{6E62CB57-B7C1-44BE-9515-1C88952032F1}" dt="2026-09-17T04:13:08.089" v="66742" actId="207"/>
          <ac:spMkLst>
            <pc:docMk/>
            <pc:sldMk cId="3097156612" sldId="518"/>
            <ac:spMk id="7" creationId="{F95B6A1A-D450-5821-8169-1FA769A78317}"/>
          </ac:spMkLst>
        </pc:spChg>
        <pc:spChg chg="mod">
          <ac:chgData name="종현 김" userId="4e62a0cd71f6508f" providerId="LiveId" clId="{6E62CB57-B7C1-44BE-9515-1C88952032F1}" dt="2026-09-16T15:17:09.667" v="63895" actId="20577"/>
          <ac:spMkLst>
            <pc:docMk/>
            <pc:sldMk cId="3097156612" sldId="518"/>
            <ac:spMk id="9" creationId="{6890B6E0-62EA-44EE-918F-12E102B180F3}"/>
          </ac:spMkLst>
        </pc:spChg>
        <pc:spChg chg="add mod">
          <ac:chgData name="종현 김" userId="4e62a0cd71f6508f" providerId="LiveId" clId="{6E62CB57-B7C1-44BE-9515-1C88952032F1}" dt="2026-09-17T04:12:49.671" v="66740" actId="208"/>
          <ac:spMkLst>
            <pc:docMk/>
            <pc:sldMk cId="3097156612" sldId="518"/>
            <ac:spMk id="10" creationId="{F95B0024-13A9-4334-3492-60838FC1D90B}"/>
          </ac:spMkLst>
        </pc:spChg>
        <pc:spChg chg="add mod">
          <ac:chgData name="종현 김" userId="4e62a0cd71f6508f" providerId="LiveId" clId="{6E62CB57-B7C1-44BE-9515-1C88952032F1}" dt="2026-09-17T04:13:08.089" v="66742" actId="207"/>
          <ac:spMkLst>
            <pc:docMk/>
            <pc:sldMk cId="3097156612" sldId="518"/>
            <ac:spMk id="11" creationId="{9AEFA567-80D0-1782-471C-EA056342AA03}"/>
          </ac:spMkLst>
        </pc:spChg>
        <pc:cxnChg chg="add mod">
          <ac:chgData name="종현 김" userId="4e62a0cd71f6508f" providerId="LiveId" clId="{6E62CB57-B7C1-44BE-9515-1C88952032F1}" dt="2026-09-17T04:12:49.671" v="66740" actId="208"/>
          <ac:cxnSpMkLst>
            <pc:docMk/>
            <pc:sldMk cId="3097156612" sldId="518"/>
            <ac:cxnSpMk id="5" creationId="{01574DF0-B875-EB56-A91B-E434A053121A}"/>
          </ac:cxnSpMkLst>
        </pc:cxnChg>
        <pc:cxnChg chg="add mod">
          <ac:chgData name="종현 김" userId="4e62a0cd71f6508f" providerId="LiveId" clId="{6E62CB57-B7C1-44BE-9515-1C88952032F1}" dt="2026-09-17T04:12:49.671" v="66740" actId="208"/>
          <ac:cxnSpMkLst>
            <pc:docMk/>
            <pc:sldMk cId="3097156612" sldId="518"/>
            <ac:cxnSpMk id="8" creationId="{10FF82A7-A51E-2221-C579-07CF011FF7F0}"/>
          </ac:cxnSpMkLst>
        </pc:cxnChg>
      </pc:sldChg>
      <pc:sldChg chg="addSp delSp modSp add mod">
        <pc:chgData name="종현 김" userId="4e62a0cd71f6508f" providerId="LiveId" clId="{6E62CB57-B7C1-44BE-9515-1C88952032F1}" dt="2026-09-17T05:06:45.375" v="67357"/>
        <pc:sldMkLst>
          <pc:docMk/>
          <pc:sldMk cId="3121161305" sldId="519"/>
        </pc:sldMkLst>
        <pc:spChg chg="add del mod">
          <ac:chgData name="종현 김" userId="4e62a0cd71f6508f" providerId="LiveId" clId="{6E62CB57-B7C1-44BE-9515-1C88952032F1}" dt="2026-09-16T15:17:26.019" v="63923"/>
          <ac:spMkLst>
            <pc:docMk/>
            <pc:sldMk cId="3121161305" sldId="519"/>
            <ac:spMk id="2" creationId="{15CDFD16-D4B5-529B-1AE8-C6E55B5FF089}"/>
          </ac:spMkLst>
        </pc:spChg>
        <pc:spChg chg="mod">
          <ac:chgData name="종현 김" userId="4e62a0cd71f6508f" providerId="LiveId" clId="{6E62CB57-B7C1-44BE-9515-1C88952032F1}" dt="2026-09-17T04:12:27.715" v="66734" actId="20577"/>
          <ac:spMkLst>
            <pc:docMk/>
            <pc:sldMk cId="3121161305" sldId="519"/>
            <ac:spMk id="3" creationId="{247B0E61-BD94-07E3-EE96-E14CA42DCE66}"/>
          </ac:spMkLst>
        </pc:spChg>
        <pc:spChg chg="add mod">
          <ac:chgData name="종현 김" userId="4e62a0cd71f6508f" providerId="LiveId" clId="{6E62CB57-B7C1-44BE-9515-1C88952032F1}" dt="2026-09-17T05:06:45.375" v="67357"/>
          <ac:spMkLst>
            <pc:docMk/>
            <pc:sldMk cId="3121161305" sldId="519"/>
            <ac:spMk id="4" creationId="{0B4FBA9F-8356-4484-F136-061EA1B40FFD}"/>
          </ac:spMkLst>
        </pc:spChg>
        <pc:spChg chg="add mod">
          <ac:chgData name="종현 김" userId="4e62a0cd71f6508f" providerId="LiveId" clId="{6E62CB57-B7C1-44BE-9515-1C88952032F1}" dt="2026-09-17T05:06:45.375" v="67357"/>
          <ac:spMkLst>
            <pc:docMk/>
            <pc:sldMk cId="3121161305" sldId="519"/>
            <ac:spMk id="6" creationId="{9C8572E0-0DD4-D00F-EF7E-F1F6DA8AC456}"/>
          </ac:spMkLst>
        </pc:spChg>
        <pc:spChg chg="add mod">
          <ac:chgData name="종현 김" userId="4e62a0cd71f6508f" providerId="LiveId" clId="{6E62CB57-B7C1-44BE-9515-1C88952032F1}" dt="2026-09-17T05:06:45.375" v="67357"/>
          <ac:spMkLst>
            <pc:docMk/>
            <pc:sldMk cId="3121161305" sldId="519"/>
            <ac:spMk id="7" creationId="{9EDF8477-38DC-93A0-0E5D-78E794E06AD3}"/>
          </ac:spMkLst>
        </pc:spChg>
        <pc:spChg chg="add mod">
          <ac:chgData name="종현 김" userId="4e62a0cd71f6508f" providerId="LiveId" clId="{6E62CB57-B7C1-44BE-9515-1C88952032F1}" dt="2026-09-17T05:06:45.375" v="67357"/>
          <ac:spMkLst>
            <pc:docMk/>
            <pc:sldMk cId="3121161305" sldId="519"/>
            <ac:spMk id="8" creationId="{EFEC2FB2-816B-8101-F5D2-5EDD889AEC82}"/>
          </ac:spMkLst>
        </pc:spChg>
        <pc:spChg chg="mod">
          <ac:chgData name="종현 김" userId="4e62a0cd71f6508f" providerId="LiveId" clId="{6E62CB57-B7C1-44BE-9515-1C88952032F1}" dt="2026-09-16T15:17:23.315" v="63920" actId="20577"/>
          <ac:spMkLst>
            <pc:docMk/>
            <pc:sldMk cId="3121161305" sldId="519"/>
            <ac:spMk id="9" creationId="{CB9A6815-B3E8-F944-9730-7A18AE0CCD50}"/>
          </ac:spMkLst>
        </pc:spChg>
        <pc:spChg chg="add mod">
          <ac:chgData name="종현 김" userId="4e62a0cd71f6508f" providerId="LiveId" clId="{6E62CB57-B7C1-44BE-9515-1C88952032F1}" dt="2026-09-17T05:06:45.375" v="67357"/>
          <ac:spMkLst>
            <pc:docMk/>
            <pc:sldMk cId="3121161305" sldId="519"/>
            <ac:spMk id="13" creationId="{BE9EA333-0585-E12A-AC32-E2A2F9557658}"/>
          </ac:spMkLst>
        </pc:spChg>
        <pc:spChg chg="add mod">
          <ac:chgData name="종현 김" userId="4e62a0cd71f6508f" providerId="LiveId" clId="{6E62CB57-B7C1-44BE-9515-1C88952032F1}" dt="2026-09-17T05:06:45.375" v="67357"/>
          <ac:spMkLst>
            <pc:docMk/>
            <pc:sldMk cId="3121161305" sldId="519"/>
            <ac:spMk id="14" creationId="{EB4874D8-BF7D-2CFB-7DD7-5D4ED83CBDFE}"/>
          </ac:spMkLst>
        </pc:spChg>
        <pc:spChg chg="add mod">
          <ac:chgData name="종현 김" userId="4e62a0cd71f6508f" providerId="LiveId" clId="{6E62CB57-B7C1-44BE-9515-1C88952032F1}" dt="2026-09-17T05:06:45.375" v="67357"/>
          <ac:spMkLst>
            <pc:docMk/>
            <pc:sldMk cId="3121161305" sldId="519"/>
            <ac:spMk id="15" creationId="{D86C8B3D-CE8A-D248-857A-4563F45B0EBF}"/>
          </ac:spMkLst>
        </pc:spChg>
        <pc:spChg chg="add mod">
          <ac:chgData name="종현 김" userId="4e62a0cd71f6508f" providerId="LiveId" clId="{6E62CB57-B7C1-44BE-9515-1C88952032F1}" dt="2026-09-17T05:06:45.375" v="67357"/>
          <ac:spMkLst>
            <pc:docMk/>
            <pc:sldMk cId="3121161305" sldId="519"/>
            <ac:spMk id="16" creationId="{AAD38F0E-58D6-BD9B-C9A1-E5C384358E0D}"/>
          </ac:spMkLst>
        </pc:spChg>
        <pc:spChg chg="add mod">
          <ac:chgData name="종현 김" userId="4e62a0cd71f6508f" providerId="LiveId" clId="{6E62CB57-B7C1-44BE-9515-1C88952032F1}" dt="2026-09-17T05:06:45.375" v="67357"/>
          <ac:spMkLst>
            <pc:docMk/>
            <pc:sldMk cId="3121161305" sldId="519"/>
            <ac:spMk id="18" creationId="{1EEA90FE-B7AC-E047-C2FD-B02F5C995AB2}"/>
          </ac:spMkLst>
        </pc:spChg>
        <pc:spChg chg="add mod">
          <ac:chgData name="종현 김" userId="4e62a0cd71f6508f" providerId="LiveId" clId="{6E62CB57-B7C1-44BE-9515-1C88952032F1}" dt="2026-09-17T05:06:45.375" v="67357"/>
          <ac:spMkLst>
            <pc:docMk/>
            <pc:sldMk cId="3121161305" sldId="519"/>
            <ac:spMk id="19" creationId="{DE42640D-7955-956F-D5D1-A5FCA32565DC}"/>
          </ac:spMkLst>
        </pc:spChg>
      </pc:sldChg>
      <pc:sldChg chg="addSp modSp add mod">
        <pc:chgData name="종현 김" userId="4e62a0cd71f6508f" providerId="LiveId" clId="{6E62CB57-B7C1-44BE-9515-1C88952032F1}" dt="2026-09-17T05:07:56.127" v="67579" actId="1076"/>
        <pc:sldMkLst>
          <pc:docMk/>
          <pc:sldMk cId="3949288312" sldId="520"/>
        </pc:sldMkLst>
        <pc:spChg chg="add mod">
          <ac:chgData name="종현 김" userId="4e62a0cd71f6508f" providerId="LiveId" clId="{6E62CB57-B7C1-44BE-9515-1C88952032F1}" dt="2026-09-17T05:07:56.127" v="67579" actId="1076"/>
          <ac:spMkLst>
            <pc:docMk/>
            <pc:sldMk cId="3949288312" sldId="520"/>
            <ac:spMk id="2" creationId="{4372FF22-F719-F3DF-661D-C490C5F06BB1}"/>
          </ac:spMkLst>
        </pc:spChg>
        <pc:spChg chg="mod">
          <ac:chgData name="종현 김" userId="4e62a0cd71f6508f" providerId="LiveId" clId="{6E62CB57-B7C1-44BE-9515-1C88952032F1}" dt="2026-09-17T04:12:31.403" v="66737" actId="20577"/>
          <ac:spMkLst>
            <pc:docMk/>
            <pc:sldMk cId="3949288312" sldId="520"/>
            <ac:spMk id="3" creationId="{0B99522E-E102-64EA-EE15-75668CD71676}"/>
          </ac:spMkLst>
        </pc:spChg>
        <pc:spChg chg="add mod">
          <ac:chgData name="종현 김" userId="4e62a0cd71f6508f" providerId="LiveId" clId="{6E62CB57-B7C1-44BE-9515-1C88952032F1}" dt="2026-09-17T05:07:56.127" v="67579" actId="1076"/>
          <ac:spMkLst>
            <pc:docMk/>
            <pc:sldMk cId="3949288312" sldId="520"/>
            <ac:spMk id="4" creationId="{DBA75CBB-DC7A-2C9F-E6DD-8622670186B5}"/>
          </ac:spMkLst>
        </pc:spChg>
        <pc:spChg chg="add mod">
          <ac:chgData name="종현 김" userId="4e62a0cd71f6508f" providerId="LiveId" clId="{6E62CB57-B7C1-44BE-9515-1C88952032F1}" dt="2026-09-17T05:07:56.127" v="67579" actId="1076"/>
          <ac:spMkLst>
            <pc:docMk/>
            <pc:sldMk cId="3949288312" sldId="520"/>
            <ac:spMk id="6" creationId="{F69D4C75-9022-4CC3-4CEC-48050D8C2ACD}"/>
          </ac:spMkLst>
        </pc:spChg>
        <pc:spChg chg="add mod">
          <ac:chgData name="종현 김" userId="4e62a0cd71f6508f" providerId="LiveId" clId="{6E62CB57-B7C1-44BE-9515-1C88952032F1}" dt="2026-09-17T05:07:56.127" v="67579" actId="1076"/>
          <ac:spMkLst>
            <pc:docMk/>
            <pc:sldMk cId="3949288312" sldId="520"/>
            <ac:spMk id="7" creationId="{672A8402-576B-B5DF-9A69-8EB336C1D478}"/>
          </ac:spMkLst>
        </pc:spChg>
        <pc:spChg chg="mod">
          <ac:chgData name="종현 김" userId="4e62a0cd71f6508f" providerId="LiveId" clId="{6E62CB57-B7C1-44BE-9515-1C88952032F1}" dt="2026-09-16T15:17:31.925" v="63947" actId="20577"/>
          <ac:spMkLst>
            <pc:docMk/>
            <pc:sldMk cId="3949288312" sldId="520"/>
            <ac:spMk id="9" creationId="{AA9E7770-DC34-DEE8-24B7-209AA1B0EDB0}"/>
          </ac:spMkLst>
        </pc:spChg>
        <pc:spChg chg="add mod">
          <ac:chgData name="종현 김" userId="4e62a0cd71f6508f" providerId="LiveId" clId="{6E62CB57-B7C1-44BE-9515-1C88952032F1}" dt="2026-09-17T05:07:56.127" v="67579" actId="1076"/>
          <ac:spMkLst>
            <pc:docMk/>
            <pc:sldMk cId="3949288312" sldId="520"/>
            <ac:spMk id="10" creationId="{0EA753CA-6F78-D5C1-E566-C2A0AEEE65DE}"/>
          </ac:spMkLst>
        </pc:spChg>
        <pc:spChg chg="add mod">
          <ac:chgData name="종현 김" userId="4e62a0cd71f6508f" providerId="LiveId" clId="{6E62CB57-B7C1-44BE-9515-1C88952032F1}" dt="2026-09-17T05:07:56.127" v="67579" actId="1076"/>
          <ac:spMkLst>
            <pc:docMk/>
            <pc:sldMk cId="3949288312" sldId="520"/>
            <ac:spMk id="11" creationId="{EB96AC2F-B1FE-F189-5B07-F3C724DE8438}"/>
          </ac:spMkLst>
        </pc:spChg>
        <pc:spChg chg="add mod">
          <ac:chgData name="종현 김" userId="4e62a0cd71f6508f" providerId="LiveId" clId="{6E62CB57-B7C1-44BE-9515-1C88952032F1}" dt="2026-09-17T05:07:48.719" v="67576" actId="1076"/>
          <ac:spMkLst>
            <pc:docMk/>
            <pc:sldMk cId="3949288312" sldId="520"/>
            <ac:spMk id="13" creationId="{AABE73C3-FC8E-D626-3F49-636C464AA38D}"/>
          </ac:spMkLst>
        </pc:spChg>
        <pc:cxnChg chg="add mod">
          <ac:chgData name="종현 김" userId="4e62a0cd71f6508f" providerId="LiveId" clId="{6E62CB57-B7C1-44BE-9515-1C88952032F1}" dt="2026-09-17T05:07:56.127" v="67579" actId="1076"/>
          <ac:cxnSpMkLst>
            <pc:docMk/>
            <pc:sldMk cId="3949288312" sldId="520"/>
            <ac:cxnSpMk id="5" creationId="{9E65DEE1-9C63-306E-91C4-68B4009E26BF}"/>
          </ac:cxnSpMkLst>
        </pc:cxnChg>
        <pc:cxnChg chg="add mod">
          <ac:chgData name="종현 김" userId="4e62a0cd71f6508f" providerId="LiveId" clId="{6E62CB57-B7C1-44BE-9515-1C88952032F1}" dt="2026-09-17T05:07:56.127" v="67579" actId="1076"/>
          <ac:cxnSpMkLst>
            <pc:docMk/>
            <pc:sldMk cId="3949288312" sldId="520"/>
            <ac:cxnSpMk id="8" creationId="{EBD9ADD2-C6F5-B0DA-4C4E-5298AE655ED9}"/>
          </ac:cxnSpMkLst>
        </pc:cxnChg>
      </pc:sldChg>
      <pc:sldChg chg="add del">
        <pc:chgData name="종현 김" userId="4e62a0cd71f6508f" providerId="LiveId" clId="{6E62CB57-B7C1-44BE-9515-1C88952032F1}" dt="2026-09-16T15:27:14.817" v="64138"/>
        <pc:sldMkLst>
          <pc:docMk/>
          <pc:sldMk cId="2334406530" sldId="521"/>
        </pc:sldMkLst>
      </pc:sldChg>
      <pc:sldChg chg="addSp delSp modSp add mod">
        <pc:chgData name="종현 김" userId="4e62a0cd71f6508f" providerId="LiveId" clId="{6E62CB57-B7C1-44BE-9515-1C88952032F1}" dt="2026-09-17T05:12:23.470" v="67616" actId="20577"/>
        <pc:sldMkLst>
          <pc:docMk/>
          <pc:sldMk cId="2337643109" sldId="521"/>
        </pc:sldMkLst>
        <pc:spChg chg="del">
          <ac:chgData name="종현 김" userId="4e62a0cd71f6508f" providerId="LiveId" clId="{6E62CB57-B7C1-44BE-9515-1C88952032F1}" dt="2026-09-16T15:42:42.830" v="65512" actId="478"/>
          <ac:spMkLst>
            <pc:docMk/>
            <pc:sldMk cId="2337643109" sldId="521"/>
            <ac:spMk id="2" creationId="{8534A7EE-FEAE-297B-7408-F6796400A832}"/>
          </ac:spMkLst>
        </pc:spChg>
        <pc:spChg chg="mod">
          <ac:chgData name="종현 김" userId="4e62a0cd71f6508f" providerId="LiveId" clId="{6E62CB57-B7C1-44BE-9515-1C88952032F1}" dt="2026-09-17T04:11:43.695" v="66692" actId="20577"/>
          <ac:spMkLst>
            <pc:docMk/>
            <pc:sldMk cId="2337643109" sldId="521"/>
            <ac:spMk id="3" creationId="{9FA55726-94C0-5455-57BA-4832F6CDD22D}"/>
          </ac:spMkLst>
        </pc:spChg>
        <pc:spChg chg="del">
          <ac:chgData name="종현 김" userId="4e62a0cd71f6508f" providerId="LiveId" clId="{6E62CB57-B7C1-44BE-9515-1C88952032F1}" dt="2026-09-16T15:42:42.830" v="65512" actId="478"/>
          <ac:spMkLst>
            <pc:docMk/>
            <pc:sldMk cId="2337643109" sldId="521"/>
            <ac:spMk id="8" creationId="{BA61FFF3-CA3D-897A-158C-836A5D1BC83B}"/>
          </ac:spMkLst>
        </pc:spChg>
        <pc:spChg chg="mod">
          <ac:chgData name="종현 김" userId="4e62a0cd71f6508f" providerId="LiveId" clId="{6E62CB57-B7C1-44BE-9515-1C88952032F1}" dt="2026-09-16T15:39:42.362" v="65511" actId="20577"/>
          <ac:spMkLst>
            <pc:docMk/>
            <pc:sldMk cId="2337643109" sldId="521"/>
            <ac:spMk id="9" creationId="{6353CA6A-12B3-6B8A-8309-343568E02E95}"/>
          </ac:spMkLst>
        </pc:spChg>
        <pc:spChg chg="del">
          <ac:chgData name="종현 김" userId="4e62a0cd71f6508f" providerId="LiveId" clId="{6E62CB57-B7C1-44BE-9515-1C88952032F1}" dt="2026-09-16T15:42:42.830" v="65512" actId="478"/>
          <ac:spMkLst>
            <pc:docMk/>
            <pc:sldMk cId="2337643109" sldId="521"/>
            <ac:spMk id="10" creationId="{83CFCB33-814D-0168-4687-3C3908B3162F}"/>
          </ac:spMkLst>
        </pc:spChg>
        <pc:spChg chg="add mod">
          <ac:chgData name="종현 김" userId="4e62a0cd71f6508f" providerId="LiveId" clId="{6E62CB57-B7C1-44BE-9515-1C88952032F1}" dt="2026-09-17T05:12:23.470" v="67616" actId="20577"/>
          <ac:spMkLst>
            <pc:docMk/>
            <pc:sldMk cId="2337643109" sldId="521"/>
            <ac:spMk id="12" creationId="{031206FA-9311-E6E3-75D8-0909ACB1DEE7}"/>
          </ac:spMkLst>
        </pc:spChg>
        <pc:spChg chg="del">
          <ac:chgData name="종현 김" userId="4e62a0cd71f6508f" providerId="LiveId" clId="{6E62CB57-B7C1-44BE-9515-1C88952032F1}" dt="2026-09-16T15:42:42.830" v="65512" actId="478"/>
          <ac:spMkLst>
            <pc:docMk/>
            <pc:sldMk cId="2337643109" sldId="521"/>
            <ac:spMk id="14" creationId="{8686565E-4452-A9BC-1D1C-C9B76099D015}"/>
          </ac:spMkLst>
        </pc:spChg>
        <pc:spChg chg="del">
          <ac:chgData name="종현 김" userId="4e62a0cd71f6508f" providerId="LiveId" clId="{6E62CB57-B7C1-44BE-9515-1C88952032F1}" dt="2026-09-16T15:42:42.830" v="65512" actId="478"/>
          <ac:spMkLst>
            <pc:docMk/>
            <pc:sldMk cId="2337643109" sldId="521"/>
            <ac:spMk id="16" creationId="{C908AA43-4BBB-6DCD-2DA8-37A0CDF1BECB}"/>
          </ac:spMkLst>
        </pc:spChg>
        <pc:spChg chg="del">
          <ac:chgData name="종현 김" userId="4e62a0cd71f6508f" providerId="LiveId" clId="{6E62CB57-B7C1-44BE-9515-1C88952032F1}" dt="2026-09-16T15:42:42.830" v="65512" actId="478"/>
          <ac:spMkLst>
            <pc:docMk/>
            <pc:sldMk cId="2337643109" sldId="521"/>
            <ac:spMk id="18" creationId="{F8AD9842-EAA8-D9EB-6B62-CDBEA0DF940B}"/>
          </ac:spMkLst>
        </pc:spChg>
        <pc:spChg chg="del">
          <ac:chgData name="종현 김" userId="4e62a0cd71f6508f" providerId="LiveId" clId="{6E62CB57-B7C1-44BE-9515-1C88952032F1}" dt="2026-09-16T15:42:42.830" v="65512" actId="478"/>
          <ac:spMkLst>
            <pc:docMk/>
            <pc:sldMk cId="2337643109" sldId="521"/>
            <ac:spMk id="19" creationId="{EF94059D-DFA9-83F7-62AA-D4F6C4F5292D}"/>
          </ac:spMkLst>
        </pc:spChg>
        <pc:spChg chg="del">
          <ac:chgData name="종현 김" userId="4e62a0cd71f6508f" providerId="LiveId" clId="{6E62CB57-B7C1-44BE-9515-1C88952032F1}" dt="2026-09-16T15:42:42.830" v="65512" actId="478"/>
          <ac:spMkLst>
            <pc:docMk/>
            <pc:sldMk cId="2337643109" sldId="521"/>
            <ac:spMk id="21" creationId="{8BAB3ECA-DA79-C457-6272-8AD435A0379C}"/>
          </ac:spMkLst>
        </pc:spChg>
        <pc:spChg chg="del">
          <ac:chgData name="종현 김" userId="4e62a0cd71f6508f" providerId="LiveId" clId="{6E62CB57-B7C1-44BE-9515-1C88952032F1}" dt="2026-09-16T15:42:44.975" v="65513" actId="478"/>
          <ac:spMkLst>
            <pc:docMk/>
            <pc:sldMk cId="2337643109" sldId="521"/>
            <ac:spMk id="23" creationId="{5ABDDD7F-0699-EB34-8E1E-C4C7F55E0158}"/>
          </ac:spMkLst>
        </pc:spChg>
        <pc:picChg chg="add mod">
          <ac:chgData name="종현 김" userId="4e62a0cd71f6508f" providerId="LiveId" clId="{6E62CB57-B7C1-44BE-9515-1C88952032F1}" dt="2026-09-16T15:42:55.084" v="65518" actId="27614"/>
          <ac:picMkLst>
            <pc:docMk/>
            <pc:sldMk cId="2337643109" sldId="521"/>
            <ac:picMk id="6" creationId="{A17C4790-7C2D-EE4B-19BF-7E73F30AE860}"/>
          </ac:picMkLst>
        </pc:picChg>
        <pc:picChg chg="add del mod">
          <ac:chgData name="종현 김" userId="4e62a0cd71f6508f" providerId="LiveId" clId="{6E62CB57-B7C1-44BE-9515-1C88952032F1}" dt="2026-09-16T15:44:40.055" v="65721" actId="478"/>
          <ac:picMkLst>
            <pc:docMk/>
            <pc:sldMk cId="2337643109" sldId="521"/>
            <ac:picMk id="15" creationId="{EB2A82E9-1312-8F6C-224A-D7651CB94312}"/>
          </ac:picMkLst>
        </pc:picChg>
        <pc:picChg chg="add del mod">
          <ac:chgData name="종현 김" userId="4e62a0cd71f6508f" providerId="LiveId" clId="{6E62CB57-B7C1-44BE-9515-1C88952032F1}" dt="2026-09-16T15:45:23.662" v="65728" actId="478"/>
          <ac:picMkLst>
            <pc:docMk/>
            <pc:sldMk cId="2337643109" sldId="521"/>
            <ac:picMk id="20" creationId="{92C9F91C-F0DD-4932-6089-DCCBDDA975A5}"/>
          </ac:picMkLst>
        </pc:picChg>
        <pc:cxnChg chg="del">
          <ac:chgData name="종현 김" userId="4e62a0cd71f6508f" providerId="LiveId" clId="{6E62CB57-B7C1-44BE-9515-1C88952032F1}" dt="2026-09-16T15:42:42.830" v="65512" actId="478"/>
          <ac:cxnSpMkLst>
            <pc:docMk/>
            <pc:sldMk cId="2337643109" sldId="521"/>
            <ac:cxnSpMk id="4" creationId="{D030967E-0F9C-D7D1-AB71-FFD20DBB1862}"/>
          </ac:cxnSpMkLst>
        </pc:cxnChg>
        <pc:cxnChg chg="del">
          <ac:chgData name="종현 김" userId="4e62a0cd71f6508f" providerId="LiveId" clId="{6E62CB57-B7C1-44BE-9515-1C88952032F1}" dt="2026-09-16T15:42:42.830" v="65512" actId="478"/>
          <ac:cxnSpMkLst>
            <pc:docMk/>
            <pc:sldMk cId="2337643109" sldId="521"/>
            <ac:cxnSpMk id="7" creationId="{7BBAA902-B057-C313-5A77-561680FB222F}"/>
          </ac:cxnSpMkLst>
        </pc:cxnChg>
      </pc:sldChg>
      <pc:sldChg chg="addSp delSp modSp add mod">
        <pc:chgData name="종현 김" userId="4e62a0cd71f6508f" providerId="LiveId" clId="{6E62CB57-B7C1-44BE-9515-1C88952032F1}" dt="2026-09-17T05:12:29.191" v="67617"/>
        <pc:sldMkLst>
          <pc:docMk/>
          <pc:sldMk cId="1399292808" sldId="522"/>
        </pc:sldMkLst>
        <pc:spChg chg="mod">
          <ac:chgData name="종현 김" userId="4e62a0cd71f6508f" providerId="LiveId" clId="{6E62CB57-B7C1-44BE-9515-1C88952032F1}" dt="2026-09-17T04:11:47.351" v="66694" actId="20577"/>
          <ac:spMkLst>
            <pc:docMk/>
            <pc:sldMk cId="1399292808" sldId="522"/>
            <ac:spMk id="3" creationId="{309F9350-F0EC-3BE1-D4A6-D6D3A81E9347}"/>
          </ac:spMkLst>
        </pc:spChg>
        <pc:spChg chg="del">
          <ac:chgData name="종현 김" userId="4e62a0cd71f6508f" providerId="LiveId" clId="{6E62CB57-B7C1-44BE-9515-1C88952032F1}" dt="2026-09-16T15:46:43.734" v="65996" actId="478"/>
          <ac:spMkLst>
            <pc:docMk/>
            <pc:sldMk cId="1399292808" sldId="522"/>
            <ac:spMk id="12" creationId="{D76B7B08-23F0-EA52-144A-D37A664C45C7}"/>
          </ac:spMkLst>
        </pc:spChg>
        <pc:spChg chg="add mod">
          <ac:chgData name="종현 김" userId="4e62a0cd71f6508f" providerId="LiveId" clId="{6E62CB57-B7C1-44BE-9515-1C88952032F1}" dt="2026-09-17T05:12:29.191" v="67617"/>
          <ac:spMkLst>
            <pc:docMk/>
            <pc:sldMk cId="1399292808" sldId="522"/>
            <ac:spMk id="13" creationId="{7786C691-665B-E44A-E302-ECEA9ED4DFB3}"/>
          </ac:spMkLst>
        </pc:spChg>
        <pc:picChg chg="add del mod">
          <ac:chgData name="종현 김" userId="4e62a0cd71f6508f" providerId="LiveId" clId="{6E62CB57-B7C1-44BE-9515-1C88952032F1}" dt="2026-09-16T15:44:38.074" v="65718" actId="478"/>
          <ac:picMkLst>
            <pc:docMk/>
            <pc:sldMk cId="1399292808" sldId="522"/>
            <ac:picMk id="4" creationId="{22E9A902-C5FF-E07D-CB0B-C55977ECE8A8}"/>
          </ac:picMkLst>
        </pc:picChg>
        <pc:picChg chg="del">
          <ac:chgData name="종현 김" userId="4e62a0cd71f6508f" providerId="LiveId" clId="{6E62CB57-B7C1-44BE-9515-1C88952032F1}" dt="2026-09-16T15:44:26.376" v="65710" actId="478"/>
          <ac:picMkLst>
            <pc:docMk/>
            <pc:sldMk cId="1399292808" sldId="522"/>
            <ac:picMk id="6" creationId="{3499E36B-9460-0044-3A2C-800018D0E2FA}"/>
          </ac:picMkLst>
        </pc:picChg>
        <pc:picChg chg="add del mod">
          <ac:chgData name="종현 김" userId="4e62a0cd71f6508f" providerId="LiveId" clId="{6E62CB57-B7C1-44BE-9515-1C88952032F1}" dt="2026-09-16T15:45:14.098" v="65723" actId="478"/>
          <ac:picMkLst>
            <pc:docMk/>
            <pc:sldMk cId="1399292808" sldId="522"/>
            <ac:picMk id="7" creationId="{691D43B5-218D-810F-DB49-87B1CD822DE5}"/>
          </ac:picMkLst>
        </pc:picChg>
        <pc:picChg chg="add mod">
          <ac:chgData name="종현 김" userId="4e62a0cd71f6508f" providerId="LiveId" clId="{6E62CB57-B7C1-44BE-9515-1C88952032F1}" dt="2026-09-16T15:45:32.142" v="65743" actId="27614"/>
          <ac:picMkLst>
            <pc:docMk/>
            <pc:sldMk cId="1399292808" sldId="522"/>
            <ac:picMk id="10" creationId="{5BED5745-3B49-58F4-0F2A-EFD9C96FBF05}"/>
          </ac:picMkLst>
        </pc:picChg>
      </pc:sldChg>
      <pc:sldChg chg="addSp delSp modSp add del mod">
        <pc:chgData name="종현 김" userId="4e62a0cd71f6508f" providerId="LiveId" clId="{6E62CB57-B7C1-44BE-9515-1C88952032F1}" dt="2026-09-17T03:18:16.169" v="66680" actId="47"/>
        <pc:sldMkLst>
          <pc:docMk/>
          <pc:sldMk cId="3617408931" sldId="523"/>
        </pc:sldMkLst>
        <pc:spChg chg="mod">
          <ac:chgData name="종현 김" userId="4e62a0cd71f6508f" providerId="LiveId" clId="{6E62CB57-B7C1-44BE-9515-1C88952032F1}" dt="2026-09-16T15:52:40.910" v="66076" actId="20577"/>
          <ac:spMkLst>
            <pc:docMk/>
            <pc:sldMk cId="3617408931" sldId="523"/>
            <ac:spMk id="9" creationId="{468D1D3D-4899-F967-574B-58DDF35C7AB6}"/>
          </ac:spMkLst>
        </pc:spChg>
        <pc:spChg chg="mod">
          <ac:chgData name="종현 김" userId="4e62a0cd71f6508f" providerId="LiveId" clId="{6E62CB57-B7C1-44BE-9515-1C88952032F1}" dt="2026-09-16T15:54:26.737" v="66390" actId="20577"/>
          <ac:spMkLst>
            <pc:docMk/>
            <pc:sldMk cId="3617408931" sldId="523"/>
            <ac:spMk id="13" creationId="{7DFC0A16-03A8-B8F1-4898-B27B894084D3}"/>
          </ac:spMkLst>
        </pc:spChg>
        <pc:picChg chg="add mod">
          <ac:chgData name="종현 김" userId="4e62a0cd71f6508f" providerId="LiveId" clId="{6E62CB57-B7C1-44BE-9515-1C88952032F1}" dt="2026-09-16T15:52:31.612" v="66008" actId="27614"/>
          <ac:picMkLst>
            <pc:docMk/>
            <pc:sldMk cId="3617408931" sldId="523"/>
            <ac:picMk id="4" creationId="{C457A64D-EA62-BA43-7690-29B183047282}"/>
          </ac:picMkLst>
        </pc:picChg>
        <pc:picChg chg="del">
          <ac:chgData name="종현 김" userId="4e62a0cd71f6508f" providerId="LiveId" clId="{6E62CB57-B7C1-44BE-9515-1C88952032F1}" dt="2026-09-16T15:52:24.401" v="66003" actId="478"/>
          <ac:picMkLst>
            <pc:docMk/>
            <pc:sldMk cId="3617408931" sldId="523"/>
            <ac:picMk id="10" creationId="{83E7E7E5-5879-6FC1-A52C-0280C1272CE2}"/>
          </ac:picMkLst>
        </pc:picChg>
      </pc:sldChg>
      <pc:sldChg chg="addSp delSp modSp add mod">
        <pc:chgData name="종현 김" userId="4e62a0cd71f6508f" providerId="LiveId" clId="{6E62CB57-B7C1-44BE-9515-1C88952032F1}" dt="2026-09-17T04:11:37.517" v="66688" actId="20577"/>
        <pc:sldMkLst>
          <pc:docMk/>
          <pc:sldMk cId="3501610628" sldId="524"/>
        </pc:sldMkLst>
        <pc:spChg chg="del">
          <ac:chgData name="종현 김" userId="4e62a0cd71f6508f" providerId="LiveId" clId="{6E62CB57-B7C1-44BE-9515-1C88952032F1}" dt="2026-09-16T16:19:30.736" v="66658" actId="478"/>
          <ac:spMkLst>
            <pc:docMk/>
            <pc:sldMk cId="3501610628" sldId="524"/>
            <ac:spMk id="2" creationId="{B642D05D-DD69-1697-D3A9-0FB292BAEB9A}"/>
          </ac:spMkLst>
        </pc:spChg>
        <pc:spChg chg="mod">
          <ac:chgData name="종현 김" userId="4e62a0cd71f6508f" providerId="LiveId" clId="{6E62CB57-B7C1-44BE-9515-1C88952032F1}" dt="2026-09-17T04:11:37.517" v="66688" actId="20577"/>
          <ac:spMkLst>
            <pc:docMk/>
            <pc:sldMk cId="3501610628" sldId="524"/>
            <ac:spMk id="3" creationId="{CABB317B-6B13-6725-A635-1DDDF80DB6CA}"/>
          </ac:spMkLst>
        </pc:spChg>
        <pc:spChg chg="del">
          <ac:chgData name="종현 김" userId="4e62a0cd71f6508f" providerId="LiveId" clId="{6E62CB57-B7C1-44BE-9515-1C88952032F1}" dt="2026-09-16T16:19:30.736" v="66658" actId="478"/>
          <ac:spMkLst>
            <pc:docMk/>
            <pc:sldMk cId="3501610628" sldId="524"/>
            <ac:spMk id="4" creationId="{000B2D15-4CD2-19AD-A4D8-E75A6C654FCB}"/>
          </ac:spMkLst>
        </pc:spChg>
        <pc:spChg chg="del">
          <ac:chgData name="종현 김" userId="4e62a0cd71f6508f" providerId="LiveId" clId="{6E62CB57-B7C1-44BE-9515-1C88952032F1}" dt="2026-09-16T16:19:30.736" v="66658" actId="478"/>
          <ac:spMkLst>
            <pc:docMk/>
            <pc:sldMk cId="3501610628" sldId="524"/>
            <ac:spMk id="5" creationId="{58867062-7538-1B83-0CDE-B202717F6F5B}"/>
          </ac:spMkLst>
        </pc:spChg>
        <pc:spChg chg="del">
          <ac:chgData name="종현 김" userId="4e62a0cd71f6508f" providerId="LiveId" clId="{6E62CB57-B7C1-44BE-9515-1C88952032F1}" dt="2026-09-16T16:19:30.736" v="66658" actId="478"/>
          <ac:spMkLst>
            <pc:docMk/>
            <pc:sldMk cId="3501610628" sldId="524"/>
            <ac:spMk id="7" creationId="{8DADF115-6B8A-796C-FD6E-926B6AD251A8}"/>
          </ac:spMkLst>
        </pc:spChg>
        <pc:spChg chg="del">
          <ac:chgData name="종현 김" userId="4e62a0cd71f6508f" providerId="LiveId" clId="{6E62CB57-B7C1-44BE-9515-1C88952032F1}" dt="2026-09-16T16:19:30.736" v="66658" actId="478"/>
          <ac:spMkLst>
            <pc:docMk/>
            <pc:sldMk cId="3501610628" sldId="524"/>
            <ac:spMk id="8" creationId="{9998B567-5646-2862-326D-D9187BE921C4}"/>
          </ac:spMkLst>
        </pc:spChg>
        <pc:spChg chg="del">
          <ac:chgData name="종현 김" userId="4e62a0cd71f6508f" providerId="LiveId" clId="{6E62CB57-B7C1-44BE-9515-1C88952032F1}" dt="2026-09-16T16:19:30.736" v="66658" actId="478"/>
          <ac:spMkLst>
            <pc:docMk/>
            <pc:sldMk cId="3501610628" sldId="524"/>
            <ac:spMk id="11" creationId="{1FAF096D-F318-52C9-9274-12001569E009}"/>
          </ac:spMkLst>
        </pc:spChg>
        <pc:spChg chg="del">
          <ac:chgData name="종현 김" userId="4e62a0cd71f6508f" providerId="LiveId" clId="{6E62CB57-B7C1-44BE-9515-1C88952032F1}" dt="2026-09-16T16:19:30.736" v="66658" actId="478"/>
          <ac:spMkLst>
            <pc:docMk/>
            <pc:sldMk cId="3501610628" sldId="524"/>
            <ac:spMk id="12" creationId="{D670A53D-A4EF-0304-70E0-88A878916185}"/>
          </ac:spMkLst>
        </pc:spChg>
        <pc:spChg chg="del">
          <ac:chgData name="종현 김" userId="4e62a0cd71f6508f" providerId="LiveId" clId="{6E62CB57-B7C1-44BE-9515-1C88952032F1}" dt="2026-09-16T16:19:30.736" v="66658" actId="478"/>
          <ac:spMkLst>
            <pc:docMk/>
            <pc:sldMk cId="3501610628" sldId="524"/>
            <ac:spMk id="17" creationId="{8311001B-6FDD-CFB7-22DE-CA495FD75A76}"/>
          </ac:spMkLst>
        </pc:spChg>
        <pc:spChg chg="del">
          <ac:chgData name="종현 김" userId="4e62a0cd71f6508f" providerId="LiveId" clId="{6E62CB57-B7C1-44BE-9515-1C88952032F1}" dt="2026-09-16T16:19:30.736" v="66658" actId="478"/>
          <ac:spMkLst>
            <pc:docMk/>
            <pc:sldMk cId="3501610628" sldId="524"/>
            <ac:spMk id="18" creationId="{0F934EAA-2A19-BCDD-026B-76B3DADF8051}"/>
          </ac:spMkLst>
        </pc:spChg>
        <pc:spChg chg="del">
          <ac:chgData name="종현 김" userId="4e62a0cd71f6508f" providerId="LiveId" clId="{6E62CB57-B7C1-44BE-9515-1C88952032F1}" dt="2026-09-16T16:19:30.736" v="66658" actId="478"/>
          <ac:spMkLst>
            <pc:docMk/>
            <pc:sldMk cId="3501610628" sldId="524"/>
            <ac:spMk id="19" creationId="{1D865E83-6FF3-7E1D-841B-A38F50F51009}"/>
          </ac:spMkLst>
        </pc:spChg>
        <pc:spChg chg="del">
          <ac:chgData name="종현 김" userId="4e62a0cd71f6508f" providerId="LiveId" clId="{6E62CB57-B7C1-44BE-9515-1C88952032F1}" dt="2026-09-16T16:19:31.790" v="66659" actId="478"/>
          <ac:spMkLst>
            <pc:docMk/>
            <pc:sldMk cId="3501610628" sldId="524"/>
            <ac:spMk id="26" creationId="{BBA0A628-8C6A-78A5-E8E2-BA1AE93CE10A}"/>
          </ac:spMkLst>
        </pc:spChg>
        <pc:picChg chg="add mod">
          <ac:chgData name="종현 김" userId="4e62a0cd71f6508f" providerId="LiveId" clId="{6E62CB57-B7C1-44BE-9515-1C88952032F1}" dt="2026-09-16T16:19:40.905" v="66663" actId="27614"/>
          <ac:picMkLst>
            <pc:docMk/>
            <pc:sldMk cId="3501610628" sldId="524"/>
            <ac:picMk id="25" creationId="{745B0602-24DE-402D-E81D-A50A78D7C3E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3F2AD-ED4C-4EB7-812B-786B5CD91F28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85A4B-3C4A-4CDC-A882-312DF50637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25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0630F-EFE4-1E64-8FCA-D0003E1B9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608838-C982-30C2-29F1-C6DB2A9B5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9E3464-7B2C-0E5C-70CC-1ECA38088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4B2389-0543-F332-275B-72BFD97EA7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749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919B9-0497-1EAA-3D53-025D2ABC4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51E688-4CA0-D907-8376-BBF939604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6DFB6A-798A-4EC4-2898-036EA52D3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확인하고 싶은 것은 크게 세 가지입니다.</a:t>
            </a:r>
          </a:p>
          <a:p>
            <a:r>
              <a:rPr lang="ko-KR" altLang="ko-KR" dirty="0"/>
              <a:t>첫째, 메모리 경로가 모델의 예측에 실제로 얼마나 </a:t>
            </a:r>
            <a:r>
              <a:rPr lang="ko-KR" altLang="ko-KR" dirty="0" err="1"/>
              <a:t>기여하는지입니다</a:t>
            </a:r>
            <a:r>
              <a:rPr lang="ko-KR" altLang="ko-KR" dirty="0"/>
              <a:t>.</a:t>
            </a:r>
          </a:p>
          <a:p>
            <a:r>
              <a:rPr lang="ko-KR" altLang="ko-KR" dirty="0"/>
              <a:t>둘째, 메모리 경로가 있다는 것뿐 아니라, 어떤 정보를 조회하는지도 중요한지입니다.</a:t>
            </a:r>
          </a:p>
          <a:p>
            <a:r>
              <a:rPr lang="ko-KR" altLang="ko-KR" dirty="0"/>
              <a:t>마지막으로 이 과정에서 비효율이 확인된다면, 활용 방식을 개선할 수 있는지 살펴보려고 합니다.</a:t>
            </a:r>
          </a:p>
          <a:p>
            <a:r>
              <a:rPr lang="ko-KR" altLang="ko-KR" dirty="0"/>
              <a:t>현재는 문제가 있다고 가정하기보다, 실제 동작부터 확인하는 단계입니다.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77A6F6-2FB3-7172-B1AD-BC21BC2105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7246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E6241-EADF-8BF8-6396-F119131C4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3B263E-A32C-CC78-2D2B-329938614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A64BC3-7987-DEC0-8BEB-AB40B7870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 err="1"/>
              <a:t>Engram은</a:t>
            </a:r>
            <a:r>
              <a:rPr lang="ko-KR" altLang="ko-KR" dirty="0"/>
              <a:t> 입력에 있는 토큰 조합으로 메모리 벡터를 조회하고, 이를 </a:t>
            </a:r>
            <a:r>
              <a:rPr lang="ko-KR" altLang="ko-KR" dirty="0" err="1"/>
              <a:t>Transformer의</a:t>
            </a:r>
            <a:r>
              <a:rPr lang="ko-KR" altLang="ko-KR" dirty="0"/>
              <a:t> 내부 표현에 결합하는 구조입니다.</a:t>
            </a:r>
          </a:p>
          <a:p>
            <a:r>
              <a:rPr lang="ko-KR" altLang="ko-KR" dirty="0"/>
              <a:t>그림의 위쪽은 기존 모델의 계산 흐름이고, 아래쪽은 메모리를 조회하여 추가하는 경로입니다.</a:t>
            </a:r>
          </a:p>
          <a:p>
            <a:r>
              <a:rPr lang="ko-KR" altLang="ko-KR" dirty="0"/>
              <a:t>조회한 정보를 항상 같은 강도로 사용하는 것은 아니고, 현재 문맥에 맞춰 반영 정도를 조절합니다.</a:t>
            </a:r>
          </a:p>
          <a:p>
            <a:r>
              <a:rPr lang="ko-KR" altLang="ko-KR" dirty="0"/>
              <a:t>여기서 메모리는 외부 문서를 검색해 가져오는 것이 아니라, 모델과 함께 학습되는 숫자 벡터입니다.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5AF307-3545-C59D-B094-93E566E0BA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394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40AAB-A5D0-27FA-09DB-5BF74054F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787ACC-B738-CF21-6154-9BF4FF89C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3801CE-7734-2631-C88D-85E53582D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실제 구조에서는 왼쪽 그림처럼 </a:t>
            </a:r>
            <a:r>
              <a:rPr lang="ko-KR" altLang="ko-KR" dirty="0" err="1"/>
              <a:t>Transformer</a:t>
            </a:r>
            <a:r>
              <a:rPr lang="ko-KR" altLang="ko-KR" dirty="0"/>
              <a:t> 블록 내부에 </a:t>
            </a:r>
            <a:r>
              <a:rPr lang="ko-KR" altLang="ko-KR" dirty="0" err="1"/>
              <a:t>Engram이</a:t>
            </a:r>
            <a:r>
              <a:rPr lang="ko-KR" altLang="ko-KR" dirty="0"/>
              <a:t> 들어갑니다. 앞의 그림은 이 흐름을 단순하게 표현한 것입니다.</a:t>
            </a:r>
          </a:p>
          <a:p>
            <a:r>
              <a:rPr lang="ko-KR" altLang="ko-KR" dirty="0"/>
              <a:t>오른쪽은 큰 메모리 테이블을 별도의 메모리에 두고, 필요한 항목을 가져오는 구성을 보여줍니다.</a:t>
            </a:r>
          </a:p>
          <a:p>
            <a:r>
              <a:rPr lang="ko-KR" altLang="ko-KR" dirty="0"/>
              <a:t>이번 연구에서는 처음부터 이런 대규모 구성을 재현하기보다는, 작은 모델 안에서 조회와 반영 과정이 정상적으로 동작하도록 구현하려고 합니다.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18FA9D-8AEA-108E-00C8-B0CD09D8A0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79136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65B70-E370-26FA-459C-81A12A5A4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B97B9F-A4CC-A3C9-A0DE-EC72B95FF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393C78-2B6F-A324-BEE3-64D126092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예를 들어 연속된 토큰 세 개가 들어오면, 그 조합을 해시 함수에 넣어 조회할 주소를 계산합니다.</a:t>
            </a:r>
          </a:p>
          <a:p>
            <a:r>
              <a:rPr lang="ko-KR" altLang="ko-KR" dirty="0"/>
              <a:t>이 주소에 저장된 것은 토큰이나 문장 자체가 아니라, 오른쪽과 같은 숫자 벡터입니다. 화면의 주소와 숫자는 설명용 예시입니다.</a:t>
            </a:r>
          </a:p>
          <a:p>
            <a:r>
              <a:rPr lang="ko-KR" altLang="ko-KR" dirty="0"/>
              <a:t>처음에는 초기화된 값이지만, 이 벡터를 사용해 다음 토큰을 예측하고, 예측 오차를 </a:t>
            </a:r>
            <a:r>
              <a:rPr lang="ko-KR" altLang="ko-KR" dirty="0" err="1"/>
              <a:t>역전파하면서</a:t>
            </a:r>
            <a:r>
              <a:rPr lang="ko-KR" altLang="ko-KR" dirty="0"/>
              <a:t> 값을 업데이트합니다.</a:t>
            </a:r>
          </a:p>
          <a:p>
            <a:r>
              <a:rPr lang="ko-KR" altLang="ko-KR" dirty="0"/>
              <a:t>즉, 특정 토큰 조합이 나왔을 때 예측에 도움이 되는 표현을 학습하는 방식입니다. 평가할 때는 학습된 테이블을 고정하고 조회합니다.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B774D9-AF63-16F1-D668-CF37616CDC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996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E03E8-4587-4A9B-1268-9BFAC0195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72B3E0-B3C7-BCEC-D406-5E0283AF8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4A7283-FCF6-C9D5-DB9D-86B7CC20B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여기서는 수업에서 배웠던 해시와 연결해서 이해했습니다.</a:t>
            </a:r>
          </a:p>
          <a:p>
            <a:r>
              <a:rPr lang="ko-KR" altLang="ko-KR" dirty="0"/>
              <a:t>가능한 모든 토큰 조합마다 별도 공간을 만들면 테이블이 너무 커지기 때문에, 해시를 이용해 제한된 크기의 테이블 안에서 주소를 계산합니다.</a:t>
            </a:r>
          </a:p>
          <a:p>
            <a:r>
              <a:rPr lang="ko-KR" altLang="ko-KR" dirty="0"/>
              <a:t>다만 서로 다른 토큰 조합이 같은 주소로 연결되는 충돌이 생길 수 있습니다.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309BFF-E138-73FF-5371-40635906C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0492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C6A10-ED69-F587-9403-553C14451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4CFAAF-10A9-0FA0-C7C8-FCA2D7208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675C3B-F490-4A3A-625E-A37CED738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이 그림은 일반적인 해시 테이블에서 충돌이 발생했을 때 다른 빈자리를 찾는 예시입니다.</a:t>
            </a:r>
          </a:p>
          <a:p>
            <a:r>
              <a:rPr lang="ko-KR" altLang="ko-KR" dirty="0" err="1"/>
              <a:t>Engram에서는</a:t>
            </a:r>
            <a:r>
              <a:rPr lang="ko-KR" altLang="ko-KR" dirty="0"/>
              <a:t> 이렇게 다른 자리를 찾아 구분하는 대신, 충돌한 조합들이 해당 헤드에서 같은 벡터를 공유합니다.</a:t>
            </a:r>
          </a:p>
          <a:p>
            <a:r>
              <a:rPr lang="ko-KR" altLang="ko-KR" dirty="0"/>
              <a:t>대신 여러 해시 헤드에서 각각 벡터를 조회하고 그 결과를 결합합니다. 한 헤드에서 충돌하더라도 다른 헤드에서는 구분될 수 있도록 하는 것입니다.</a:t>
            </a:r>
          </a:p>
          <a:p>
            <a:r>
              <a:rPr lang="ko-KR" altLang="ko-KR" dirty="0"/>
              <a:t>충돌이 완전히 없어지는 것은 아니며, 이런 공유가 학습에 영향을 줄 수 있습니다.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F9A7A4-0E28-530C-A79E-22F303BB4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8901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5D2F9-AEB9-052C-974D-FD2464C86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DCBA81-A555-E00B-CC18-A934A6B36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AF5B0B-B2CF-3618-8D4E-B46C5D082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메모리를 조회한 다음에는 이 정보를 얼마나 반영할지 결정해야 합니다.</a:t>
            </a:r>
          </a:p>
          <a:p>
            <a:r>
              <a:rPr lang="ko-KR" altLang="ko-KR" dirty="0"/>
              <a:t>조회한 메모리에서 </a:t>
            </a:r>
            <a:r>
              <a:rPr lang="ko-KR" altLang="ko-KR" dirty="0" err="1"/>
              <a:t>Key와</a:t>
            </a:r>
            <a:r>
              <a:rPr lang="ko-KR" altLang="ko-KR" dirty="0"/>
              <a:t> </a:t>
            </a:r>
            <a:r>
              <a:rPr lang="ko-KR" altLang="ko-KR" dirty="0" err="1"/>
              <a:t>Value를</a:t>
            </a:r>
            <a:r>
              <a:rPr lang="ko-KR" altLang="ko-KR" dirty="0"/>
              <a:t> 만들고, 현재 문맥의 내부 표현과 </a:t>
            </a:r>
            <a:r>
              <a:rPr lang="ko-KR" altLang="ko-KR" dirty="0" err="1"/>
              <a:t>Key를</a:t>
            </a:r>
            <a:r>
              <a:rPr lang="ko-KR" altLang="ko-KR" dirty="0"/>
              <a:t> 이용해 게이트를 계산합니다. 이 게이트를 실제 반영할 </a:t>
            </a:r>
            <a:r>
              <a:rPr lang="ko-KR" altLang="ko-KR" dirty="0" err="1"/>
              <a:t>Value에</a:t>
            </a:r>
            <a:r>
              <a:rPr lang="ko-KR" altLang="ko-KR" dirty="0"/>
              <a:t> 곱합니다.</a:t>
            </a:r>
          </a:p>
          <a:p>
            <a:r>
              <a:rPr lang="ko-KR" altLang="ko-KR" dirty="0"/>
              <a:t>따라서 같은 토큰 조합을 조회하더라도 문맥에 따라 반영 강도가 달라질 수 있습니다.</a:t>
            </a:r>
          </a:p>
          <a:p>
            <a:r>
              <a:rPr lang="ko-KR" altLang="ko-KR" dirty="0"/>
              <a:t>다만 게이트가 크다는 사실만으로 실제 예측에 많이 도움이 됐다고 판단할 수는 없습니다. 그 영향은 뒤에서 설명할 개입 실험으로 확인하려고 합니다.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0FE220-BEF3-6C2F-3547-CFBE9B643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8148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A4888-ADCA-77E9-4953-E73547EDA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E391B6-211C-FAD0-D64F-DC88EEAF19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926B62-111D-0279-3CF7-D21EBACA9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지금까지 설명한 내용을 공식 구조에서 보면, 아래쪽이 토큰 조합을 이용해 메모리를 조회하는 부분입니다.</a:t>
            </a:r>
          </a:p>
          <a:p>
            <a:r>
              <a:rPr lang="ko-KR" altLang="ko-KR" dirty="0"/>
              <a:t>가운데에서는 조회한 벡터를 변환하고, 현재 내부 표현과 함께 게이트를 계산합니다.</a:t>
            </a:r>
          </a:p>
          <a:p>
            <a:r>
              <a:rPr lang="ko-KR" altLang="ko-KR" dirty="0"/>
              <a:t>이후 위쪽의 </a:t>
            </a:r>
            <a:r>
              <a:rPr lang="ko-KR" altLang="ko-KR" dirty="0" err="1"/>
              <a:t>합성곱과</a:t>
            </a:r>
            <a:r>
              <a:rPr lang="ko-KR" altLang="ko-KR" dirty="0"/>
              <a:t> </a:t>
            </a:r>
            <a:r>
              <a:rPr lang="ko-KR" altLang="ko-KR" dirty="0" err="1"/>
              <a:t>잔차</a:t>
            </a:r>
            <a:r>
              <a:rPr lang="ko-KR" altLang="ko-KR" dirty="0"/>
              <a:t> 처리를 거쳐 모델의 내부 표현에 결합합니다.</a:t>
            </a:r>
          </a:p>
          <a:p>
            <a:r>
              <a:rPr lang="ko-KR" altLang="ko-KR" dirty="0"/>
              <a:t>전체적으로는 조회, 반영 강도 조절, 내부 표현에 결합이라는 흐름으로 이해할 수 있습니다.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E8DBDA-0940-AA78-7195-87DA29C94F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5579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78016-368F-D27A-DC4E-189B2369F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840BFE-C86F-1349-5F27-A31CD1223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22E7D3-BE50-CE12-2AE0-65E96F44F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원래 </a:t>
            </a:r>
            <a:r>
              <a:rPr lang="ko-KR" altLang="ko-KR" dirty="0" err="1"/>
              <a:t>Engram</a:t>
            </a:r>
            <a:r>
              <a:rPr lang="ko-KR" altLang="ko-KR" dirty="0"/>
              <a:t> 논문에서는 이런 조건부 메모리 구조를 제안하고, 성능과 동작 특성을 분석했습니다.</a:t>
            </a:r>
          </a:p>
          <a:p>
            <a:r>
              <a:rPr lang="ko-KR" altLang="ko-KR" dirty="0"/>
              <a:t>후속 연구인 </a:t>
            </a:r>
            <a:r>
              <a:rPr lang="ko-KR" altLang="ko-KR" dirty="0" err="1"/>
              <a:t>Engram-Nine에서는</a:t>
            </a:r>
            <a:r>
              <a:rPr lang="ko-KR" altLang="ko-KR" dirty="0"/>
              <a:t> 자주 등장하는 토큰 조합에 별도 공간을 배정하고, 학습 과정에서 성능과 게이트가 어떻게 달라지는지 분석했습니다.</a:t>
            </a:r>
          </a:p>
          <a:p>
            <a:r>
              <a:rPr lang="ko-KR" altLang="ko-KR" dirty="0"/>
              <a:t>저는 이런 연구를 참고하면서, 소형 모델에서 메모리 경로와 조회 정보를 직접 바꾸었을 때 예측이 어떻게 달라지는지 확인하려고 합니다.</a:t>
            </a:r>
          </a:p>
          <a:p>
            <a:r>
              <a:rPr lang="ko-KR" altLang="ko-KR" dirty="0"/>
              <a:t>기존 분석과의 차별점은 선행연구 검토와 초기 실험을 통해 더 구체화할 계획입니다.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55BB9C-0D27-D46B-A18D-D6B499851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6646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37B73-66C8-2B63-AAEA-3E5564140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74E94F-9291-BD53-63C8-E3A8C47FE2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965031-16FA-D152-AD7B-13CA5F12E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첫 논문에서는 범위를 크게 넓히기보다 두 가지 기초실험에 집중하려고 합니다.</a:t>
            </a:r>
          </a:p>
          <a:p>
            <a:r>
              <a:rPr lang="ko-KR" altLang="ko-KR" dirty="0"/>
              <a:t>먼저 메모리 경로를 껐을 때의 변화, 다음으로 조회 정보를 바꿨을 때의 변화를 확인하겠습니다.</a:t>
            </a:r>
          </a:p>
          <a:p>
            <a:r>
              <a:rPr lang="ko-KR" altLang="ko-KR" dirty="0"/>
              <a:t>그 결과를 바탕으로 개선 가능한 지점이 있는지도 탐색하겠습니다. 개선 방법까지 처음부터 확정한 상태는 아닙니다.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5872E9-2A3F-7BF8-3434-E6293172A3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7892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37191-7732-A4AD-4334-B6D9C2A7C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9B4C57-0120-25EA-294C-C3CA3D8C7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49BFCA-7CD3-F18F-D9BF-BF88865F0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먼저 정상 동작이 비교 기준입니다.</a:t>
            </a:r>
          </a:p>
          <a:p>
            <a:r>
              <a:rPr lang="ko-KR" altLang="ko-KR" dirty="0"/>
              <a:t>학습된 모델에서 원래 메모리를 조회하고, 원래 게이트를 그대로 사용하여 예측 손실을 측정합니다.</a:t>
            </a:r>
          </a:p>
          <a:p>
            <a:r>
              <a:rPr lang="ko-KR" altLang="ko-KR" dirty="0"/>
              <a:t>이후 실험에서도 같은 모델과 같은 평가 문장을 사용하고, 개입하는 부분만 바꾸겠습니다.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C0C533-D086-44D9-E50A-AED2BE518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49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CF5B8-1213-E62C-987C-120912D2F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41C92A-8EF1-DC74-9AB5-F54D2A4131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944D84-5ACF-8549-011B-6D6D290A3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첫 번째 실험에서는 </a:t>
            </a:r>
            <a:r>
              <a:rPr lang="ko-KR" altLang="ko-KR" dirty="0" err="1"/>
              <a:t>Engram의</a:t>
            </a:r>
            <a:r>
              <a:rPr lang="ko-KR" altLang="ko-KR" dirty="0"/>
              <a:t> 최종 출력이 모델에 더해지는 것을 차단합니다.</a:t>
            </a:r>
          </a:p>
          <a:p>
            <a:r>
              <a:rPr lang="ko-KR" altLang="ko-KR" dirty="0"/>
              <a:t>이 상태에서 예측 성능이 나빠진다면, 학습된 모델이 해당 경로에 의존하고 있다는 것을 확인할 수 있습니다.</a:t>
            </a:r>
          </a:p>
          <a:p>
            <a:r>
              <a:rPr lang="ko-KR" altLang="ko-KR" dirty="0"/>
              <a:t>다만 이것은 처음부터 </a:t>
            </a:r>
            <a:r>
              <a:rPr lang="ko-KR" altLang="ko-KR" dirty="0" err="1"/>
              <a:t>Engram</a:t>
            </a:r>
            <a:r>
              <a:rPr lang="ko-KR" altLang="ko-KR" dirty="0"/>
              <a:t> 없이 학습한 모델과는 다릅니다. 이미 </a:t>
            </a:r>
            <a:r>
              <a:rPr lang="ko-KR" altLang="ko-KR" dirty="0" err="1"/>
              <a:t>Engram을</a:t>
            </a:r>
            <a:r>
              <a:rPr lang="ko-KR" altLang="ko-KR" dirty="0"/>
              <a:t> 사용하도록 학습된 모델에서 경로를 끄는 실험입니다.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C58C58-A142-39BF-0152-8AEDD0F50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36327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EAA7F-20CC-59E1-A9FE-9FA0B38D9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0EC354-1E50-3357-F3DD-96D00784A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130145-8D45-1E10-5344-2B0B584FA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두 번째 실험에서는 경로를 유지하면서, 조회한 벡터를 다른 항목의 벡터로 바꿉니다.</a:t>
            </a:r>
          </a:p>
          <a:p>
            <a:r>
              <a:rPr lang="ko-KR" altLang="ko-KR" dirty="0"/>
              <a:t>이렇게 하면 경로의 존재뿐 아니라, 무엇을 가져오는지도 예측에 영향을 주는지 확인할 수 있습니다.</a:t>
            </a:r>
          </a:p>
          <a:p>
            <a:r>
              <a:rPr lang="ko-KR" altLang="ko-KR" dirty="0"/>
              <a:t>조회 정보가 바뀌면 게이트도 영향을 받을 수 있으므로, 우선은 조회 변경에 대한 전체 경로의 반응으로 해석하겠습니다.</a:t>
            </a:r>
          </a:p>
          <a:p>
            <a:r>
              <a:rPr lang="ko-KR" altLang="ko-KR" dirty="0"/>
              <a:t>어떤 항목으로 교체할지는 예비실험에서 점검할 계획입니다.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B31195-8698-2800-18F5-A00AF8784B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9066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5005B-A175-E4F1-4DD7-C4A221C0B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ADFC8A-C32A-3724-DA55-54E1572B1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B412FD-9F72-7438-B5D7-F3921AF60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평가는 같은 모델과 같은 문장을 기준으로 진행합니다.</a:t>
            </a:r>
          </a:p>
          <a:p>
            <a:r>
              <a:rPr lang="ko-KR" altLang="ko-KR" dirty="0"/>
              <a:t>여기서 </a:t>
            </a:r>
            <a:r>
              <a:rPr lang="ko-KR" altLang="ko-KR" dirty="0" err="1"/>
              <a:t>Loss는</a:t>
            </a:r>
            <a:r>
              <a:rPr lang="ko-KR" altLang="ko-KR" dirty="0"/>
              <a:t> 정답 토큰에 얼마나 낮은 확률을 부여했는지를 나타내는 예측 손실이고, 낮을수록 좋습니다.</a:t>
            </a:r>
          </a:p>
          <a:p>
            <a:r>
              <a:rPr lang="ko-KR" altLang="ko-KR" dirty="0"/>
              <a:t>경로를 끈 조건의 </a:t>
            </a:r>
            <a:r>
              <a:rPr lang="ko-KR" altLang="ko-KR" dirty="0" err="1"/>
              <a:t>Loss에서</a:t>
            </a:r>
            <a:r>
              <a:rPr lang="ko-KR" altLang="ko-KR" dirty="0"/>
              <a:t> 정상 조건의 </a:t>
            </a:r>
            <a:r>
              <a:rPr lang="ko-KR" altLang="ko-KR" dirty="0" err="1"/>
              <a:t>Loss를</a:t>
            </a:r>
            <a:r>
              <a:rPr lang="ko-KR" altLang="ko-KR" dirty="0"/>
              <a:t> 빼고, 대조 조회 조건에서도 같은 방식으로 차이를 계산합니다.</a:t>
            </a:r>
          </a:p>
          <a:p>
            <a:r>
              <a:rPr lang="ko-KR" altLang="ko-KR" dirty="0"/>
              <a:t>차이가 양수라면 정상 동작보다 성능이 나빠졌다는 뜻입니다. 평균뿐 아니라 문장이나 표본에 따라 결과가 얼마나 달라지는지도 확인하겠습니다.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05DBA2-822E-068F-E828-19E6C0B76F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2030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612B5-B770-6070-194E-FF087EFD3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836B7D-7F8C-6926-0387-53CB49A5F4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C62C64-E1F8-E4B8-9D31-6078266D7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경로를 차단했을 때 성능이 나빠지면, 해당 경로에 대한 의존이 있다는 의미입니다.</a:t>
            </a:r>
          </a:p>
          <a:p>
            <a:r>
              <a:rPr lang="ko-KR" altLang="ko-KR" dirty="0"/>
              <a:t>반면 조회 정보를 바꿨을 때 나빠지면, 조회 정보의 변화에 민감하다는 의미입니다.</a:t>
            </a:r>
          </a:p>
          <a:p>
            <a:r>
              <a:rPr lang="ko-KR" altLang="ko-KR" dirty="0"/>
              <a:t>두 결과를 같은 것으로 해석하지 않는 것이 중요합니다. 특히 다른 벡터로 바꾼 실험에서는 정보 내용뿐 아니라 벡터의 크기나 분포가 달라진 영향도 있을 수 있습니다.</a:t>
            </a:r>
          </a:p>
          <a:p>
            <a:r>
              <a:rPr lang="ko-KR" altLang="ko-KR" dirty="0"/>
              <a:t>관측된 차이가 무엇 때문인지는 추가 대조 실험으로 구분하겠습니다.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165CA2-5032-AC9E-F7DF-AA53BC0E3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63506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B95A9-CAA2-E50C-7692-4C638A251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D17D49-54BB-0BB7-DA25-FE1FE8A1A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D7E314-0A3F-F8FF-35AA-ECE9DC00E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실험은 우선 제 데스크톱에서 작은 언어모델로 시작할 계획입니다.</a:t>
            </a:r>
          </a:p>
          <a:p>
            <a:r>
              <a:rPr lang="ko-KR" altLang="ko-KR" dirty="0"/>
              <a:t>처음부터 학습량이나 테이블 크기를 크게 정하기보다는, 최소 구현을 짧게 실행해서 메모리 사용량과 처리 속도를 측정하겠습니다.</a:t>
            </a:r>
          </a:p>
          <a:p>
            <a:r>
              <a:rPr lang="ko-KR" altLang="ko-KR" dirty="0"/>
              <a:t>또한 학습 손실이 정상적으로 줄어드는지, 메모리와 게이트가 업데이트되는지, 미래 토큰을 잘못 참조하지 않는지도 확인하겠습니다.</a:t>
            </a:r>
          </a:p>
          <a:p>
            <a:r>
              <a:rPr lang="ko-KR" altLang="ko-KR" dirty="0"/>
              <a:t>그 결과로 마감까지 가능한 실험 규모를 정하겠습니다.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0970ED-C5C5-A11E-0531-9BA8D0496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4377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E3AF1-4767-130F-762B-E3DF42C91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6F9388-2A93-F68F-13B3-9A40E4E93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DF80BF-CD22-6B7B-332B-7A2E92520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9월 말까지 최소 구현과 자원 측정을 진행하고, 10월 초에는 기초실험과 반복 검증을 진행하려고 합니다.</a:t>
            </a:r>
          </a:p>
          <a:p>
            <a:r>
              <a:rPr lang="ko-KR" altLang="ko-KR" dirty="0"/>
              <a:t>10월 23일 제출을 목표로 하되, 교수님 검토 시간을 확보하기 위해 10월 16일까지 초안을 준비하는 일정입니다.</a:t>
            </a:r>
          </a:p>
          <a:p>
            <a:r>
              <a:rPr lang="ko-KR" altLang="ko-KR" dirty="0"/>
              <a:t>초기 결과가 부족하면 주장 범위를 조정하고, 채택될 경우 11월 제주 학술대회에서 발표할 계획입니다.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817BDC-073B-40A0-6DD3-AF0BB170B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2764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6CF8A-6CF5-CEA6-E978-3AE3C59F3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7EF7B5-CAE7-5684-0ACF-300774036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67E4FB-1CA0-D805-4F89-F9F18D1F4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다음 주에는 소형 언어모델과 </a:t>
            </a:r>
            <a:r>
              <a:rPr lang="ko-KR" altLang="ko-KR" dirty="0" err="1"/>
              <a:t>Engram의</a:t>
            </a:r>
            <a:r>
              <a:rPr lang="ko-KR" altLang="ko-KR" dirty="0"/>
              <a:t> 최소 구현을 연결하고, 짧은 학습이 정상적으로 진행되는지 확인하겠습니다.</a:t>
            </a:r>
          </a:p>
          <a:p>
            <a:r>
              <a:rPr lang="ko-KR" altLang="ko-KR" dirty="0"/>
              <a:t>가능한 범위에서 </a:t>
            </a:r>
            <a:r>
              <a:rPr lang="ko-KR" altLang="ko-KR" dirty="0" err="1"/>
              <a:t>학습·검증</a:t>
            </a:r>
            <a:r>
              <a:rPr lang="ko-KR" altLang="ko-KR" dirty="0"/>
              <a:t> </a:t>
            </a:r>
            <a:r>
              <a:rPr lang="ko-KR" altLang="ko-KR" dirty="0" err="1"/>
              <a:t>Loss와</a:t>
            </a:r>
            <a:r>
              <a:rPr lang="ko-KR" altLang="ko-KR" dirty="0"/>
              <a:t> VRAM 사용량, 처리 속도를 측정해서 실제 결과로 </a:t>
            </a:r>
            <a:r>
              <a:rPr lang="ko-KR" altLang="ko-KR" dirty="0" err="1"/>
              <a:t>보고드리겠습니다</a:t>
            </a:r>
            <a:r>
              <a:rPr lang="ko-KR" altLang="ko-KR" dirty="0"/>
              <a:t>.</a:t>
            </a:r>
          </a:p>
          <a:p>
            <a:r>
              <a:rPr lang="ko-KR" altLang="ko-KR" dirty="0"/>
              <a:t>이번 주에는 구조와 실험 질문을 정리했고, 다음 주부터는 구현과 측정 결과를 바탕으로 연구 범위를 구체화하겠습니다.</a:t>
            </a:r>
          </a:p>
          <a:p>
            <a:r>
              <a:rPr lang="ko-KR" altLang="ko-KR" dirty="0"/>
              <a:t>이상입니다.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A4D1BD-4094-4C00-90B1-CC48C5BE7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369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12E85-B4D7-CF69-D3D8-07BAB0A45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323C7C-A4DD-B784-17BE-82950210B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E3FE99-E09D-93C6-6FF1-B58268439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0CADF6-D64A-8C4E-E384-D72B3CF68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12EBBA-53B5-E5BF-E632-CCA7D01DA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355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54CD1-23AC-2732-15A2-55742488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8DB3A8-B149-8368-CD32-2BC9D0DDC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D02326-6107-96CE-C34C-02FA58889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9EF87E-B2AA-E9B5-F25D-1D85A3383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58C4ED-CF1D-E261-663C-B8793C3D9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392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62F568-2C90-972A-858A-8A0F87F63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92CBD3-2C61-9EF5-7E00-DCACD0AA9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D3F6E9-047A-EEB5-8FC6-4E4EC5271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DD9336-8451-E3ED-C7C1-758315FE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0674B3-B5FA-1093-A408-311FD6795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007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59FF2-3FB5-BAB2-A63A-DC954B956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16055C-FFF8-78E1-BA65-5E76CD3CE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2F4AB4-0E26-9B09-C9DF-1A01B3897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C35ED3-C870-BDAF-31C7-D8E0528D4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794AF5-B4BB-9E19-396B-79E28070D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751E05-89E6-5541-6CDA-B0031240E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47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307599-86BC-035D-65AE-56142602F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FE95EA-DC07-E61E-B26F-981D6359F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CA46FA-C1F4-3657-8EA5-17E1D4A0A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DCFFD1-ABCC-60A0-F179-E85FD2BE0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4EFE44-D274-F010-EC31-571F41AF2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BC54F3-9373-4F8B-5A71-E671B839A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BAE0C73-4274-4094-15DD-B7F04E9D2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7BBCCF9-26CE-186E-0A96-9A7F307B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635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1388A-FA2D-B74E-B02E-C0B686689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5FB4BD-FD86-4ADA-BE6E-DB29E0FB2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76405D-0187-D48A-DFD8-DC90009EE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3067F7-AD47-48BC-1232-A8A940F8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828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3BDB35C-508E-6BCE-C5E0-493F4406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BABC2B4-0F86-36F4-2F7C-7BA59C59C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BF9D0F-EDE0-183E-73BB-ADADC97AB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800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48ED61-853E-0214-94F5-97DE7122F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07EF3C-481E-96A5-1932-5ED0E52F6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F1B9B0-7D12-72FB-B1AD-EB635A8AA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C14860-7B50-F03D-A0DD-DF772E102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AF1E49-0015-C513-B335-4EF94F3A2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4EEE7E-AC2C-06D3-58B8-DB765086F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84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E199C-86E6-B769-5CC3-885FE9C32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F2111F3-90DF-6B55-947E-AD3EBF1F18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84A870-FA48-1EAE-ABA4-6FF490911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F9B68A-02EF-F0D7-F9DF-BB65423C0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753C0D-5D4B-F83F-8E43-7297A226F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F88229-5E60-8B9B-FD2D-DB836D3E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15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A93291-DC44-253C-D67F-62EE0F374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8FB284-CDD9-8F3A-F9C3-D01653A26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9052D9-C9E0-88C2-5CBD-1401C9EE9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C4588D-2E4D-896C-04E3-B66746C14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738CEF-7B37-7D93-C207-6EF7F4B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860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E56A05B-68C8-46C7-2626-18E9A74876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CF17A9-FE0A-6243-7186-51A13C37B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6BFBD-64DB-6026-9CBF-2DB362E61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1F702A-A76E-1C65-0971-1BA75B700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C04C18-0893-C867-F133-B619B662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88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819403-53DF-6604-2F26-99E19AD56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C860CA-87F4-06D3-0DF1-91E6937F0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47BEE7-752D-B995-E426-EB07FBE26B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E06D2-2A69-4E78-B74D-11F45FE9BC23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C53958-31A1-0D7B-75E9-ECDD8AC8F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2EE7CD-A15E-F2CC-3777-91CEEB31D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501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A92FA-518A-0B6D-16FB-CD7306E215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0091" y="1627762"/>
            <a:ext cx="9466662" cy="1260196"/>
          </a:xfrm>
        </p:spPr>
        <p:txBody>
          <a:bodyPr>
            <a:normAutofit/>
          </a:bodyPr>
          <a:lstStyle/>
          <a:p>
            <a:pPr algn="l"/>
            <a:r>
              <a:rPr lang="en-US" altLang="ko-KR" sz="4400" b="1" dirty="0"/>
              <a:t>Engram </a:t>
            </a:r>
            <a:r>
              <a:rPr lang="ko-KR" altLang="en-US" sz="4400" b="1" dirty="0"/>
              <a:t>조건부 메모리 분석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23DAA8-F9CB-F786-B098-04DDD37342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0092" y="4322135"/>
            <a:ext cx="2640418" cy="459599"/>
          </a:xfrm>
        </p:spPr>
        <p:txBody>
          <a:bodyPr/>
          <a:lstStyle/>
          <a:p>
            <a:r>
              <a:rPr lang="en-US" altLang="ko-KR" dirty="0"/>
              <a:t>20220300 </a:t>
            </a:r>
            <a:r>
              <a:rPr lang="ko-KR" altLang="en-US" dirty="0"/>
              <a:t>김종현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087AB0-D8D5-7543-BEEF-A82F9DA2BBE9}"/>
              </a:ext>
            </a:extLst>
          </p:cNvPr>
          <p:cNvSpPr txBox="1"/>
          <p:nvPr/>
        </p:nvSpPr>
        <p:spPr>
          <a:xfrm>
            <a:off x="10403457" y="6211019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2026-09-17</a:t>
            </a:r>
          </a:p>
        </p:txBody>
      </p:sp>
    </p:spTree>
    <p:extLst>
      <p:ext uri="{BB962C8B-B14F-4D97-AF65-F5344CB8AC3E}">
        <p14:creationId xmlns:p14="http://schemas.microsoft.com/office/powerpoint/2010/main" val="2937531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79DAF-772F-2876-1F59-FA07EEFA7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78E5D-C179-E5E5-01C2-F5C104F2A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90168"/>
            <a:ext cx="10515600" cy="3770044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주제를 선정한 이유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연구 질문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Engram </a:t>
            </a:r>
            <a:r>
              <a:rPr lang="ko-KR" altLang="en-US" dirty="0"/>
              <a:t>구조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기초실험 설계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구현 계획과 다음 단계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8936FC-1DB7-7421-7323-CCD407A1E8F2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-2-</a:t>
            </a:r>
          </a:p>
        </p:txBody>
      </p:sp>
    </p:spTree>
    <p:extLst>
      <p:ext uri="{BB962C8B-B14F-4D97-AF65-F5344CB8AC3E}">
        <p14:creationId xmlns:p14="http://schemas.microsoft.com/office/powerpoint/2010/main" val="3906222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1341F-A7EC-940E-37CE-5634066AB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E30848-31B8-52E0-3FE5-FB12BB1C95B0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-3-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7AB7FCA7-5DA8-57F0-7686-8D4C4A4D509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주제를 선정한 이유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4D5EF-CC5F-D404-F45F-93101AF0F0A0}"/>
              </a:ext>
            </a:extLst>
          </p:cNvPr>
          <p:cNvSpPr txBox="1"/>
          <p:nvPr/>
        </p:nvSpPr>
        <p:spPr>
          <a:xfrm>
            <a:off x="6294401" y="2166446"/>
            <a:ext cx="5059398" cy="2531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Deepseek</a:t>
            </a:r>
            <a:r>
              <a:rPr lang="ko-KR" altLang="en-US" dirty="0"/>
              <a:t>쪽에서 발표를 했던 </a:t>
            </a:r>
            <a:r>
              <a:rPr lang="en-US" altLang="ko-KR" dirty="0"/>
              <a:t>Engram</a:t>
            </a:r>
            <a:r>
              <a:rPr lang="ko-KR" altLang="en-US" dirty="0"/>
              <a:t>방식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이게 요즘 대세로 많이 쓰이게 되었다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Engram</a:t>
            </a:r>
            <a:r>
              <a:rPr lang="ko-KR" altLang="en-US" dirty="0"/>
              <a:t>이 얼마나 효율적인지 또한 적용되는</a:t>
            </a:r>
            <a:br>
              <a:rPr lang="en-US" altLang="ko-KR" dirty="0"/>
            </a:br>
            <a:r>
              <a:rPr lang="ko-KR" altLang="en-US" dirty="0"/>
              <a:t>방식을 바꾸면 개선이 되지 않을까</a:t>
            </a:r>
            <a:r>
              <a:rPr lang="en-US" altLang="ko-KR" dirty="0"/>
              <a:t>?</a:t>
            </a:r>
          </a:p>
        </p:txBody>
      </p:sp>
      <p:pic>
        <p:nvPicPr>
          <p:cNvPr id="4" name="그림 3" descr="The image illustrates a complex neural network architecture, detailing components such as Convolutional Neural Networks (CNN), Multi-Head Self-Attention (MoE), Scaled Dot Product, Linear and in-linear layers, attention mechanisms, concatenation processes, embedding layers for text, and transformer blocks, all connected in a hierarchical structure.&#10;&#10;AI 생성 콘텐츠는 정확하지 않을 수 있습니다.">
            <a:extLst>
              <a:ext uri="{FF2B5EF4-FFF2-40B4-BE49-F238E27FC236}">
                <a16:creationId xmlns:a16="http://schemas.microsoft.com/office/drawing/2014/main" id="{F77606EC-610E-558C-5FC8-07089777B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66446"/>
            <a:ext cx="4970855" cy="296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636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1A7-0CCE-2465-D2CB-7670D60CA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666544-D2C2-11FA-443F-A95FFE4008DD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-4-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793022FD-2DEC-EBB6-417D-50A86113122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무엇을 확인하고 싶은가</a:t>
            </a:r>
            <a:r>
              <a:rPr lang="en-US" altLang="ko-KR" sz="3200" b="1" dirty="0"/>
              <a:t>?</a:t>
            </a:r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E5FFF3-D644-6151-AD39-EA92715D02F1}"/>
              </a:ext>
            </a:extLst>
          </p:cNvPr>
          <p:cNvSpPr txBox="1"/>
          <p:nvPr/>
        </p:nvSpPr>
        <p:spPr>
          <a:xfrm>
            <a:off x="5485783" y="2370857"/>
            <a:ext cx="5917004" cy="2116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메모리 경로가 예측에 얼마나 기여하는가</a:t>
            </a:r>
            <a:r>
              <a:rPr lang="en-US" altLang="ko-KR" dirty="0"/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어떤 정보를 조회하는지도 중요한가</a:t>
            </a:r>
            <a:r>
              <a:rPr lang="en-US" altLang="ko-KR" dirty="0"/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활용 과정에서 비효율이 확인되면 개선할 수 있는가</a:t>
            </a:r>
            <a:r>
              <a:rPr lang="en-US" altLang="ko-KR" dirty="0"/>
              <a:t>?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F410931-08D9-37D0-97D5-513CA52E1463}"/>
              </a:ext>
            </a:extLst>
          </p:cNvPr>
          <p:cNvSpPr/>
          <p:nvPr/>
        </p:nvSpPr>
        <p:spPr>
          <a:xfrm>
            <a:off x="1668163" y="4130526"/>
            <a:ext cx="2606040" cy="713232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7DE773-5F64-58BB-34BC-B96638273318}"/>
              </a:ext>
            </a:extLst>
          </p:cNvPr>
          <p:cNvSpPr txBox="1"/>
          <p:nvPr/>
        </p:nvSpPr>
        <p:spPr>
          <a:xfrm>
            <a:off x="1713883" y="4130526"/>
            <a:ext cx="2514600" cy="7132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dirty="0">
                <a:solidFill>
                  <a:srgbClr val="111111"/>
                </a:solidFill>
                <a:latin typeface="Malgun Gothic"/>
                <a:ea typeface="Malgun Gothic"/>
              </a:rPr>
              <a:t>Transformer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B6B29D44-70EB-9E4A-6E07-AF665F86D6BE}"/>
              </a:ext>
            </a:extLst>
          </p:cNvPr>
          <p:cNvSpPr/>
          <p:nvPr/>
        </p:nvSpPr>
        <p:spPr>
          <a:xfrm>
            <a:off x="1668163" y="2141667"/>
            <a:ext cx="2606040" cy="731520"/>
          </a:xfrm>
          <a:prstGeom prst="rect">
            <a:avLst/>
          </a:prstGeom>
          <a:solidFill>
            <a:srgbClr val="FFFFFF"/>
          </a:solidFill>
          <a:ln w="17780">
            <a:solidFill>
              <a:srgbClr val="2D6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9B4999-0A73-69AE-66A6-288E08EF8011}"/>
              </a:ext>
            </a:extLst>
          </p:cNvPr>
          <p:cNvSpPr txBox="1"/>
          <p:nvPr/>
        </p:nvSpPr>
        <p:spPr>
          <a:xfrm>
            <a:off x="1713883" y="2141667"/>
            <a:ext cx="2514600" cy="7315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 err="1">
                <a:solidFill>
                  <a:srgbClr val="2D60D2"/>
                </a:solidFill>
                <a:latin typeface="Malgun Gothic"/>
                <a:ea typeface="Malgun Gothic"/>
              </a:rPr>
              <a:t>메모리</a:t>
            </a:r>
            <a:r>
              <a:rPr sz="2400" b="0" dirty="0">
                <a:solidFill>
                  <a:srgbClr val="2D60D2"/>
                </a:solidFill>
                <a:latin typeface="Malgun Gothic"/>
                <a:ea typeface="Malgun Gothic"/>
              </a:rPr>
              <a:t> </a:t>
            </a:r>
            <a:r>
              <a:rPr sz="2400" b="0" dirty="0" err="1">
                <a:solidFill>
                  <a:srgbClr val="2D60D2"/>
                </a:solidFill>
                <a:latin typeface="Malgun Gothic"/>
                <a:ea typeface="Malgun Gothic"/>
              </a:rPr>
              <a:t>조회</a:t>
            </a:r>
            <a:endParaRPr sz="2400" b="0" dirty="0">
              <a:solidFill>
                <a:srgbClr val="2D60D2"/>
              </a:solidFill>
              <a:latin typeface="Malgun Gothic"/>
              <a:ea typeface="Malgun Gothic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905526D-C9DA-0E6C-6ADE-B8B7B00D8685}"/>
              </a:ext>
            </a:extLst>
          </p:cNvPr>
          <p:cNvCxnSpPr>
            <a:cxnSpLocks/>
            <a:stCxn id="14" idx="2"/>
            <a:endCxn id="10" idx="0"/>
          </p:cNvCxnSpPr>
          <p:nvPr/>
        </p:nvCxnSpPr>
        <p:spPr>
          <a:xfrm>
            <a:off x="2971183" y="2873187"/>
            <a:ext cx="0" cy="1257339"/>
          </a:xfrm>
          <a:prstGeom prst="straightConnector1">
            <a:avLst/>
          </a:prstGeom>
          <a:ln w="19050" cap="flat" cmpd="sng" algn="ctr">
            <a:solidFill>
              <a:srgbClr val="2D60D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7405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60F1D-8C2F-CED0-5001-C32CDF39D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E54CA9-A2FE-80D0-0578-B03BABF70C8E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-5-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8C09042C-4897-C844-223F-11995FCF655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Engram</a:t>
            </a:r>
            <a:r>
              <a:rPr lang="ko-KR" altLang="en-US" sz="3200" b="1" dirty="0"/>
              <a:t>은 무엇인가</a:t>
            </a:r>
            <a:r>
              <a:rPr lang="en-US" altLang="ko-KR" sz="3200" b="1" dirty="0"/>
              <a:t>?</a:t>
            </a:r>
            <a:endParaRPr lang="ko-KR" altLang="en-US" sz="3200" b="1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CF07F83-48BD-6851-0D05-9C8C9917C683}"/>
              </a:ext>
            </a:extLst>
          </p:cNvPr>
          <p:cNvSpPr/>
          <p:nvPr/>
        </p:nvSpPr>
        <p:spPr>
          <a:xfrm>
            <a:off x="914400" y="1828800"/>
            <a:ext cx="1325880" cy="713232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1237F-4EA6-F6E1-473E-5B261DF4B93D}"/>
              </a:ext>
            </a:extLst>
          </p:cNvPr>
          <p:cNvSpPr txBox="1"/>
          <p:nvPr/>
        </p:nvSpPr>
        <p:spPr>
          <a:xfrm>
            <a:off x="960120" y="1828800"/>
            <a:ext cx="1234439" cy="7132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dirty="0" err="1">
                <a:solidFill>
                  <a:srgbClr val="111111"/>
                </a:solidFill>
                <a:latin typeface="Malgun Gothic"/>
                <a:ea typeface="Malgun Gothic"/>
              </a:rPr>
              <a:t>입력</a:t>
            </a:r>
            <a:endParaRPr sz="2300" b="0" dirty="0">
              <a:solidFill>
                <a:srgbClr val="111111"/>
              </a:solidFill>
              <a:latin typeface="Malgun Gothic"/>
              <a:ea typeface="Malgun Gothic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A9DD37C-6921-1852-8DD1-C77679C0C1A0}"/>
              </a:ext>
            </a:extLst>
          </p:cNvPr>
          <p:cNvSpPr/>
          <p:nvPr/>
        </p:nvSpPr>
        <p:spPr>
          <a:xfrm>
            <a:off x="3200400" y="1828800"/>
            <a:ext cx="2606040" cy="713232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945A0-5CA0-3685-7E0A-EB2DD522C62A}"/>
              </a:ext>
            </a:extLst>
          </p:cNvPr>
          <p:cNvSpPr txBox="1"/>
          <p:nvPr/>
        </p:nvSpPr>
        <p:spPr>
          <a:xfrm>
            <a:off x="3246120" y="1828800"/>
            <a:ext cx="2514600" cy="7132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dirty="0">
                <a:solidFill>
                  <a:srgbClr val="111111"/>
                </a:solidFill>
                <a:latin typeface="Malgun Gothic"/>
                <a:ea typeface="Malgun Gothic"/>
              </a:rPr>
              <a:t>Transformer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EB9408C-FF10-0E5E-8F03-1A68E69A22DE}"/>
              </a:ext>
            </a:extLst>
          </p:cNvPr>
          <p:cNvSpPr/>
          <p:nvPr/>
        </p:nvSpPr>
        <p:spPr>
          <a:xfrm>
            <a:off x="8229600" y="1956816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10D511-99E3-E752-7D92-3DBC766E9BEE}"/>
              </a:ext>
            </a:extLst>
          </p:cNvPr>
          <p:cNvSpPr txBox="1"/>
          <p:nvPr/>
        </p:nvSpPr>
        <p:spPr>
          <a:xfrm>
            <a:off x="8229600" y="1911096"/>
            <a:ext cx="457200" cy="4572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dirty="0">
                <a:solidFill>
                  <a:srgbClr val="111111"/>
                </a:solidFill>
                <a:latin typeface="Malgun Gothic"/>
                <a:ea typeface="Malgun Gothic"/>
              </a:rPr>
              <a:t>+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43655785-2D6E-0628-B16F-A37EE6CEE9AF}"/>
              </a:ext>
            </a:extLst>
          </p:cNvPr>
          <p:cNvSpPr/>
          <p:nvPr/>
        </p:nvSpPr>
        <p:spPr>
          <a:xfrm>
            <a:off x="9646920" y="1828800"/>
            <a:ext cx="1600200" cy="713232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E982EA-F809-6650-379D-E4AF8449EDE7}"/>
              </a:ext>
            </a:extLst>
          </p:cNvPr>
          <p:cNvSpPr txBox="1"/>
          <p:nvPr/>
        </p:nvSpPr>
        <p:spPr>
          <a:xfrm>
            <a:off x="9692640" y="1828800"/>
            <a:ext cx="1508760" cy="7132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11111"/>
                </a:solidFill>
                <a:latin typeface="Malgun Gothic"/>
                <a:ea typeface="Malgun Gothic"/>
              </a:rPr>
              <a:t>예측</a:t>
            </a:r>
          </a:p>
        </p:txBody>
      </p:sp>
      <p:cxnSp>
        <p:nvCxnSpPr>
          <p:cNvPr id="13" name="Connector 11">
            <a:extLst>
              <a:ext uri="{FF2B5EF4-FFF2-40B4-BE49-F238E27FC236}">
                <a16:creationId xmlns:a16="http://schemas.microsoft.com/office/drawing/2014/main" id="{B323F819-36B8-178A-1E02-E0AC4AF485D5}"/>
              </a:ext>
            </a:extLst>
          </p:cNvPr>
          <p:cNvCxnSpPr/>
          <p:nvPr/>
        </p:nvCxnSpPr>
        <p:spPr>
          <a:xfrm>
            <a:off x="2240280" y="2185416"/>
            <a:ext cx="960120" cy="0"/>
          </a:xfrm>
          <a:prstGeom prst="line">
            <a:avLst/>
          </a:prstGeom>
          <a:ln w="2286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2">
            <a:extLst>
              <a:ext uri="{FF2B5EF4-FFF2-40B4-BE49-F238E27FC236}">
                <a16:creationId xmlns:a16="http://schemas.microsoft.com/office/drawing/2014/main" id="{7F8829F2-398A-D053-EB6B-0531BE49487E}"/>
              </a:ext>
            </a:extLst>
          </p:cNvPr>
          <p:cNvCxnSpPr/>
          <p:nvPr/>
        </p:nvCxnSpPr>
        <p:spPr>
          <a:xfrm>
            <a:off x="5806440" y="2185416"/>
            <a:ext cx="2423160" cy="0"/>
          </a:xfrm>
          <a:prstGeom prst="line">
            <a:avLst/>
          </a:prstGeom>
          <a:ln w="2286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3">
            <a:extLst>
              <a:ext uri="{FF2B5EF4-FFF2-40B4-BE49-F238E27FC236}">
                <a16:creationId xmlns:a16="http://schemas.microsoft.com/office/drawing/2014/main" id="{5A124213-A07C-BBF8-7B77-38A8C17985C5}"/>
              </a:ext>
            </a:extLst>
          </p:cNvPr>
          <p:cNvCxnSpPr/>
          <p:nvPr/>
        </p:nvCxnSpPr>
        <p:spPr>
          <a:xfrm>
            <a:off x="8686800" y="2185416"/>
            <a:ext cx="960120" cy="0"/>
          </a:xfrm>
          <a:prstGeom prst="line">
            <a:avLst/>
          </a:prstGeom>
          <a:ln w="2286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4">
            <a:extLst>
              <a:ext uri="{FF2B5EF4-FFF2-40B4-BE49-F238E27FC236}">
                <a16:creationId xmlns:a16="http://schemas.microsoft.com/office/drawing/2014/main" id="{F2F00F1E-C829-8FF7-0A7A-1BDD26AD300E}"/>
              </a:ext>
            </a:extLst>
          </p:cNvPr>
          <p:cNvSpPr/>
          <p:nvPr/>
        </p:nvSpPr>
        <p:spPr>
          <a:xfrm>
            <a:off x="3200400" y="3474720"/>
            <a:ext cx="2606040" cy="731520"/>
          </a:xfrm>
          <a:prstGeom prst="rect">
            <a:avLst/>
          </a:prstGeom>
          <a:solidFill>
            <a:srgbClr val="FFFFFF"/>
          </a:solidFill>
          <a:ln w="17780">
            <a:solidFill>
              <a:srgbClr val="2D6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6097D6-1F3A-1D82-2B30-1B1EEC109937}"/>
              </a:ext>
            </a:extLst>
          </p:cNvPr>
          <p:cNvSpPr txBox="1"/>
          <p:nvPr/>
        </p:nvSpPr>
        <p:spPr>
          <a:xfrm>
            <a:off x="3246120" y="3474720"/>
            <a:ext cx="2514600" cy="7315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 err="1">
                <a:solidFill>
                  <a:srgbClr val="2D60D2"/>
                </a:solidFill>
                <a:latin typeface="Malgun Gothic"/>
                <a:ea typeface="Malgun Gothic"/>
              </a:rPr>
              <a:t>메모리</a:t>
            </a:r>
            <a:r>
              <a:rPr sz="2400" b="0" dirty="0">
                <a:solidFill>
                  <a:srgbClr val="2D60D2"/>
                </a:solidFill>
                <a:latin typeface="Malgun Gothic"/>
                <a:ea typeface="Malgun Gothic"/>
              </a:rPr>
              <a:t> </a:t>
            </a:r>
            <a:r>
              <a:rPr sz="2400" b="0" dirty="0" err="1">
                <a:solidFill>
                  <a:srgbClr val="2D60D2"/>
                </a:solidFill>
                <a:latin typeface="Malgun Gothic"/>
                <a:ea typeface="Malgun Gothic"/>
              </a:rPr>
              <a:t>조회</a:t>
            </a:r>
            <a:endParaRPr sz="2400" b="0" dirty="0">
              <a:solidFill>
                <a:srgbClr val="2D60D2"/>
              </a:solidFill>
              <a:latin typeface="Malgun Gothic"/>
              <a:ea typeface="Malgun Gothic"/>
            </a:endParaRP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E8F2AA31-E8D9-D401-BADE-1CC6E6FFE58E}"/>
              </a:ext>
            </a:extLst>
          </p:cNvPr>
          <p:cNvSpPr/>
          <p:nvPr/>
        </p:nvSpPr>
        <p:spPr>
          <a:xfrm>
            <a:off x="6355080" y="3474720"/>
            <a:ext cx="1600200" cy="731520"/>
          </a:xfrm>
          <a:prstGeom prst="rect">
            <a:avLst/>
          </a:prstGeom>
          <a:solidFill>
            <a:srgbClr val="FFFFFF"/>
          </a:solidFill>
          <a:ln w="17780">
            <a:solidFill>
              <a:srgbClr val="2D6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189049-BD5E-4861-FC7A-70752721EA17}"/>
              </a:ext>
            </a:extLst>
          </p:cNvPr>
          <p:cNvSpPr txBox="1"/>
          <p:nvPr/>
        </p:nvSpPr>
        <p:spPr>
          <a:xfrm>
            <a:off x="6400800" y="3474720"/>
            <a:ext cx="1508760" cy="7315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dirty="0" err="1">
                <a:solidFill>
                  <a:srgbClr val="2D60D2"/>
                </a:solidFill>
                <a:latin typeface="Malgun Gothic"/>
                <a:ea typeface="Malgun Gothic"/>
              </a:rPr>
              <a:t>반영</a:t>
            </a:r>
            <a:r>
              <a:rPr sz="2300" b="0" dirty="0">
                <a:solidFill>
                  <a:srgbClr val="2D60D2"/>
                </a:solidFill>
                <a:latin typeface="Malgun Gothic"/>
                <a:ea typeface="Malgun Gothic"/>
              </a:rPr>
              <a:t> </a:t>
            </a:r>
            <a:r>
              <a:rPr sz="2300" b="0" dirty="0" err="1">
                <a:solidFill>
                  <a:srgbClr val="2D60D2"/>
                </a:solidFill>
                <a:latin typeface="Malgun Gothic"/>
                <a:ea typeface="Malgun Gothic"/>
              </a:rPr>
              <a:t>조절</a:t>
            </a:r>
            <a:endParaRPr sz="2300" b="0" dirty="0">
              <a:solidFill>
                <a:srgbClr val="2D60D2"/>
              </a:solidFill>
              <a:latin typeface="Malgun Gothic"/>
              <a:ea typeface="Malgun Gothic"/>
            </a:endParaRPr>
          </a:p>
        </p:txBody>
      </p:sp>
      <p:cxnSp>
        <p:nvCxnSpPr>
          <p:cNvPr id="20" name="Connector 18">
            <a:extLst>
              <a:ext uri="{FF2B5EF4-FFF2-40B4-BE49-F238E27FC236}">
                <a16:creationId xmlns:a16="http://schemas.microsoft.com/office/drawing/2014/main" id="{D2D1095E-CBB0-D9D5-C08C-0BB3D1DBB64C}"/>
              </a:ext>
            </a:extLst>
          </p:cNvPr>
          <p:cNvCxnSpPr/>
          <p:nvPr/>
        </p:nvCxnSpPr>
        <p:spPr>
          <a:xfrm>
            <a:off x="1577340" y="2542032"/>
            <a:ext cx="0" cy="1298448"/>
          </a:xfrm>
          <a:prstGeom prst="line">
            <a:avLst/>
          </a:prstGeom>
          <a:ln w="22860">
            <a:solidFill>
              <a:srgbClr val="2D60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19">
            <a:extLst>
              <a:ext uri="{FF2B5EF4-FFF2-40B4-BE49-F238E27FC236}">
                <a16:creationId xmlns:a16="http://schemas.microsoft.com/office/drawing/2014/main" id="{FFD0D68B-C510-6A4B-5DF9-02EE70B59070}"/>
              </a:ext>
            </a:extLst>
          </p:cNvPr>
          <p:cNvCxnSpPr/>
          <p:nvPr/>
        </p:nvCxnSpPr>
        <p:spPr>
          <a:xfrm>
            <a:off x="1577340" y="3840480"/>
            <a:ext cx="1623060" cy="0"/>
          </a:xfrm>
          <a:prstGeom prst="line">
            <a:avLst/>
          </a:prstGeom>
          <a:ln w="22860">
            <a:solidFill>
              <a:srgbClr val="2D60D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0">
            <a:extLst>
              <a:ext uri="{FF2B5EF4-FFF2-40B4-BE49-F238E27FC236}">
                <a16:creationId xmlns:a16="http://schemas.microsoft.com/office/drawing/2014/main" id="{2D67E832-090D-77FB-B466-089BE55D39E0}"/>
              </a:ext>
            </a:extLst>
          </p:cNvPr>
          <p:cNvCxnSpPr/>
          <p:nvPr/>
        </p:nvCxnSpPr>
        <p:spPr>
          <a:xfrm>
            <a:off x="5806440" y="3840480"/>
            <a:ext cx="548640" cy="0"/>
          </a:xfrm>
          <a:prstGeom prst="line">
            <a:avLst/>
          </a:prstGeom>
          <a:ln w="22860">
            <a:solidFill>
              <a:srgbClr val="2D60D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1">
            <a:extLst>
              <a:ext uri="{FF2B5EF4-FFF2-40B4-BE49-F238E27FC236}">
                <a16:creationId xmlns:a16="http://schemas.microsoft.com/office/drawing/2014/main" id="{CB748FAE-0675-9F82-434F-D77480609AC7}"/>
              </a:ext>
            </a:extLst>
          </p:cNvPr>
          <p:cNvCxnSpPr/>
          <p:nvPr/>
        </p:nvCxnSpPr>
        <p:spPr>
          <a:xfrm>
            <a:off x="7955279" y="3840480"/>
            <a:ext cx="502921" cy="0"/>
          </a:xfrm>
          <a:prstGeom prst="line">
            <a:avLst/>
          </a:prstGeom>
          <a:ln w="22860">
            <a:solidFill>
              <a:srgbClr val="2D60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2">
            <a:extLst>
              <a:ext uri="{FF2B5EF4-FFF2-40B4-BE49-F238E27FC236}">
                <a16:creationId xmlns:a16="http://schemas.microsoft.com/office/drawing/2014/main" id="{32B447EC-A631-F6E4-3743-8E8157A176AD}"/>
              </a:ext>
            </a:extLst>
          </p:cNvPr>
          <p:cNvCxnSpPr/>
          <p:nvPr/>
        </p:nvCxnSpPr>
        <p:spPr>
          <a:xfrm flipV="1">
            <a:off x="8458200" y="2414016"/>
            <a:ext cx="0" cy="1426464"/>
          </a:xfrm>
          <a:prstGeom prst="line">
            <a:avLst/>
          </a:prstGeom>
          <a:ln w="22860">
            <a:solidFill>
              <a:srgbClr val="2D60D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DFCE6E4-7BC2-3C82-B106-F444FD2F0D50}"/>
              </a:ext>
            </a:extLst>
          </p:cNvPr>
          <p:cNvSpPr txBox="1"/>
          <p:nvPr/>
        </p:nvSpPr>
        <p:spPr>
          <a:xfrm>
            <a:off x="3667839" y="4663207"/>
            <a:ext cx="4185761" cy="16829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토큰 조합으로 메모리 조회</a:t>
            </a:r>
            <a:endParaRPr lang="en-US" altLang="ko-KR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현재 문맥에 맞게 반영</a:t>
            </a:r>
            <a:endParaRPr lang="en-US" altLang="ko-KR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Transformer</a:t>
            </a:r>
            <a:r>
              <a:rPr lang="ko-KR" altLang="en-US" sz="2400" dirty="0"/>
              <a:t> 표현에 결합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326969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C8C12-6090-B61B-3BF7-755448A94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BB317B-6B13-6725-A635-1DDDF80DB6CA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-6-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736CD4D3-8072-7BDF-0211-C30E40E8686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Engram</a:t>
            </a:r>
            <a:r>
              <a:rPr lang="ko-KR" altLang="en-US" sz="3200" b="1" dirty="0"/>
              <a:t>은 무엇인가</a:t>
            </a:r>
            <a:r>
              <a:rPr lang="en-US" altLang="ko-KR" sz="3200" b="1" dirty="0"/>
              <a:t>?</a:t>
            </a:r>
            <a:endParaRPr lang="ko-KR" altLang="en-US" sz="3200" b="1" dirty="0"/>
          </a:p>
        </p:txBody>
      </p:sp>
      <p:pic>
        <p:nvPicPr>
          <p:cNvPr id="25" name="그림 24" descr="The diagram illustrates two configurations of an Engram-integrated Transformer Block: (a) depicts the training phase with on-device computation and communication, while (b) shows the inference phase with on-host execution.&#10;&#10;AI 생성 콘텐츠는 정확하지 않을 수 있습니다.">
            <a:extLst>
              <a:ext uri="{FF2B5EF4-FFF2-40B4-BE49-F238E27FC236}">
                <a16:creationId xmlns:a16="http://schemas.microsoft.com/office/drawing/2014/main" id="{745B0602-24DE-402D-E81D-A50A78D7C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995" y="1210055"/>
            <a:ext cx="7460010" cy="443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610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188EB-B53F-6669-9376-E8F3E3D30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091BCC-ED9B-7B1C-B8A0-F474D3EECAEC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-7-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23D0D161-D7F0-3F84-F5BE-D7646D0805A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메모리는 어떻게 조회하는가</a:t>
            </a:r>
            <a:r>
              <a:rPr lang="en-US" altLang="ko-KR" sz="3200" b="1" dirty="0"/>
              <a:t>?</a:t>
            </a:r>
            <a:endParaRPr lang="ko-KR" altLang="en-US" sz="3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C7F876-AB79-8D9D-CA8B-3A0B450B2086}"/>
              </a:ext>
            </a:extLst>
          </p:cNvPr>
          <p:cNvSpPr txBox="1"/>
          <p:nvPr/>
        </p:nvSpPr>
        <p:spPr>
          <a:xfrm>
            <a:off x="914400" y="2327815"/>
            <a:ext cx="1599797" cy="49244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3200" b="0" dirty="0">
                <a:solidFill>
                  <a:srgbClr val="2D60D2"/>
                </a:solidFill>
                <a:latin typeface="Malgun Gothic"/>
                <a:ea typeface="Malgun Gothic"/>
              </a:rPr>
              <a:t>[t₂, t₃</a:t>
            </a:r>
            <a:r>
              <a:rPr lang="en-US" sz="3200" b="0" dirty="0">
                <a:solidFill>
                  <a:srgbClr val="2D60D2"/>
                </a:solidFill>
                <a:latin typeface="Malgun Gothic"/>
                <a:ea typeface="Malgun Gothic"/>
              </a:rPr>
              <a:t>, </a:t>
            </a:r>
            <a:r>
              <a:rPr lang="en-US" altLang="ko-KR" sz="3200" dirty="0">
                <a:solidFill>
                  <a:srgbClr val="2D60D2"/>
                </a:solidFill>
                <a:latin typeface="Malgun Gothic"/>
                <a:ea typeface="Malgun Gothic"/>
              </a:rPr>
              <a:t>t</a:t>
            </a:r>
            <a:r>
              <a:rPr lang="en-US" altLang="ko-KR" dirty="0">
                <a:solidFill>
                  <a:srgbClr val="2D60D2"/>
                </a:solidFill>
                <a:latin typeface="Malgun Gothic"/>
                <a:ea typeface="Malgun Gothic"/>
              </a:rPr>
              <a:t>4</a:t>
            </a:r>
            <a:r>
              <a:rPr sz="3200" b="0" dirty="0">
                <a:solidFill>
                  <a:srgbClr val="2D60D2"/>
                </a:solidFill>
                <a:latin typeface="Malgun Gothic"/>
                <a:ea typeface="Malgun Gothic"/>
              </a:rPr>
              <a:t>]</a:t>
            </a:r>
          </a:p>
        </p:txBody>
      </p:sp>
      <p:cxnSp>
        <p:nvCxnSpPr>
          <p:cNvPr id="4" name="Connector 6">
            <a:extLst>
              <a:ext uri="{FF2B5EF4-FFF2-40B4-BE49-F238E27FC236}">
                <a16:creationId xmlns:a16="http://schemas.microsoft.com/office/drawing/2014/main" id="{F20271F8-9E8A-8ACB-5E96-72ADAA2CF484}"/>
              </a:ext>
            </a:extLst>
          </p:cNvPr>
          <p:cNvCxnSpPr/>
          <p:nvPr/>
        </p:nvCxnSpPr>
        <p:spPr>
          <a:xfrm>
            <a:off x="2880360" y="2587752"/>
            <a:ext cx="594360" cy="0"/>
          </a:xfrm>
          <a:prstGeom prst="line">
            <a:avLst/>
          </a:prstGeom>
          <a:ln w="25400">
            <a:solidFill>
              <a:srgbClr val="2D60D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9">
            <a:extLst>
              <a:ext uri="{FF2B5EF4-FFF2-40B4-BE49-F238E27FC236}">
                <a16:creationId xmlns:a16="http://schemas.microsoft.com/office/drawing/2014/main" id="{FCA062AE-9B35-AA43-D3B8-F033D85CDD7D}"/>
              </a:ext>
            </a:extLst>
          </p:cNvPr>
          <p:cNvCxnSpPr/>
          <p:nvPr/>
        </p:nvCxnSpPr>
        <p:spPr>
          <a:xfrm>
            <a:off x="4846320" y="2587752"/>
            <a:ext cx="1783080" cy="0"/>
          </a:xfrm>
          <a:prstGeom prst="line">
            <a:avLst/>
          </a:prstGeom>
          <a:ln w="25400">
            <a:solidFill>
              <a:srgbClr val="2D60D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12">
            <a:extLst>
              <a:ext uri="{FF2B5EF4-FFF2-40B4-BE49-F238E27FC236}">
                <a16:creationId xmlns:a16="http://schemas.microsoft.com/office/drawing/2014/main" id="{0051E3B6-4B23-C52E-ADA6-3BAEE5256F57}"/>
              </a:ext>
            </a:extLst>
          </p:cNvPr>
          <p:cNvSpPr/>
          <p:nvPr/>
        </p:nvSpPr>
        <p:spPr>
          <a:xfrm>
            <a:off x="6720840" y="2221992"/>
            <a:ext cx="4572000" cy="731520"/>
          </a:xfrm>
          <a:prstGeom prst="rect">
            <a:avLst/>
          </a:prstGeom>
          <a:solidFill>
            <a:srgbClr val="E9EFFB"/>
          </a:solidFill>
          <a:ln w="19050">
            <a:solidFill>
              <a:srgbClr val="2D6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37260A-9AEE-D7F3-CA0C-F8C28FB69FDD}"/>
              </a:ext>
            </a:extLst>
          </p:cNvPr>
          <p:cNvSpPr txBox="1"/>
          <p:nvPr/>
        </p:nvSpPr>
        <p:spPr>
          <a:xfrm>
            <a:off x="6839712" y="2221992"/>
            <a:ext cx="4334256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0">
                <a:solidFill>
                  <a:srgbClr val="2D60D2"/>
                </a:solidFill>
                <a:latin typeface="Malgun Gothic"/>
                <a:ea typeface="Malgun Gothic"/>
              </a:rPr>
              <a:t>[0.12, −0.44, 0.31, …]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FAA2C145-05C8-B55E-31A4-0B5960073145}"/>
              </a:ext>
            </a:extLst>
          </p:cNvPr>
          <p:cNvSpPr/>
          <p:nvPr/>
        </p:nvSpPr>
        <p:spPr>
          <a:xfrm>
            <a:off x="3547872" y="2221992"/>
            <a:ext cx="1298448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2D6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8029CC-2CCC-740B-9BDA-17F6F106DDD5}"/>
              </a:ext>
            </a:extLst>
          </p:cNvPr>
          <p:cNvSpPr txBox="1"/>
          <p:nvPr/>
        </p:nvSpPr>
        <p:spPr>
          <a:xfrm>
            <a:off x="3547872" y="2221992"/>
            <a:ext cx="1298448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>
                <a:solidFill>
                  <a:srgbClr val="2D60D2"/>
                </a:solidFill>
                <a:latin typeface="Malgun Gothic"/>
                <a:ea typeface="Malgun Gothic"/>
              </a:rPr>
              <a:t>해시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10B61C-5CF6-EAFE-24C1-D0265FFC2FAA}"/>
              </a:ext>
            </a:extLst>
          </p:cNvPr>
          <p:cNvSpPr txBox="1"/>
          <p:nvPr/>
        </p:nvSpPr>
        <p:spPr>
          <a:xfrm>
            <a:off x="5031027" y="1892694"/>
            <a:ext cx="1441100" cy="33855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 dirty="0" err="1">
                <a:solidFill>
                  <a:srgbClr val="2D60D2"/>
                </a:solidFill>
                <a:latin typeface="Malgun Gothic"/>
                <a:ea typeface="Malgun Gothic"/>
              </a:rPr>
              <a:t>주소</a:t>
            </a:r>
            <a:r>
              <a:rPr sz="2200" b="0" dirty="0">
                <a:solidFill>
                  <a:srgbClr val="2D60D2"/>
                </a:solidFill>
                <a:latin typeface="Malgun Gothic"/>
                <a:ea typeface="Malgun Gothic"/>
              </a:rPr>
              <a:t> </a:t>
            </a:r>
            <a:r>
              <a:rPr lang="en-US" sz="2200" b="0" dirty="0">
                <a:solidFill>
                  <a:srgbClr val="2D60D2"/>
                </a:solidFill>
                <a:latin typeface="Malgun Gothic"/>
                <a:ea typeface="Malgun Gothic"/>
              </a:rPr>
              <a:t>12345</a:t>
            </a:r>
            <a:endParaRPr sz="2200" b="0" dirty="0">
              <a:solidFill>
                <a:srgbClr val="2D60D2"/>
              </a:solidFill>
              <a:latin typeface="Malgun Gothic"/>
              <a:ea typeface="Malgun Gothic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85C5D1-2467-1B92-2A85-51DC6A1DD71F}"/>
              </a:ext>
            </a:extLst>
          </p:cNvPr>
          <p:cNvSpPr txBox="1"/>
          <p:nvPr/>
        </p:nvSpPr>
        <p:spPr>
          <a:xfrm>
            <a:off x="1119423" y="185266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토큰 조합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C04702-E71D-0585-AF7C-58F4B4A4166F}"/>
              </a:ext>
            </a:extLst>
          </p:cNvPr>
          <p:cNvSpPr txBox="1"/>
          <p:nvPr/>
        </p:nvSpPr>
        <p:spPr>
          <a:xfrm>
            <a:off x="8181133" y="1441896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메모리 테이블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048ED8-A010-199D-8D8F-3E11AF4FDD2B}"/>
              </a:ext>
            </a:extLst>
          </p:cNvPr>
          <p:cNvSpPr txBox="1"/>
          <p:nvPr/>
        </p:nvSpPr>
        <p:spPr>
          <a:xfrm>
            <a:off x="2309172" y="3904489"/>
            <a:ext cx="7568097" cy="16829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각 주소에는 학습 가능한 벡터들이 저장된다 </a:t>
            </a:r>
            <a:endParaRPr lang="en-US" altLang="ko-KR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다음 토큰 예측 오차를 통해 벡터를 학습하게 된다</a:t>
            </a:r>
            <a:r>
              <a:rPr lang="en-US" altLang="ko-KR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09145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078CD-0891-DDD9-DF47-52BF7CA75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A55726-94C0-5455-57BA-4832F6CDD22D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-8-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6353CA6A-12B3-6B8A-8309-343568E02E9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여기에서 해시가 사용되는 이유</a:t>
            </a:r>
          </a:p>
        </p:txBody>
      </p:sp>
      <p:pic>
        <p:nvPicPr>
          <p:cNvPr id="6" name="그림 5" descr="The image illustrates the concept of hashing, where a key is compared to entries in a table through mathematical operations to determine the direct location of the record.&#10;&#10;AI 생성 콘텐츠는 정확하지 않을 수 있습니다.">
            <a:extLst>
              <a:ext uri="{FF2B5EF4-FFF2-40B4-BE49-F238E27FC236}">
                <a16:creationId xmlns:a16="http://schemas.microsoft.com/office/drawing/2014/main" id="{A17C4790-7C2D-EE4B-19BF-7E73F30AE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27913"/>
            <a:ext cx="4676408" cy="34832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1206FA-9311-E6E3-75D8-0909ACB1DEE7}"/>
              </a:ext>
            </a:extLst>
          </p:cNvPr>
          <p:cNvSpPr txBox="1"/>
          <p:nvPr/>
        </p:nvSpPr>
        <p:spPr>
          <a:xfrm>
            <a:off x="6267325" y="2088123"/>
            <a:ext cx="4493538" cy="3362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해시 테이블에는 벡터가 저장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토큰을 기반으로 해시 주소를 추출하고</a:t>
            </a:r>
            <a:br>
              <a:rPr lang="en-US" altLang="ko-KR" dirty="0"/>
            </a:br>
            <a:r>
              <a:rPr lang="ko-KR" altLang="en-US" dirty="0"/>
              <a:t>해당 벡터를 학습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다만 수업에서 들은 해시와는 다르게 </a:t>
            </a:r>
            <a:br>
              <a:rPr lang="en-US" altLang="ko-KR" dirty="0"/>
            </a:br>
            <a:r>
              <a:rPr lang="ko-KR" altLang="en-US" dirty="0"/>
              <a:t>독립적인 여러 해시 헤드를 사용하여 </a:t>
            </a:r>
            <a:br>
              <a:rPr lang="en-US" altLang="ko-KR" dirty="0"/>
            </a:br>
            <a:r>
              <a:rPr lang="ko-KR" altLang="en-US" dirty="0"/>
              <a:t>충돌이</a:t>
            </a:r>
            <a:r>
              <a:rPr lang="en-US" altLang="ko-KR" dirty="0"/>
              <a:t> </a:t>
            </a:r>
            <a:r>
              <a:rPr lang="ko-KR" altLang="en-US" dirty="0"/>
              <a:t>발생해도 사용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37643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BF364-0A46-571A-5853-CBF69A4D1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9F9350-F0EC-3BE1-D4A6-D6D3A81E9347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-9-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B65ABB92-825F-B704-D47A-E6F9B21849D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여기에서 해시가 사용되는 이유</a:t>
            </a:r>
          </a:p>
        </p:txBody>
      </p:sp>
      <p:pic>
        <p:nvPicPr>
          <p:cNvPr id="10" name="그림 9" descr="The image is a text representation of a hash table, detailing a hashing process, probing for empty spaces, and clustering effects, with specific key values and their positions within the table.&#10;&#10;AI 생성 콘텐츠는 정확하지 않을 수 있습니다.">
            <a:extLst>
              <a:ext uri="{FF2B5EF4-FFF2-40B4-BE49-F238E27FC236}">
                <a16:creationId xmlns:a16="http://schemas.microsoft.com/office/drawing/2014/main" id="{5BED5745-3B49-58F4-0F2A-EFD9C96FB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89388"/>
            <a:ext cx="4691735" cy="35217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786C691-665B-E44A-E302-ECEA9ED4DFB3}"/>
              </a:ext>
            </a:extLst>
          </p:cNvPr>
          <p:cNvSpPr txBox="1"/>
          <p:nvPr/>
        </p:nvSpPr>
        <p:spPr>
          <a:xfrm>
            <a:off x="6267325" y="2088123"/>
            <a:ext cx="4575291" cy="3362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해시 테이블에는 벡터가 저장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토큰을 기반으로 해시 주소를 추출하고</a:t>
            </a:r>
            <a:br>
              <a:rPr lang="en-US" altLang="ko-KR" dirty="0"/>
            </a:br>
            <a:r>
              <a:rPr lang="ko-KR" altLang="en-US" dirty="0"/>
              <a:t>해당 벡터를 학습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다만 수업에서 들은 해시와는 다르게 </a:t>
            </a:r>
            <a:br>
              <a:rPr lang="en-US" altLang="ko-KR" dirty="0"/>
            </a:br>
            <a:r>
              <a:rPr lang="ko-KR" altLang="en-US" dirty="0"/>
              <a:t>독립적인 여러 해시 헤드를 사용하여 </a:t>
            </a:r>
            <a:br>
              <a:rPr lang="en-US" altLang="ko-KR" dirty="0"/>
            </a:br>
            <a:r>
              <a:rPr lang="ko-KR" altLang="en-US" dirty="0"/>
              <a:t>충돌이</a:t>
            </a:r>
            <a:r>
              <a:rPr lang="en-US" altLang="ko-KR" dirty="0"/>
              <a:t> </a:t>
            </a:r>
            <a:r>
              <a:rPr lang="ko-KR" altLang="en-US" dirty="0"/>
              <a:t>발생해도 사용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99292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F0392-3893-7B2B-C331-67BAFE9D8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4">
            <a:extLst>
              <a:ext uri="{FF2B5EF4-FFF2-40B4-BE49-F238E27FC236}">
                <a16:creationId xmlns:a16="http://schemas.microsoft.com/office/drawing/2014/main" id="{725274FC-CBD4-5FE4-043B-B72185931E6C}"/>
              </a:ext>
            </a:extLst>
          </p:cNvPr>
          <p:cNvSpPr/>
          <p:nvPr/>
        </p:nvSpPr>
        <p:spPr>
          <a:xfrm>
            <a:off x="411479" y="2765874"/>
            <a:ext cx="2606040" cy="731520"/>
          </a:xfrm>
          <a:prstGeom prst="rect">
            <a:avLst/>
          </a:prstGeom>
          <a:solidFill>
            <a:srgbClr val="FFFFFF"/>
          </a:solidFill>
          <a:ln w="17780">
            <a:solidFill>
              <a:srgbClr val="2D6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2FFD06CA-F691-5110-A11B-DD219670FAFE}"/>
              </a:ext>
            </a:extLst>
          </p:cNvPr>
          <p:cNvSpPr/>
          <p:nvPr/>
        </p:nvSpPr>
        <p:spPr>
          <a:xfrm>
            <a:off x="411479" y="1755648"/>
            <a:ext cx="2606040" cy="713232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07EFA3-26DD-072D-5006-C68DA69BD00D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-10-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E4C32D97-4045-30E0-1389-0D74FA6BA13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얼마나 반영할 것인가</a:t>
            </a:r>
            <a:r>
              <a:rPr lang="en-US" altLang="ko-KR" sz="3200" b="1" dirty="0"/>
              <a:t>?</a:t>
            </a:r>
            <a:endParaRPr lang="ko-KR" altLang="en-US" sz="3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444A37-F609-C4C6-2E2F-D72474192ED8}"/>
              </a:ext>
            </a:extLst>
          </p:cNvPr>
          <p:cNvSpPr txBox="1"/>
          <p:nvPr/>
        </p:nvSpPr>
        <p:spPr>
          <a:xfrm>
            <a:off x="502919" y="1842577"/>
            <a:ext cx="2423160" cy="5486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dirty="0" err="1">
                <a:solidFill>
                  <a:srgbClr val="111111"/>
                </a:solidFill>
                <a:latin typeface="Malgun Gothic"/>
                <a:ea typeface="Malgun Gothic"/>
              </a:rPr>
              <a:t>현재</a:t>
            </a:r>
            <a:r>
              <a:rPr sz="2700" b="0" dirty="0">
                <a:solidFill>
                  <a:srgbClr val="111111"/>
                </a:solidFill>
                <a:latin typeface="Malgun Gothic"/>
                <a:ea typeface="Malgun Gothic"/>
              </a:rPr>
              <a:t> </a:t>
            </a:r>
            <a:r>
              <a:rPr sz="2700" b="0" dirty="0" err="1">
                <a:solidFill>
                  <a:srgbClr val="111111"/>
                </a:solidFill>
                <a:latin typeface="Malgun Gothic"/>
                <a:ea typeface="Malgun Gothic"/>
              </a:rPr>
              <a:t>문맥</a:t>
            </a:r>
            <a:endParaRPr sz="2700" b="0" dirty="0">
              <a:solidFill>
                <a:srgbClr val="111111"/>
              </a:solidFill>
              <a:latin typeface="Malgun Gothic"/>
              <a:ea typeface="Malgun Gothic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B9DB5E-CF26-BD3C-3C2D-8BC3072237C3}"/>
              </a:ext>
            </a:extLst>
          </p:cNvPr>
          <p:cNvSpPr txBox="1"/>
          <p:nvPr/>
        </p:nvSpPr>
        <p:spPr>
          <a:xfrm>
            <a:off x="502919" y="2857314"/>
            <a:ext cx="2423160" cy="5486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dirty="0" err="1">
                <a:solidFill>
                  <a:srgbClr val="2D60D2"/>
                </a:solidFill>
                <a:latin typeface="Malgun Gothic"/>
                <a:ea typeface="Malgun Gothic"/>
              </a:rPr>
              <a:t>조회</a:t>
            </a:r>
            <a:r>
              <a:rPr sz="2700" b="0" dirty="0">
                <a:solidFill>
                  <a:srgbClr val="2D60D2"/>
                </a:solidFill>
                <a:latin typeface="Malgun Gothic"/>
                <a:ea typeface="Malgun Gothic"/>
              </a:rPr>
              <a:t> </a:t>
            </a:r>
            <a:r>
              <a:rPr sz="2700" b="0" dirty="0" err="1">
                <a:solidFill>
                  <a:srgbClr val="2D60D2"/>
                </a:solidFill>
                <a:latin typeface="Malgun Gothic"/>
                <a:ea typeface="Malgun Gothic"/>
              </a:rPr>
              <a:t>메모리</a:t>
            </a:r>
            <a:endParaRPr sz="2700" b="0" dirty="0">
              <a:solidFill>
                <a:srgbClr val="2D60D2"/>
              </a:solidFill>
              <a:latin typeface="Malgun Gothic"/>
              <a:ea typeface="Malgun Gothic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6D5DC4D-E367-3883-F8A4-C1469AAC6E5A}"/>
              </a:ext>
            </a:extLst>
          </p:cNvPr>
          <p:cNvSpPr/>
          <p:nvPr/>
        </p:nvSpPr>
        <p:spPr>
          <a:xfrm>
            <a:off x="4389120" y="2240280"/>
            <a:ext cx="173736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2D6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896A23-4466-47B8-4EC6-66CCC2336AEC}"/>
              </a:ext>
            </a:extLst>
          </p:cNvPr>
          <p:cNvSpPr txBox="1"/>
          <p:nvPr/>
        </p:nvSpPr>
        <p:spPr>
          <a:xfrm>
            <a:off x="4434840" y="2240280"/>
            <a:ext cx="1645919" cy="7772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2D60D2"/>
                </a:solidFill>
                <a:latin typeface="Malgun Gothic"/>
                <a:ea typeface="Malgun Gothic"/>
              </a:rPr>
              <a:t>Gate g</a:t>
            </a:r>
          </a:p>
        </p:txBody>
      </p:sp>
      <p:cxnSp>
        <p:nvCxnSpPr>
          <p:cNvPr id="7" name="Connector 7">
            <a:extLst>
              <a:ext uri="{FF2B5EF4-FFF2-40B4-BE49-F238E27FC236}">
                <a16:creationId xmlns:a16="http://schemas.microsoft.com/office/drawing/2014/main" id="{0E732E8E-CCA8-7E5A-9D5D-76AC86DA5C2C}"/>
              </a:ext>
            </a:extLst>
          </p:cNvPr>
          <p:cNvCxnSpPr/>
          <p:nvPr/>
        </p:nvCxnSpPr>
        <p:spPr>
          <a:xfrm>
            <a:off x="3017520" y="2148840"/>
            <a:ext cx="640080" cy="0"/>
          </a:xfrm>
          <a:prstGeom prst="line">
            <a:avLst/>
          </a:prstGeom>
          <a:ln w="22860">
            <a:solidFill>
              <a:srgbClr val="2D60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8">
            <a:extLst>
              <a:ext uri="{FF2B5EF4-FFF2-40B4-BE49-F238E27FC236}">
                <a16:creationId xmlns:a16="http://schemas.microsoft.com/office/drawing/2014/main" id="{EB7B6EE8-47D1-B004-FC54-A51A19DB985F}"/>
              </a:ext>
            </a:extLst>
          </p:cNvPr>
          <p:cNvCxnSpPr/>
          <p:nvPr/>
        </p:nvCxnSpPr>
        <p:spPr>
          <a:xfrm>
            <a:off x="3657600" y="2148840"/>
            <a:ext cx="0" cy="320040"/>
          </a:xfrm>
          <a:prstGeom prst="line">
            <a:avLst/>
          </a:prstGeom>
          <a:ln w="22860">
            <a:solidFill>
              <a:srgbClr val="2D60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6820AAC6-0B61-DE61-E0DC-2243815BA0F6}"/>
              </a:ext>
            </a:extLst>
          </p:cNvPr>
          <p:cNvCxnSpPr/>
          <p:nvPr/>
        </p:nvCxnSpPr>
        <p:spPr>
          <a:xfrm>
            <a:off x="3657600" y="2468880"/>
            <a:ext cx="731520" cy="0"/>
          </a:xfrm>
          <a:prstGeom prst="line">
            <a:avLst/>
          </a:prstGeom>
          <a:ln w="22860">
            <a:solidFill>
              <a:srgbClr val="2D60D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C28C1D0A-6AF7-88FD-90DE-029FAB4107A4}"/>
              </a:ext>
            </a:extLst>
          </p:cNvPr>
          <p:cNvCxnSpPr/>
          <p:nvPr/>
        </p:nvCxnSpPr>
        <p:spPr>
          <a:xfrm>
            <a:off x="3017520" y="3154680"/>
            <a:ext cx="868680" cy="0"/>
          </a:xfrm>
          <a:prstGeom prst="line">
            <a:avLst/>
          </a:prstGeom>
          <a:ln w="22860">
            <a:solidFill>
              <a:srgbClr val="2D60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82EE1A81-03FD-9ED6-41E1-B12D85318CA1}"/>
              </a:ext>
            </a:extLst>
          </p:cNvPr>
          <p:cNvCxnSpPr/>
          <p:nvPr/>
        </p:nvCxnSpPr>
        <p:spPr>
          <a:xfrm flipV="1">
            <a:off x="3886200" y="2761488"/>
            <a:ext cx="0" cy="393192"/>
          </a:xfrm>
          <a:prstGeom prst="line">
            <a:avLst/>
          </a:prstGeom>
          <a:ln w="22860">
            <a:solidFill>
              <a:srgbClr val="2D60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FA7DA01C-76EE-3859-95AC-027016000368}"/>
              </a:ext>
            </a:extLst>
          </p:cNvPr>
          <p:cNvCxnSpPr/>
          <p:nvPr/>
        </p:nvCxnSpPr>
        <p:spPr>
          <a:xfrm>
            <a:off x="3886200" y="2761488"/>
            <a:ext cx="502920" cy="0"/>
          </a:xfrm>
          <a:prstGeom prst="line">
            <a:avLst/>
          </a:prstGeom>
          <a:ln w="22860">
            <a:solidFill>
              <a:srgbClr val="2D60D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8381230-3EB1-5BDB-94E1-92619C5696C9}"/>
              </a:ext>
            </a:extLst>
          </p:cNvPr>
          <p:cNvSpPr txBox="1"/>
          <p:nvPr/>
        </p:nvSpPr>
        <p:spPr>
          <a:xfrm>
            <a:off x="7452360" y="1645920"/>
            <a:ext cx="2103120" cy="5029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11111"/>
                </a:solidFill>
                <a:latin typeface="Malgun Gothic"/>
                <a:ea typeface="Malgun Gothic"/>
              </a:rPr>
              <a:t>값 벡터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450B96-9A3B-DF06-721D-7A4C85B4C54C}"/>
              </a:ext>
            </a:extLst>
          </p:cNvPr>
          <p:cNvSpPr txBox="1"/>
          <p:nvPr/>
        </p:nvSpPr>
        <p:spPr>
          <a:xfrm>
            <a:off x="8174736" y="2340864"/>
            <a:ext cx="594360" cy="594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2D60D2"/>
                </a:solidFill>
                <a:latin typeface="Malgun Gothic"/>
                <a:ea typeface="Malgun Gothic"/>
              </a:rPr>
              <a:t>×</a:t>
            </a:r>
          </a:p>
        </p:txBody>
      </p: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70A72D3A-059D-0792-5660-F2C84F7CC87F}"/>
              </a:ext>
            </a:extLst>
          </p:cNvPr>
          <p:cNvCxnSpPr/>
          <p:nvPr/>
        </p:nvCxnSpPr>
        <p:spPr>
          <a:xfrm>
            <a:off x="6126480" y="2633472"/>
            <a:ext cx="2029968" cy="0"/>
          </a:xfrm>
          <a:prstGeom prst="line">
            <a:avLst/>
          </a:prstGeom>
          <a:ln w="22860">
            <a:solidFill>
              <a:srgbClr val="2D60D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94EF4926-A9CE-A183-3E92-2527F231B4EB}"/>
              </a:ext>
            </a:extLst>
          </p:cNvPr>
          <p:cNvCxnSpPr/>
          <p:nvPr/>
        </p:nvCxnSpPr>
        <p:spPr>
          <a:xfrm>
            <a:off x="8458200" y="2167128"/>
            <a:ext cx="0" cy="192024"/>
          </a:xfrm>
          <a:prstGeom prst="line">
            <a:avLst/>
          </a:prstGeom>
          <a:ln w="22860">
            <a:solidFill>
              <a:srgbClr val="2D60D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D9B24C6C-C834-8255-3658-5C6379E57B95}"/>
              </a:ext>
            </a:extLst>
          </p:cNvPr>
          <p:cNvCxnSpPr/>
          <p:nvPr/>
        </p:nvCxnSpPr>
        <p:spPr>
          <a:xfrm>
            <a:off x="8769096" y="2633472"/>
            <a:ext cx="996696" cy="0"/>
          </a:xfrm>
          <a:prstGeom prst="line">
            <a:avLst/>
          </a:prstGeom>
          <a:ln w="22860">
            <a:solidFill>
              <a:srgbClr val="2D60D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1F35C63-F113-05D8-7A4D-9ACB4755A8A0}"/>
              </a:ext>
            </a:extLst>
          </p:cNvPr>
          <p:cNvSpPr txBox="1"/>
          <p:nvPr/>
        </p:nvSpPr>
        <p:spPr>
          <a:xfrm>
            <a:off x="9902952" y="2359152"/>
            <a:ext cx="1188720" cy="5486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111111"/>
                </a:solidFill>
                <a:latin typeface="Malgun Gothic"/>
                <a:ea typeface="Malgun Gothic"/>
              </a:rPr>
              <a:t>반영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CE3E92-151C-5F99-8DE6-07DC1EEB1520}"/>
              </a:ext>
            </a:extLst>
          </p:cNvPr>
          <p:cNvSpPr txBox="1"/>
          <p:nvPr/>
        </p:nvSpPr>
        <p:spPr>
          <a:xfrm>
            <a:off x="1944543" y="4023359"/>
            <a:ext cx="9335248" cy="16829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현재 문맥 </a:t>
            </a:r>
            <a:r>
              <a:rPr lang="en-US" altLang="ko-KR" sz="2400" dirty="0"/>
              <a:t>+ </a:t>
            </a:r>
            <a:r>
              <a:rPr lang="ko-KR" altLang="en-US" sz="2400" dirty="0"/>
              <a:t>조회 정보 </a:t>
            </a:r>
            <a:r>
              <a:rPr lang="en-US" altLang="ko-KR" sz="2400" dirty="0"/>
              <a:t>-&gt; Gate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Gate</a:t>
            </a:r>
            <a:r>
              <a:rPr lang="ko-KR" altLang="en-US" sz="2400" dirty="0"/>
              <a:t>가 조회한 메모리 정보를 모델에 반영하는 강도를 조절한다</a:t>
            </a:r>
            <a:r>
              <a:rPr lang="en-US" altLang="ko-K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2642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B8E4E-D80B-0B88-CA92-A8E027BCF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E512B6-7F50-A1BD-ED05-87125291756C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-11-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4648AC83-3950-ADE6-A36E-2C20F614823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전체 구조</a:t>
            </a:r>
          </a:p>
        </p:txBody>
      </p:sp>
      <p:pic>
        <p:nvPicPr>
          <p:cNvPr id="4" name="Picture 3" descr="arch-core.png">
            <a:extLst>
              <a:ext uri="{FF2B5EF4-FFF2-40B4-BE49-F238E27FC236}">
                <a16:creationId xmlns:a16="http://schemas.microsoft.com/office/drawing/2014/main" id="{6D92D7DE-B678-20F4-5BCA-A59AB87E3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4644736" cy="4526280"/>
          </a:xfrm>
          <a:prstGeom prst="rect">
            <a:avLst/>
          </a:prstGeom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D7FA37-9034-2962-C1CD-59F839131EBE}"/>
              </a:ext>
            </a:extLst>
          </p:cNvPr>
          <p:cNvSpPr txBox="1"/>
          <p:nvPr/>
        </p:nvSpPr>
        <p:spPr>
          <a:xfrm>
            <a:off x="6632866" y="2166470"/>
            <a:ext cx="2845651" cy="2790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조회</a:t>
            </a:r>
            <a:endParaRPr lang="en-US" altLang="ko-KR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반영 강도 조절</a:t>
            </a:r>
            <a:endParaRPr lang="en-US" altLang="ko-KR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내부 표현에 결합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392481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DBEB1-F53A-8565-236C-80DCBD0D0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4A697E-AF83-8B21-AA4B-2711BAC8F129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-12-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F9EDCD2B-AC5B-FB7E-BEF6-01B30916082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기존 연구에서는 무엇을 보았나</a:t>
            </a:r>
          </a:p>
        </p:txBody>
      </p:sp>
      <p:pic>
        <p:nvPicPr>
          <p:cNvPr id="4" name="Picture 3" descr="engram-crop.png">
            <a:extLst>
              <a:ext uri="{FF2B5EF4-FFF2-40B4-BE49-F238E27FC236}">
                <a16:creationId xmlns:a16="http://schemas.microsoft.com/office/drawing/2014/main" id="{B8F1EC7D-FCD0-7646-97CE-1477F0A84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38296"/>
            <a:ext cx="4572000" cy="509364"/>
          </a:xfrm>
          <a:prstGeom prst="rect">
            <a:avLst/>
          </a:prstGeom>
          <a:effectLst/>
        </p:spPr>
      </p:pic>
      <p:pic>
        <p:nvPicPr>
          <p:cNvPr id="6" name="Picture 6" descr="nine-crop.png">
            <a:extLst>
              <a:ext uri="{FF2B5EF4-FFF2-40B4-BE49-F238E27FC236}">
                <a16:creationId xmlns:a16="http://schemas.microsoft.com/office/drawing/2014/main" id="{9771DFED-778A-B8E1-4AAD-5DCC8326C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809896"/>
            <a:ext cx="4572000" cy="756138"/>
          </a:xfrm>
          <a:prstGeom prst="rect">
            <a:avLst/>
          </a:prstGeom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E9145C-2D7E-9692-6FD3-DD74F4A82595}"/>
              </a:ext>
            </a:extLst>
          </p:cNvPr>
          <p:cNvSpPr txBox="1"/>
          <p:nvPr/>
        </p:nvSpPr>
        <p:spPr>
          <a:xfrm>
            <a:off x="6349251" y="1968739"/>
            <a:ext cx="5662127" cy="3362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기존의 </a:t>
            </a:r>
            <a:r>
              <a:rPr lang="en-US" altLang="ko-KR" dirty="0"/>
              <a:t>Engram </a:t>
            </a:r>
            <a:r>
              <a:rPr lang="ko-KR" altLang="en-US" dirty="0"/>
              <a:t>논문에서는 이러한 메모리 구조와</a:t>
            </a:r>
            <a:br>
              <a:rPr lang="en-US" altLang="ko-KR" dirty="0"/>
            </a:br>
            <a:r>
              <a:rPr lang="ko-KR" altLang="en-US" dirty="0"/>
              <a:t>성능에 대한 분석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이후 논문에서는 자주 등장하는 토큰 조합에 대한 </a:t>
            </a:r>
            <a:br>
              <a:rPr lang="en-US" altLang="ko-KR" dirty="0"/>
            </a:br>
            <a:r>
              <a:rPr lang="ko-KR" altLang="en-US" dirty="0"/>
              <a:t>메모리 </a:t>
            </a:r>
            <a:r>
              <a:rPr lang="ko-KR" altLang="en-US"/>
              <a:t>배분과 학습 </a:t>
            </a:r>
            <a:r>
              <a:rPr lang="ko-KR" altLang="en-US" dirty="0"/>
              <a:t>동작 분석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이번에 해볼 주제는 경로</a:t>
            </a:r>
            <a:r>
              <a:rPr lang="en-US" altLang="ko-KR" dirty="0"/>
              <a:t>, </a:t>
            </a:r>
            <a:r>
              <a:rPr lang="ko-KR" altLang="en-US" dirty="0"/>
              <a:t>조회에 대한 개입으로 </a:t>
            </a:r>
            <a:br>
              <a:rPr lang="en-US" altLang="ko-KR" dirty="0"/>
            </a:br>
            <a:r>
              <a:rPr lang="ko-KR" altLang="en-US" dirty="0"/>
              <a:t>예측이 얼마나 변화하는지 측정</a:t>
            </a:r>
            <a:endParaRPr lang="en-US" altLang="ko-KR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D4FBFA27-A7D9-9B93-6936-72156A133B25}"/>
              </a:ext>
            </a:extLst>
          </p:cNvPr>
          <p:cNvSpPr txBox="1">
            <a:spLocks/>
          </p:cNvSpPr>
          <p:nvPr/>
        </p:nvSpPr>
        <p:spPr>
          <a:xfrm>
            <a:off x="838200" y="2947660"/>
            <a:ext cx="2195796" cy="5093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b="1" dirty="0"/>
              <a:t>Engram</a:t>
            </a:r>
            <a:endParaRPr lang="ko-KR" altLang="en-US" sz="1800" b="1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1943D66F-3F2C-6313-5A1B-564E84B87F8D}"/>
              </a:ext>
            </a:extLst>
          </p:cNvPr>
          <p:cNvSpPr txBox="1">
            <a:spLocks/>
          </p:cNvSpPr>
          <p:nvPr/>
        </p:nvSpPr>
        <p:spPr>
          <a:xfrm>
            <a:off x="838200" y="4566034"/>
            <a:ext cx="2195796" cy="5093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b="1" dirty="0"/>
              <a:t>Engram-Nine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931663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296B8-DF8F-C1D9-D64A-3C01FB23D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59A50D-326E-923B-C12C-2FA5C5B23DB8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-13-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0F2119C4-D019-5A44-0271-3AA24AC97B2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첫 논문에서는 어디까지 볼 것인지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D8858F-9179-E8C0-F04C-8F48ECEDAF62}"/>
              </a:ext>
            </a:extLst>
          </p:cNvPr>
          <p:cNvSpPr txBox="1"/>
          <p:nvPr/>
        </p:nvSpPr>
        <p:spPr>
          <a:xfrm>
            <a:off x="6349251" y="1968739"/>
            <a:ext cx="2795958" cy="3362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첫 번째 </a:t>
            </a:r>
            <a:br>
              <a:rPr lang="en-US" altLang="ko-KR" dirty="0"/>
            </a:br>
            <a:r>
              <a:rPr lang="ko-KR" altLang="en-US" dirty="0"/>
              <a:t>경로 기여도 확인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두 번째 </a:t>
            </a:r>
            <a:br>
              <a:rPr lang="en-US" altLang="ko-KR" dirty="0"/>
            </a:br>
            <a:r>
              <a:rPr lang="ko-KR" altLang="en-US" dirty="0"/>
              <a:t>조회 정보 기여도 확인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세 번째</a:t>
            </a:r>
            <a:br>
              <a:rPr lang="en-US" altLang="ko-KR" dirty="0"/>
            </a:br>
            <a:r>
              <a:rPr lang="ko-KR" altLang="en-US"/>
              <a:t>개선 가능한 지점 탐색</a:t>
            </a:r>
            <a:endParaRPr lang="en-US" altLang="ko-KR" dirty="0"/>
          </a:p>
        </p:txBody>
      </p:sp>
      <p:pic>
        <p:nvPicPr>
          <p:cNvPr id="8" name="Picture 3" descr="arch-core.png">
            <a:extLst>
              <a:ext uri="{FF2B5EF4-FFF2-40B4-BE49-F238E27FC236}">
                <a16:creationId xmlns:a16="http://schemas.microsoft.com/office/drawing/2014/main" id="{2B245EBF-C009-FCB9-C1DB-5DF40CD79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4644736" cy="452628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118994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8E78E-2834-92D6-ECC5-B0B6A0314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C16289-08C9-9B19-DC78-827720E76F53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-14-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2A4F9288-18AC-6120-33DE-7538499AAF6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정상 동작</a:t>
            </a:r>
          </a:p>
        </p:txBody>
      </p:sp>
      <p:sp>
        <p:nvSpPr>
          <p:cNvPr id="2" name="base_input">
            <a:extLst>
              <a:ext uri="{FF2B5EF4-FFF2-40B4-BE49-F238E27FC236}">
                <a16:creationId xmlns:a16="http://schemas.microsoft.com/office/drawing/2014/main" id="{C054B758-79D2-1203-9D8A-B8C6B5B365BA}"/>
              </a:ext>
            </a:extLst>
          </p:cNvPr>
          <p:cNvSpPr/>
          <p:nvPr/>
        </p:nvSpPr>
        <p:spPr>
          <a:xfrm>
            <a:off x="914400" y="1874519"/>
            <a:ext cx="1371600" cy="73152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base_input_label">
            <a:extLst>
              <a:ext uri="{FF2B5EF4-FFF2-40B4-BE49-F238E27FC236}">
                <a16:creationId xmlns:a16="http://schemas.microsoft.com/office/drawing/2014/main" id="{DAD658A6-C6F3-C3D3-A3C9-2A38AA32E769}"/>
              </a:ext>
            </a:extLst>
          </p:cNvPr>
          <p:cNvSpPr txBox="1"/>
          <p:nvPr/>
        </p:nvSpPr>
        <p:spPr>
          <a:xfrm>
            <a:off x="960120" y="1874519"/>
            <a:ext cx="1280160" cy="7315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11111"/>
                </a:solidFill>
                <a:latin typeface="Malgun Gothic"/>
                <a:ea typeface="Malgun Gothic"/>
              </a:rPr>
              <a:t>입력</a:t>
            </a:r>
          </a:p>
        </p:txBody>
      </p:sp>
      <p:sp>
        <p:nvSpPr>
          <p:cNvPr id="5" name="base_transformer">
            <a:extLst>
              <a:ext uri="{FF2B5EF4-FFF2-40B4-BE49-F238E27FC236}">
                <a16:creationId xmlns:a16="http://schemas.microsoft.com/office/drawing/2014/main" id="{54C1048A-E49C-B893-90D6-0EA5EA1334DB}"/>
              </a:ext>
            </a:extLst>
          </p:cNvPr>
          <p:cNvSpPr/>
          <p:nvPr/>
        </p:nvSpPr>
        <p:spPr>
          <a:xfrm>
            <a:off x="3108960" y="1874519"/>
            <a:ext cx="2514600" cy="73152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ase_transformer_label">
            <a:extLst>
              <a:ext uri="{FF2B5EF4-FFF2-40B4-BE49-F238E27FC236}">
                <a16:creationId xmlns:a16="http://schemas.microsoft.com/office/drawing/2014/main" id="{0CD5993E-B0DD-2E4F-718E-DF7F4BCA2BCC}"/>
              </a:ext>
            </a:extLst>
          </p:cNvPr>
          <p:cNvSpPr txBox="1"/>
          <p:nvPr/>
        </p:nvSpPr>
        <p:spPr>
          <a:xfrm>
            <a:off x="3154679" y="1874519"/>
            <a:ext cx="2423160" cy="7315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11111"/>
                </a:solidFill>
                <a:latin typeface="Malgun Gothic"/>
                <a:ea typeface="Malgun Gothic"/>
              </a:rPr>
              <a:t>Transformer</a:t>
            </a:r>
          </a:p>
        </p:txBody>
      </p:sp>
      <p:sp>
        <p:nvSpPr>
          <p:cNvPr id="7" name="base_merge">
            <a:extLst>
              <a:ext uri="{FF2B5EF4-FFF2-40B4-BE49-F238E27FC236}">
                <a16:creationId xmlns:a16="http://schemas.microsoft.com/office/drawing/2014/main" id="{0D8B8B31-FB75-57F2-DD51-6A7455A7E148}"/>
              </a:ext>
            </a:extLst>
          </p:cNvPr>
          <p:cNvSpPr/>
          <p:nvPr/>
        </p:nvSpPr>
        <p:spPr>
          <a:xfrm>
            <a:off x="8092440" y="2020824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ase_merge_label">
            <a:extLst>
              <a:ext uri="{FF2B5EF4-FFF2-40B4-BE49-F238E27FC236}">
                <a16:creationId xmlns:a16="http://schemas.microsoft.com/office/drawing/2014/main" id="{0E1C430B-A139-5516-95CB-DAA11DF9E67C}"/>
              </a:ext>
            </a:extLst>
          </p:cNvPr>
          <p:cNvSpPr txBox="1"/>
          <p:nvPr/>
        </p:nvSpPr>
        <p:spPr>
          <a:xfrm>
            <a:off x="8092440" y="2002536"/>
            <a:ext cx="438912" cy="43891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11111"/>
                </a:solidFill>
                <a:latin typeface="Malgun Gothic"/>
                <a:ea typeface="Malgun Gothic"/>
              </a:rPr>
              <a:t>+</a:t>
            </a:r>
          </a:p>
        </p:txBody>
      </p:sp>
      <p:sp>
        <p:nvSpPr>
          <p:cNvPr id="10" name="base_prediction">
            <a:extLst>
              <a:ext uri="{FF2B5EF4-FFF2-40B4-BE49-F238E27FC236}">
                <a16:creationId xmlns:a16="http://schemas.microsoft.com/office/drawing/2014/main" id="{73F41992-3183-A50B-92BF-4C45B8379BCD}"/>
              </a:ext>
            </a:extLst>
          </p:cNvPr>
          <p:cNvSpPr/>
          <p:nvPr/>
        </p:nvSpPr>
        <p:spPr>
          <a:xfrm>
            <a:off x="9372600" y="1874519"/>
            <a:ext cx="1691640" cy="73152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ase_prediction_label">
            <a:extLst>
              <a:ext uri="{FF2B5EF4-FFF2-40B4-BE49-F238E27FC236}">
                <a16:creationId xmlns:a16="http://schemas.microsoft.com/office/drawing/2014/main" id="{A0837C0C-1460-D1CB-320B-C3473B99F1A0}"/>
              </a:ext>
            </a:extLst>
          </p:cNvPr>
          <p:cNvSpPr txBox="1"/>
          <p:nvPr/>
        </p:nvSpPr>
        <p:spPr>
          <a:xfrm>
            <a:off x="9418320" y="1874519"/>
            <a:ext cx="1600200" cy="7315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11111"/>
                </a:solidFill>
                <a:latin typeface="Malgun Gothic"/>
                <a:ea typeface="Malgun Gothic"/>
              </a:rPr>
              <a:t>예측</a:t>
            </a:r>
          </a:p>
        </p:txBody>
      </p:sp>
      <p:cxnSp>
        <p:nvCxnSpPr>
          <p:cNvPr id="12" name="base_in_tr">
            <a:extLst>
              <a:ext uri="{FF2B5EF4-FFF2-40B4-BE49-F238E27FC236}">
                <a16:creationId xmlns:a16="http://schemas.microsoft.com/office/drawing/2014/main" id="{6036C33A-7A3E-A163-520C-4B2EBDADD376}"/>
              </a:ext>
            </a:extLst>
          </p:cNvPr>
          <p:cNvCxnSpPr/>
          <p:nvPr/>
        </p:nvCxnSpPr>
        <p:spPr>
          <a:xfrm>
            <a:off x="2286000" y="2240280"/>
            <a:ext cx="822960" cy="0"/>
          </a:xfrm>
          <a:prstGeom prst="line">
            <a:avLst/>
          </a:prstGeom>
          <a:ln w="2286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base_tr_merge">
            <a:extLst>
              <a:ext uri="{FF2B5EF4-FFF2-40B4-BE49-F238E27FC236}">
                <a16:creationId xmlns:a16="http://schemas.microsoft.com/office/drawing/2014/main" id="{72B08325-9AAD-9056-3359-D7C5A96369A2}"/>
              </a:ext>
            </a:extLst>
          </p:cNvPr>
          <p:cNvCxnSpPr/>
          <p:nvPr/>
        </p:nvCxnSpPr>
        <p:spPr>
          <a:xfrm>
            <a:off x="5623560" y="2240280"/>
            <a:ext cx="2468880" cy="0"/>
          </a:xfrm>
          <a:prstGeom prst="line">
            <a:avLst/>
          </a:prstGeom>
          <a:ln w="2286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base_merge_pred">
            <a:extLst>
              <a:ext uri="{FF2B5EF4-FFF2-40B4-BE49-F238E27FC236}">
                <a16:creationId xmlns:a16="http://schemas.microsoft.com/office/drawing/2014/main" id="{FBB2FB1E-52D2-266D-8103-9F9E1D0E4435}"/>
              </a:ext>
            </a:extLst>
          </p:cNvPr>
          <p:cNvCxnSpPr/>
          <p:nvPr/>
        </p:nvCxnSpPr>
        <p:spPr>
          <a:xfrm>
            <a:off x="8531352" y="2240280"/>
            <a:ext cx="841248" cy="0"/>
          </a:xfrm>
          <a:prstGeom prst="line">
            <a:avLst/>
          </a:prstGeom>
          <a:ln w="2286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memory_label">
            <a:extLst>
              <a:ext uri="{FF2B5EF4-FFF2-40B4-BE49-F238E27FC236}">
                <a16:creationId xmlns:a16="http://schemas.microsoft.com/office/drawing/2014/main" id="{3FEC5540-1B2E-7627-A430-CE9AC8E40C98}"/>
              </a:ext>
            </a:extLst>
          </p:cNvPr>
          <p:cNvSpPr txBox="1"/>
          <p:nvPr/>
        </p:nvSpPr>
        <p:spPr>
          <a:xfrm>
            <a:off x="3108960" y="3127248"/>
            <a:ext cx="2514600" cy="39319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D60D2"/>
                </a:solidFill>
                <a:latin typeface="Malgun Gothic"/>
                <a:ea typeface="Malgun Gothic"/>
              </a:rPr>
              <a:t>원래 메모리</a:t>
            </a:r>
          </a:p>
        </p:txBody>
      </p:sp>
      <p:sp>
        <p:nvSpPr>
          <p:cNvPr id="16" name="memory_row_0">
            <a:extLst>
              <a:ext uri="{FF2B5EF4-FFF2-40B4-BE49-F238E27FC236}">
                <a16:creationId xmlns:a16="http://schemas.microsoft.com/office/drawing/2014/main" id="{35DF6582-F1D8-ED66-97BD-88868FD7ED0F}"/>
              </a:ext>
            </a:extLst>
          </p:cNvPr>
          <p:cNvSpPr/>
          <p:nvPr/>
        </p:nvSpPr>
        <p:spPr>
          <a:xfrm>
            <a:off x="3108960" y="3639312"/>
            <a:ext cx="2514600" cy="219456"/>
          </a:xfrm>
          <a:prstGeom prst="rect">
            <a:avLst/>
          </a:prstGeom>
          <a:solidFill>
            <a:srgbClr val="FFFFFF"/>
          </a:solidFill>
          <a:ln w="1778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memory_row_1">
            <a:extLst>
              <a:ext uri="{FF2B5EF4-FFF2-40B4-BE49-F238E27FC236}">
                <a16:creationId xmlns:a16="http://schemas.microsoft.com/office/drawing/2014/main" id="{933250F8-A4D6-E2D7-1DB8-4D7ECCE07390}"/>
              </a:ext>
            </a:extLst>
          </p:cNvPr>
          <p:cNvSpPr/>
          <p:nvPr/>
        </p:nvSpPr>
        <p:spPr>
          <a:xfrm>
            <a:off x="3108960" y="3858768"/>
            <a:ext cx="2514600" cy="219456"/>
          </a:xfrm>
          <a:prstGeom prst="rect">
            <a:avLst/>
          </a:prstGeom>
          <a:solidFill>
            <a:srgbClr val="E9EFFB"/>
          </a:solidFill>
          <a:ln w="17780">
            <a:solidFill>
              <a:srgbClr val="2D6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memory_row_2">
            <a:extLst>
              <a:ext uri="{FF2B5EF4-FFF2-40B4-BE49-F238E27FC236}">
                <a16:creationId xmlns:a16="http://schemas.microsoft.com/office/drawing/2014/main" id="{BF38C5A5-C740-FE32-A47B-EDE7E6CE7A63}"/>
              </a:ext>
            </a:extLst>
          </p:cNvPr>
          <p:cNvSpPr/>
          <p:nvPr/>
        </p:nvSpPr>
        <p:spPr>
          <a:xfrm>
            <a:off x="3108960" y="4078224"/>
            <a:ext cx="2514600" cy="219456"/>
          </a:xfrm>
          <a:prstGeom prst="rect">
            <a:avLst/>
          </a:prstGeom>
          <a:solidFill>
            <a:srgbClr val="FFFFFF"/>
          </a:solidFill>
          <a:ln w="1778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memory_row_3">
            <a:extLst>
              <a:ext uri="{FF2B5EF4-FFF2-40B4-BE49-F238E27FC236}">
                <a16:creationId xmlns:a16="http://schemas.microsoft.com/office/drawing/2014/main" id="{2F90CF55-E271-8E7C-74D8-E05E77F800C7}"/>
              </a:ext>
            </a:extLst>
          </p:cNvPr>
          <p:cNvSpPr/>
          <p:nvPr/>
        </p:nvSpPr>
        <p:spPr>
          <a:xfrm>
            <a:off x="3108960" y="4297680"/>
            <a:ext cx="2514600" cy="219456"/>
          </a:xfrm>
          <a:prstGeom prst="rect">
            <a:avLst/>
          </a:prstGeom>
          <a:solidFill>
            <a:srgbClr val="FFFFFF"/>
          </a:solidFill>
          <a:ln w="1778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memory_input_0">
            <a:extLst>
              <a:ext uri="{FF2B5EF4-FFF2-40B4-BE49-F238E27FC236}">
                <a16:creationId xmlns:a16="http://schemas.microsoft.com/office/drawing/2014/main" id="{32B2EB22-30DA-FC98-1EED-0714091436A5}"/>
              </a:ext>
            </a:extLst>
          </p:cNvPr>
          <p:cNvCxnSpPr/>
          <p:nvPr/>
        </p:nvCxnSpPr>
        <p:spPr>
          <a:xfrm>
            <a:off x="1600200" y="2606040"/>
            <a:ext cx="0" cy="1472184"/>
          </a:xfrm>
          <a:prstGeom prst="line">
            <a:avLst/>
          </a:prstGeom>
          <a:ln w="22860">
            <a:solidFill>
              <a:srgbClr val="2D60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memory_input_1">
            <a:extLst>
              <a:ext uri="{FF2B5EF4-FFF2-40B4-BE49-F238E27FC236}">
                <a16:creationId xmlns:a16="http://schemas.microsoft.com/office/drawing/2014/main" id="{AF779A2F-5557-37B0-CB1B-C71ACD69C0CC}"/>
              </a:ext>
            </a:extLst>
          </p:cNvPr>
          <p:cNvCxnSpPr/>
          <p:nvPr/>
        </p:nvCxnSpPr>
        <p:spPr>
          <a:xfrm>
            <a:off x="1600200" y="4078224"/>
            <a:ext cx="1508760" cy="0"/>
          </a:xfrm>
          <a:prstGeom prst="line">
            <a:avLst/>
          </a:prstGeom>
          <a:ln w="22860">
            <a:solidFill>
              <a:srgbClr val="2D60D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memory_gate">
            <a:extLst>
              <a:ext uri="{FF2B5EF4-FFF2-40B4-BE49-F238E27FC236}">
                <a16:creationId xmlns:a16="http://schemas.microsoft.com/office/drawing/2014/main" id="{D9C4B2A9-B3EF-FCD0-2834-CD22E09C8E0F}"/>
              </a:ext>
            </a:extLst>
          </p:cNvPr>
          <p:cNvSpPr/>
          <p:nvPr/>
        </p:nvSpPr>
        <p:spPr>
          <a:xfrm>
            <a:off x="6355080" y="3712463"/>
            <a:ext cx="1234440" cy="731520"/>
          </a:xfrm>
          <a:prstGeom prst="rect">
            <a:avLst/>
          </a:prstGeom>
          <a:solidFill>
            <a:srgbClr val="FFFFFF"/>
          </a:solidFill>
          <a:ln w="17780">
            <a:solidFill>
              <a:srgbClr val="2D6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memory_gate_label">
            <a:extLst>
              <a:ext uri="{FF2B5EF4-FFF2-40B4-BE49-F238E27FC236}">
                <a16:creationId xmlns:a16="http://schemas.microsoft.com/office/drawing/2014/main" id="{3E8ED1D1-117C-EF0A-52B6-091E3F5FA9A0}"/>
              </a:ext>
            </a:extLst>
          </p:cNvPr>
          <p:cNvSpPr txBox="1"/>
          <p:nvPr/>
        </p:nvSpPr>
        <p:spPr>
          <a:xfrm>
            <a:off x="6400800" y="3712463"/>
            <a:ext cx="1143000" cy="7315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D60D2"/>
                </a:solidFill>
                <a:latin typeface="Malgun Gothic"/>
                <a:ea typeface="Malgun Gothic"/>
              </a:rPr>
              <a:t>Gate</a:t>
            </a:r>
          </a:p>
        </p:txBody>
      </p:sp>
      <p:cxnSp>
        <p:nvCxnSpPr>
          <p:cNvPr id="24" name="memory_to_gate">
            <a:extLst>
              <a:ext uri="{FF2B5EF4-FFF2-40B4-BE49-F238E27FC236}">
                <a16:creationId xmlns:a16="http://schemas.microsoft.com/office/drawing/2014/main" id="{A4550224-3936-3676-BC0B-1799ECCC9728}"/>
              </a:ext>
            </a:extLst>
          </p:cNvPr>
          <p:cNvCxnSpPr/>
          <p:nvPr/>
        </p:nvCxnSpPr>
        <p:spPr>
          <a:xfrm>
            <a:off x="5623560" y="4078224"/>
            <a:ext cx="731520" cy="0"/>
          </a:xfrm>
          <a:prstGeom prst="line">
            <a:avLst/>
          </a:prstGeom>
          <a:ln w="22860">
            <a:solidFill>
              <a:srgbClr val="2D60D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memory_output_lower_0">
            <a:extLst>
              <a:ext uri="{FF2B5EF4-FFF2-40B4-BE49-F238E27FC236}">
                <a16:creationId xmlns:a16="http://schemas.microsoft.com/office/drawing/2014/main" id="{DFAEA619-9B9B-DDD5-03C4-4F0FFF2C2B87}"/>
              </a:ext>
            </a:extLst>
          </p:cNvPr>
          <p:cNvCxnSpPr/>
          <p:nvPr/>
        </p:nvCxnSpPr>
        <p:spPr>
          <a:xfrm>
            <a:off x="7589520" y="4078224"/>
            <a:ext cx="722376" cy="0"/>
          </a:xfrm>
          <a:prstGeom prst="line">
            <a:avLst/>
          </a:prstGeom>
          <a:ln w="22860">
            <a:solidFill>
              <a:srgbClr val="2D60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memory_output_lower_1">
            <a:extLst>
              <a:ext uri="{FF2B5EF4-FFF2-40B4-BE49-F238E27FC236}">
                <a16:creationId xmlns:a16="http://schemas.microsoft.com/office/drawing/2014/main" id="{16085C4B-C6E4-64E6-3E66-066DF828E334}"/>
              </a:ext>
            </a:extLst>
          </p:cNvPr>
          <p:cNvCxnSpPr/>
          <p:nvPr/>
        </p:nvCxnSpPr>
        <p:spPr>
          <a:xfrm flipV="1">
            <a:off x="8311896" y="3319272"/>
            <a:ext cx="0" cy="758952"/>
          </a:xfrm>
          <a:prstGeom prst="line">
            <a:avLst/>
          </a:prstGeom>
          <a:ln w="22860">
            <a:solidFill>
              <a:srgbClr val="2D60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memory_output_upper">
            <a:extLst>
              <a:ext uri="{FF2B5EF4-FFF2-40B4-BE49-F238E27FC236}">
                <a16:creationId xmlns:a16="http://schemas.microsoft.com/office/drawing/2014/main" id="{58C97AE2-146B-3D27-CCDF-E73D7E8E5B42}"/>
              </a:ext>
            </a:extLst>
          </p:cNvPr>
          <p:cNvCxnSpPr/>
          <p:nvPr/>
        </p:nvCxnSpPr>
        <p:spPr>
          <a:xfrm flipV="1">
            <a:off x="8311896" y="2459736"/>
            <a:ext cx="0" cy="429768"/>
          </a:xfrm>
          <a:prstGeom prst="line">
            <a:avLst/>
          </a:prstGeom>
          <a:ln w="22860">
            <a:solidFill>
              <a:srgbClr val="2D60D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memory_output_bridge">
            <a:extLst>
              <a:ext uri="{FF2B5EF4-FFF2-40B4-BE49-F238E27FC236}">
                <a16:creationId xmlns:a16="http://schemas.microsoft.com/office/drawing/2014/main" id="{96722EE8-C96A-64B6-96CE-BECA1D7BC44C}"/>
              </a:ext>
            </a:extLst>
          </p:cNvPr>
          <p:cNvCxnSpPr/>
          <p:nvPr/>
        </p:nvCxnSpPr>
        <p:spPr>
          <a:xfrm flipV="1">
            <a:off x="8311896" y="2889504"/>
            <a:ext cx="0" cy="429768"/>
          </a:xfrm>
          <a:prstGeom prst="line">
            <a:avLst/>
          </a:prstGeom>
          <a:ln w="22860">
            <a:solidFill>
              <a:srgbClr val="2D60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776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09F45-7F27-485D-AAFF-908F4C70F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282571-2E32-D048-85BF-10B4613B4DEC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-15-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F05DF7E0-CBEE-E4E7-87AA-A7D6719BEC2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경로를 끊는다면</a:t>
            </a:r>
            <a:r>
              <a:rPr lang="en-US" altLang="ko-KR" sz="3200" b="1" dirty="0"/>
              <a:t>?</a:t>
            </a:r>
            <a:endParaRPr lang="ko-KR" altLang="en-US" sz="3200" b="1" dirty="0"/>
          </a:p>
        </p:txBody>
      </p:sp>
      <p:sp>
        <p:nvSpPr>
          <p:cNvPr id="2" name="base_input">
            <a:extLst>
              <a:ext uri="{FF2B5EF4-FFF2-40B4-BE49-F238E27FC236}">
                <a16:creationId xmlns:a16="http://schemas.microsoft.com/office/drawing/2014/main" id="{62B9F8D1-7E1A-42E7-36B1-18A4E17AF124}"/>
              </a:ext>
            </a:extLst>
          </p:cNvPr>
          <p:cNvSpPr/>
          <p:nvPr/>
        </p:nvSpPr>
        <p:spPr>
          <a:xfrm>
            <a:off x="914400" y="1874519"/>
            <a:ext cx="1371600" cy="73152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base_input_label">
            <a:extLst>
              <a:ext uri="{FF2B5EF4-FFF2-40B4-BE49-F238E27FC236}">
                <a16:creationId xmlns:a16="http://schemas.microsoft.com/office/drawing/2014/main" id="{F1A5B801-AD9F-33E0-3309-4ACDD68BEC01}"/>
              </a:ext>
            </a:extLst>
          </p:cNvPr>
          <p:cNvSpPr txBox="1"/>
          <p:nvPr/>
        </p:nvSpPr>
        <p:spPr>
          <a:xfrm>
            <a:off x="960120" y="1874519"/>
            <a:ext cx="1280160" cy="7315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11111"/>
                </a:solidFill>
                <a:latin typeface="Malgun Gothic"/>
                <a:ea typeface="Malgun Gothic"/>
              </a:rPr>
              <a:t>입력</a:t>
            </a:r>
          </a:p>
        </p:txBody>
      </p:sp>
      <p:sp>
        <p:nvSpPr>
          <p:cNvPr id="5" name="base_transformer">
            <a:extLst>
              <a:ext uri="{FF2B5EF4-FFF2-40B4-BE49-F238E27FC236}">
                <a16:creationId xmlns:a16="http://schemas.microsoft.com/office/drawing/2014/main" id="{8AB8AE3A-0752-573F-721B-CEFC326DFDA4}"/>
              </a:ext>
            </a:extLst>
          </p:cNvPr>
          <p:cNvSpPr/>
          <p:nvPr/>
        </p:nvSpPr>
        <p:spPr>
          <a:xfrm>
            <a:off x="3108960" y="1874519"/>
            <a:ext cx="2514600" cy="73152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ase_transformer_label">
            <a:extLst>
              <a:ext uri="{FF2B5EF4-FFF2-40B4-BE49-F238E27FC236}">
                <a16:creationId xmlns:a16="http://schemas.microsoft.com/office/drawing/2014/main" id="{EF37FD06-1C45-DF70-7B88-A83F34EF0428}"/>
              </a:ext>
            </a:extLst>
          </p:cNvPr>
          <p:cNvSpPr txBox="1"/>
          <p:nvPr/>
        </p:nvSpPr>
        <p:spPr>
          <a:xfrm>
            <a:off x="3154679" y="1874519"/>
            <a:ext cx="2423160" cy="7315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11111"/>
                </a:solidFill>
                <a:latin typeface="Malgun Gothic"/>
                <a:ea typeface="Malgun Gothic"/>
              </a:rPr>
              <a:t>Transformer</a:t>
            </a:r>
          </a:p>
        </p:txBody>
      </p:sp>
      <p:sp>
        <p:nvSpPr>
          <p:cNvPr id="7" name="base_merge">
            <a:extLst>
              <a:ext uri="{FF2B5EF4-FFF2-40B4-BE49-F238E27FC236}">
                <a16:creationId xmlns:a16="http://schemas.microsoft.com/office/drawing/2014/main" id="{732AF7A9-7FE9-7BD3-D4B5-FCB46AD0577A}"/>
              </a:ext>
            </a:extLst>
          </p:cNvPr>
          <p:cNvSpPr/>
          <p:nvPr/>
        </p:nvSpPr>
        <p:spPr>
          <a:xfrm>
            <a:off x="8092440" y="2020824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ase_merge_label">
            <a:extLst>
              <a:ext uri="{FF2B5EF4-FFF2-40B4-BE49-F238E27FC236}">
                <a16:creationId xmlns:a16="http://schemas.microsoft.com/office/drawing/2014/main" id="{47408BED-475D-C683-2AA4-B42E14A146D2}"/>
              </a:ext>
            </a:extLst>
          </p:cNvPr>
          <p:cNvSpPr txBox="1"/>
          <p:nvPr/>
        </p:nvSpPr>
        <p:spPr>
          <a:xfrm>
            <a:off x="8092440" y="2002536"/>
            <a:ext cx="438912" cy="43891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11111"/>
                </a:solidFill>
                <a:latin typeface="Malgun Gothic"/>
                <a:ea typeface="Malgun Gothic"/>
              </a:rPr>
              <a:t>+</a:t>
            </a:r>
          </a:p>
        </p:txBody>
      </p:sp>
      <p:sp>
        <p:nvSpPr>
          <p:cNvPr id="10" name="base_prediction">
            <a:extLst>
              <a:ext uri="{FF2B5EF4-FFF2-40B4-BE49-F238E27FC236}">
                <a16:creationId xmlns:a16="http://schemas.microsoft.com/office/drawing/2014/main" id="{16F3B66E-C7FE-7E9B-3166-6B44BC6DB563}"/>
              </a:ext>
            </a:extLst>
          </p:cNvPr>
          <p:cNvSpPr/>
          <p:nvPr/>
        </p:nvSpPr>
        <p:spPr>
          <a:xfrm>
            <a:off x="9372600" y="1874519"/>
            <a:ext cx="1691640" cy="73152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ase_prediction_label">
            <a:extLst>
              <a:ext uri="{FF2B5EF4-FFF2-40B4-BE49-F238E27FC236}">
                <a16:creationId xmlns:a16="http://schemas.microsoft.com/office/drawing/2014/main" id="{51AB7C61-7A00-A146-3923-1E52510E9C88}"/>
              </a:ext>
            </a:extLst>
          </p:cNvPr>
          <p:cNvSpPr txBox="1"/>
          <p:nvPr/>
        </p:nvSpPr>
        <p:spPr>
          <a:xfrm>
            <a:off x="9418320" y="1874519"/>
            <a:ext cx="1600200" cy="7315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11111"/>
                </a:solidFill>
                <a:latin typeface="Malgun Gothic"/>
                <a:ea typeface="Malgun Gothic"/>
              </a:rPr>
              <a:t>예측</a:t>
            </a:r>
          </a:p>
        </p:txBody>
      </p:sp>
      <p:cxnSp>
        <p:nvCxnSpPr>
          <p:cNvPr id="12" name="base_in_tr">
            <a:extLst>
              <a:ext uri="{FF2B5EF4-FFF2-40B4-BE49-F238E27FC236}">
                <a16:creationId xmlns:a16="http://schemas.microsoft.com/office/drawing/2014/main" id="{334AE673-372A-5BA7-C132-9117ABF5F027}"/>
              </a:ext>
            </a:extLst>
          </p:cNvPr>
          <p:cNvCxnSpPr/>
          <p:nvPr/>
        </p:nvCxnSpPr>
        <p:spPr>
          <a:xfrm>
            <a:off x="2286000" y="2240280"/>
            <a:ext cx="822960" cy="0"/>
          </a:xfrm>
          <a:prstGeom prst="line">
            <a:avLst/>
          </a:prstGeom>
          <a:ln w="2286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base_tr_merge">
            <a:extLst>
              <a:ext uri="{FF2B5EF4-FFF2-40B4-BE49-F238E27FC236}">
                <a16:creationId xmlns:a16="http://schemas.microsoft.com/office/drawing/2014/main" id="{494247BF-3FBE-7B67-4B66-E5CBC9D95420}"/>
              </a:ext>
            </a:extLst>
          </p:cNvPr>
          <p:cNvCxnSpPr/>
          <p:nvPr/>
        </p:nvCxnSpPr>
        <p:spPr>
          <a:xfrm>
            <a:off x="5623560" y="2240280"/>
            <a:ext cx="2468880" cy="0"/>
          </a:xfrm>
          <a:prstGeom prst="line">
            <a:avLst/>
          </a:prstGeom>
          <a:ln w="2286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base_merge_pred">
            <a:extLst>
              <a:ext uri="{FF2B5EF4-FFF2-40B4-BE49-F238E27FC236}">
                <a16:creationId xmlns:a16="http://schemas.microsoft.com/office/drawing/2014/main" id="{EDBD477B-5A61-CB68-64BD-748CED87408A}"/>
              </a:ext>
            </a:extLst>
          </p:cNvPr>
          <p:cNvCxnSpPr/>
          <p:nvPr/>
        </p:nvCxnSpPr>
        <p:spPr>
          <a:xfrm>
            <a:off x="8531352" y="2240280"/>
            <a:ext cx="841248" cy="0"/>
          </a:xfrm>
          <a:prstGeom prst="line">
            <a:avLst/>
          </a:prstGeom>
          <a:ln w="2286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memory_label">
            <a:extLst>
              <a:ext uri="{FF2B5EF4-FFF2-40B4-BE49-F238E27FC236}">
                <a16:creationId xmlns:a16="http://schemas.microsoft.com/office/drawing/2014/main" id="{71D58BC0-B056-AAA7-A9E2-02A94F63A08D}"/>
              </a:ext>
            </a:extLst>
          </p:cNvPr>
          <p:cNvSpPr txBox="1"/>
          <p:nvPr/>
        </p:nvSpPr>
        <p:spPr>
          <a:xfrm>
            <a:off x="3108960" y="3127248"/>
            <a:ext cx="2514600" cy="39319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666666"/>
                </a:solidFill>
                <a:latin typeface="Malgun Gothic"/>
                <a:ea typeface="Malgun Gothic"/>
              </a:rPr>
              <a:t>원래 메모리</a:t>
            </a:r>
          </a:p>
        </p:txBody>
      </p:sp>
      <p:sp>
        <p:nvSpPr>
          <p:cNvPr id="16" name="memory_row_0">
            <a:extLst>
              <a:ext uri="{FF2B5EF4-FFF2-40B4-BE49-F238E27FC236}">
                <a16:creationId xmlns:a16="http://schemas.microsoft.com/office/drawing/2014/main" id="{531A0661-D3E8-25FA-59C1-897DBDC816D5}"/>
              </a:ext>
            </a:extLst>
          </p:cNvPr>
          <p:cNvSpPr/>
          <p:nvPr/>
        </p:nvSpPr>
        <p:spPr>
          <a:xfrm>
            <a:off x="3108960" y="3639312"/>
            <a:ext cx="2514600" cy="219456"/>
          </a:xfrm>
          <a:prstGeom prst="rect">
            <a:avLst/>
          </a:prstGeom>
          <a:solidFill>
            <a:srgbClr val="FFFFFF"/>
          </a:solidFill>
          <a:ln w="1778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memory_row_1">
            <a:extLst>
              <a:ext uri="{FF2B5EF4-FFF2-40B4-BE49-F238E27FC236}">
                <a16:creationId xmlns:a16="http://schemas.microsoft.com/office/drawing/2014/main" id="{988A2258-1E36-FC3C-6DFB-B0FB1BDEF3B0}"/>
              </a:ext>
            </a:extLst>
          </p:cNvPr>
          <p:cNvSpPr/>
          <p:nvPr/>
        </p:nvSpPr>
        <p:spPr>
          <a:xfrm>
            <a:off x="3108960" y="3858768"/>
            <a:ext cx="2514600" cy="219456"/>
          </a:xfrm>
          <a:prstGeom prst="rect">
            <a:avLst/>
          </a:prstGeom>
          <a:solidFill>
            <a:srgbClr val="F0F0F0"/>
          </a:solidFill>
          <a:ln w="1778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memory_row_2">
            <a:extLst>
              <a:ext uri="{FF2B5EF4-FFF2-40B4-BE49-F238E27FC236}">
                <a16:creationId xmlns:a16="http://schemas.microsoft.com/office/drawing/2014/main" id="{B8EEE94B-6728-1A85-C076-EC0B9B636993}"/>
              </a:ext>
            </a:extLst>
          </p:cNvPr>
          <p:cNvSpPr/>
          <p:nvPr/>
        </p:nvSpPr>
        <p:spPr>
          <a:xfrm>
            <a:off x="3108960" y="4078224"/>
            <a:ext cx="2514600" cy="219456"/>
          </a:xfrm>
          <a:prstGeom prst="rect">
            <a:avLst/>
          </a:prstGeom>
          <a:solidFill>
            <a:srgbClr val="FFFFFF"/>
          </a:solidFill>
          <a:ln w="1778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memory_row_3">
            <a:extLst>
              <a:ext uri="{FF2B5EF4-FFF2-40B4-BE49-F238E27FC236}">
                <a16:creationId xmlns:a16="http://schemas.microsoft.com/office/drawing/2014/main" id="{B32A2515-97EE-D36D-BD62-96154479CD6E}"/>
              </a:ext>
            </a:extLst>
          </p:cNvPr>
          <p:cNvSpPr/>
          <p:nvPr/>
        </p:nvSpPr>
        <p:spPr>
          <a:xfrm>
            <a:off x="3108960" y="4297680"/>
            <a:ext cx="2514600" cy="219456"/>
          </a:xfrm>
          <a:prstGeom prst="rect">
            <a:avLst/>
          </a:prstGeom>
          <a:solidFill>
            <a:srgbClr val="FFFFFF"/>
          </a:solidFill>
          <a:ln w="1778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memory_input_0">
            <a:extLst>
              <a:ext uri="{FF2B5EF4-FFF2-40B4-BE49-F238E27FC236}">
                <a16:creationId xmlns:a16="http://schemas.microsoft.com/office/drawing/2014/main" id="{1D1ED5B0-3FD0-EAF2-AD61-9C8515049068}"/>
              </a:ext>
            </a:extLst>
          </p:cNvPr>
          <p:cNvCxnSpPr/>
          <p:nvPr/>
        </p:nvCxnSpPr>
        <p:spPr>
          <a:xfrm>
            <a:off x="1600200" y="2606040"/>
            <a:ext cx="0" cy="1472184"/>
          </a:xfrm>
          <a:prstGeom prst="line">
            <a:avLst/>
          </a:prstGeom>
          <a:ln w="2286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memory_input_1">
            <a:extLst>
              <a:ext uri="{FF2B5EF4-FFF2-40B4-BE49-F238E27FC236}">
                <a16:creationId xmlns:a16="http://schemas.microsoft.com/office/drawing/2014/main" id="{3EF3B1C2-674C-4AB4-C4C2-142903B28FD5}"/>
              </a:ext>
            </a:extLst>
          </p:cNvPr>
          <p:cNvCxnSpPr/>
          <p:nvPr/>
        </p:nvCxnSpPr>
        <p:spPr>
          <a:xfrm>
            <a:off x="1600200" y="4078224"/>
            <a:ext cx="1508760" cy="0"/>
          </a:xfrm>
          <a:prstGeom prst="line">
            <a:avLst/>
          </a:prstGeom>
          <a:ln w="22860">
            <a:solidFill>
              <a:srgbClr val="6666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memory_gate">
            <a:extLst>
              <a:ext uri="{FF2B5EF4-FFF2-40B4-BE49-F238E27FC236}">
                <a16:creationId xmlns:a16="http://schemas.microsoft.com/office/drawing/2014/main" id="{9F7825BE-BA87-02B5-4495-5F1DAD7AB63C}"/>
              </a:ext>
            </a:extLst>
          </p:cNvPr>
          <p:cNvSpPr/>
          <p:nvPr/>
        </p:nvSpPr>
        <p:spPr>
          <a:xfrm>
            <a:off x="6355080" y="3712463"/>
            <a:ext cx="1234440" cy="731520"/>
          </a:xfrm>
          <a:prstGeom prst="rect">
            <a:avLst/>
          </a:prstGeom>
          <a:solidFill>
            <a:srgbClr val="FFFFFF"/>
          </a:solidFill>
          <a:ln w="1778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memory_gate_label">
            <a:extLst>
              <a:ext uri="{FF2B5EF4-FFF2-40B4-BE49-F238E27FC236}">
                <a16:creationId xmlns:a16="http://schemas.microsoft.com/office/drawing/2014/main" id="{8140DBCE-773D-FA5E-AA82-2150DD0C4A82}"/>
              </a:ext>
            </a:extLst>
          </p:cNvPr>
          <p:cNvSpPr txBox="1"/>
          <p:nvPr/>
        </p:nvSpPr>
        <p:spPr>
          <a:xfrm>
            <a:off x="6400800" y="3712463"/>
            <a:ext cx="1143000" cy="7315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666666"/>
                </a:solidFill>
                <a:latin typeface="Malgun Gothic"/>
                <a:ea typeface="Malgun Gothic"/>
              </a:rPr>
              <a:t>Gate</a:t>
            </a:r>
          </a:p>
        </p:txBody>
      </p:sp>
      <p:cxnSp>
        <p:nvCxnSpPr>
          <p:cNvPr id="24" name="memory_to_gate">
            <a:extLst>
              <a:ext uri="{FF2B5EF4-FFF2-40B4-BE49-F238E27FC236}">
                <a16:creationId xmlns:a16="http://schemas.microsoft.com/office/drawing/2014/main" id="{D1CFFA4F-6956-3496-D1A1-2F546D5F0998}"/>
              </a:ext>
            </a:extLst>
          </p:cNvPr>
          <p:cNvCxnSpPr/>
          <p:nvPr/>
        </p:nvCxnSpPr>
        <p:spPr>
          <a:xfrm>
            <a:off x="5623560" y="4078224"/>
            <a:ext cx="731520" cy="0"/>
          </a:xfrm>
          <a:prstGeom prst="line">
            <a:avLst/>
          </a:prstGeom>
          <a:ln w="22860">
            <a:solidFill>
              <a:srgbClr val="6666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memory_output_lower_0">
            <a:extLst>
              <a:ext uri="{FF2B5EF4-FFF2-40B4-BE49-F238E27FC236}">
                <a16:creationId xmlns:a16="http://schemas.microsoft.com/office/drawing/2014/main" id="{AB29DD57-8AB4-9972-4610-0E80B45CD64A}"/>
              </a:ext>
            </a:extLst>
          </p:cNvPr>
          <p:cNvCxnSpPr/>
          <p:nvPr/>
        </p:nvCxnSpPr>
        <p:spPr>
          <a:xfrm>
            <a:off x="7589520" y="4078224"/>
            <a:ext cx="722376" cy="0"/>
          </a:xfrm>
          <a:prstGeom prst="line">
            <a:avLst/>
          </a:prstGeom>
          <a:ln w="2286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memory_output_lower_1">
            <a:extLst>
              <a:ext uri="{FF2B5EF4-FFF2-40B4-BE49-F238E27FC236}">
                <a16:creationId xmlns:a16="http://schemas.microsoft.com/office/drawing/2014/main" id="{7635E1E3-6AE5-404B-19D2-E1FD17E8E4FD}"/>
              </a:ext>
            </a:extLst>
          </p:cNvPr>
          <p:cNvCxnSpPr/>
          <p:nvPr/>
        </p:nvCxnSpPr>
        <p:spPr>
          <a:xfrm flipV="1">
            <a:off x="8311896" y="3319272"/>
            <a:ext cx="0" cy="758952"/>
          </a:xfrm>
          <a:prstGeom prst="line">
            <a:avLst/>
          </a:prstGeom>
          <a:ln w="2286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memory_output_upper">
            <a:extLst>
              <a:ext uri="{FF2B5EF4-FFF2-40B4-BE49-F238E27FC236}">
                <a16:creationId xmlns:a16="http://schemas.microsoft.com/office/drawing/2014/main" id="{61C16D07-9F91-7D16-6317-655AEB62E2ED}"/>
              </a:ext>
            </a:extLst>
          </p:cNvPr>
          <p:cNvCxnSpPr/>
          <p:nvPr/>
        </p:nvCxnSpPr>
        <p:spPr>
          <a:xfrm flipV="1">
            <a:off x="8311896" y="2459736"/>
            <a:ext cx="0" cy="429768"/>
          </a:xfrm>
          <a:prstGeom prst="line">
            <a:avLst/>
          </a:prstGeom>
          <a:ln w="22860">
            <a:solidFill>
              <a:srgbClr val="6666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intervention_cut">
            <a:extLst>
              <a:ext uri="{FF2B5EF4-FFF2-40B4-BE49-F238E27FC236}">
                <a16:creationId xmlns:a16="http://schemas.microsoft.com/office/drawing/2014/main" id="{36C74034-AF81-31DB-EB48-B2CEA977E262}"/>
              </a:ext>
            </a:extLst>
          </p:cNvPr>
          <p:cNvCxnSpPr/>
          <p:nvPr/>
        </p:nvCxnSpPr>
        <p:spPr>
          <a:xfrm>
            <a:off x="8110727" y="3154680"/>
            <a:ext cx="402337" cy="0"/>
          </a:xfrm>
          <a:prstGeom prst="line">
            <a:avLst/>
          </a:prstGeom>
          <a:ln w="38100">
            <a:solidFill>
              <a:srgbClr val="DA79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877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7A6E9-AF48-8FFA-189C-625C715C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C1A70C-A861-0AB0-9937-FFEC53EA828B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-16-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00877CD8-6851-6F6E-05FD-6C6B8BF8E0B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다른 정보를 가져온다면</a:t>
            </a:r>
            <a:r>
              <a:rPr lang="en-US" altLang="ko-KR" sz="3200" b="1" dirty="0"/>
              <a:t>?</a:t>
            </a:r>
            <a:endParaRPr lang="ko-KR" altLang="en-US" sz="3200" b="1" dirty="0"/>
          </a:p>
        </p:txBody>
      </p:sp>
      <p:sp>
        <p:nvSpPr>
          <p:cNvPr id="2" name="base_input">
            <a:extLst>
              <a:ext uri="{FF2B5EF4-FFF2-40B4-BE49-F238E27FC236}">
                <a16:creationId xmlns:a16="http://schemas.microsoft.com/office/drawing/2014/main" id="{E4A9C917-DCE2-06CE-A05F-915FDBA02E11}"/>
              </a:ext>
            </a:extLst>
          </p:cNvPr>
          <p:cNvSpPr/>
          <p:nvPr/>
        </p:nvSpPr>
        <p:spPr>
          <a:xfrm>
            <a:off x="914400" y="1874519"/>
            <a:ext cx="1371600" cy="73152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base_input_label">
            <a:extLst>
              <a:ext uri="{FF2B5EF4-FFF2-40B4-BE49-F238E27FC236}">
                <a16:creationId xmlns:a16="http://schemas.microsoft.com/office/drawing/2014/main" id="{55A2A9D6-7DB7-27D3-DF3A-9D1580AB7F40}"/>
              </a:ext>
            </a:extLst>
          </p:cNvPr>
          <p:cNvSpPr txBox="1"/>
          <p:nvPr/>
        </p:nvSpPr>
        <p:spPr>
          <a:xfrm>
            <a:off x="960120" y="1874519"/>
            <a:ext cx="1280160" cy="7315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11111"/>
                </a:solidFill>
                <a:latin typeface="Malgun Gothic"/>
                <a:ea typeface="Malgun Gothic"/>
              </a:rPr>
              <a:t>입력</a:t>
            </a:r>
          </a:p>
        </p:txBody>
      </p:sp>
      <p:sp>
        <p:nvSpPr>
          <p:cNvPr id="5" name="base_transformer">
            <a:extLst>
              <a:ext uri="{FF2B5EF4-FFF2-40B4-BE49-F238E27FC236}">
                <a16:creationId xmlns:a16="http://schemas.microsoft.com/office/drawing/2014/main" id="{69CEF1B8-5037-7648-AD51-B6A76E446F7A}"/>
              </a:ext>
            </a:extLst>
          </p:cNvPr>
          <p:cNvSpPr/>
          <p:nvPr/>
        </p:nvSpPr>
        <p:spPr>
          <a:xfrm>
            <a:off x="3108960" y="1874519"/>
            <a:ext cx="2514600" cy="73152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ase_transformer_label">
            <a:extLst>
              <a:ext uri="{FF2B5EF4-FFF2-40B4-BE49-F238E27FC236}">
                <a16:creationId xmlns:a16="http://schemas.microsoft.com/office/drawing/2014/main" id="{9602A715-62DF-243C-5B7D-08BC88B303A2}"/>
              </a:ext>
            </a:extLst>
          </p:cNvPr>
          <p:cNvSpPr txBox="1"/>
          <p:nvPr/>
        </p:nvSpPr>
        <p:spPr>
          <a:xfrm>
            <a:off x="3154679" y="1874519"/>
            <a:ext cx="2423160" cy="7315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11111"/>
                </a:solidFill>
                <a:latin typeface="Malgun Gothic"/>
                <a:ea typeface="Malgun Gothic"/>
              </a:rPr>
              <a:t>Transformer</a:t>
            </a:r>
          </a:p>
        </p:txBody>
      </p:sp>
      <p:sp>
        <p:nvSpPr>
          <p:cNvPr id="7" name="base_merge">
            <a:extLst>
              <a:ext uri="{FF2B5EF4-FFF2-40B4-BE49-F238E27FC236}">
                <a16:creationId xmlns:a16="http://schemas.microsoft.com/office/drawing/2014/main" id="{70880B34-109A-1AB7-77AD-DBCE0E12624A}"/>
              </a:ext>
            </a:extLst>
          </p:cNvPr>
          <p:cNvSpPr/>
          <p:nvPr/>
        </p:nvSpPr>
        <p:spPr>
          <a:xfrm>
            <a:off x="8092440" y="2020824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ase_merge_label">
            <a:extLst>
              <a:ext uri="{FF2B5EF4-FFF2-40B4-BE49-F238E27FC236}">
                <a16:creationId xmlns:a16="http://schemas.microsoft.com/office/drawing/2014/main" id="{7A5D394B-5290-AD57-FD7E-584E20765F91}"/>
              </a:ext>
            </a:extLst>
          </p:cNvPr>
          <p:cNvSpPr txBox="1"/>
          <p:nvPr/>
        </p:nvSpPr>
        <p:spPr>
          <a:xfrm>
            <a:off x="8092440" y="2002536"/>
            <a:ext cx="438912" cy="43891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11111"/>
                </a:solidFill>
                <a:latin typeface="Malgun Gothic"/>
                <a:ea typeface="Malgun Gothic"/>
              </a:rPr>
              <a:t>+</a:t>
            </a:r>
          </a:p>
        </p:txBody>
      </p:sp>
      <p:sp>
        <p:nvSpPr>
          <p:cNvPr id="10" name="base_prediction">
            <a:extLst>
              <a:ext uri="{FF2B5EF4-FFF2-40B4-BE49-F238E27FC236}">
                <a16:creationId xmlns:a16="http://schemas.microsoft.com/office/drawing/2014/main" id="{EDABE607-92C5-0E3B-2F25-0F4C20E6A3FE}"/>
              </a:ext>
            </a:extLst>
          </p:cNvPr>
          <p:cNvSpPr/>
          <p:nvPr/>
        </p:nvSpPr>
        <p:spPr>
          <a:xfrm>
            <a:off x="9372600" y="1874519"/>
            <a:ext cx="1691640" cy="73152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ase_prediction_label">
            <a:extLst>
              <a:ext uri="{FF2B5EF4-FFF2-40B4-BE49-F238E27FC236}">
                <a16:creationId xmlns:a16="http://schemas.microsoft.com/office/drawing/2014/main" id="{D5AED570-ADEC-2222-89BF-693C0EE1D424}"/>
              </a:ext>
            </a:extLst>
          </p:cNvPr>
          <p:cNvSpPr txBox="1"/>
          <p:nvPr/>
        </p:nvSpPr>
        <p:spPr>
          <a:xfrm>
            <a:off x="9418320" y="1874519"/>
            <a:ext cx="1600200" cy="7315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11111"/>
                </a:solidFill>
                <a:latin typeface="Malgun Gothic"/>
                <a:ea typeface="Malgun Gothic"/>
              </a:rPr>
              <a:t>예측</a:t>
            </a:r>
          </a:p>
        </p:txBody>
      </p:sp>
      <p:cxnSp>
        <p:nvCxnSpPr>
          <p:cNvPr id="12" name="base_in_tr">
            <a:extLst>
              <a:ext uri="{FF2B5EF4-FFF2-40B4-BE49-F238E27FC236}">
                <a16:creationId xmlns:a16="http://schemas.microsoft.com/office/drawing/2014/main" id="{AA1D5B3D-3A73-1CB5-0C9C-6CA8E655D926}"/>
              </a:ext>
            </a:extLst>
          </p:cNvPr>
          <p:cNvCxnSpPr/>
          <p:nvPr/>
        </p:nvCxnSpPr>
        <p:spPr>
          <a:xfrm>
            <a:off x="2286000" y="2240280"/>
            <a:ext cx="822960" cy="0"/>
          </a:xfrm>
          <a:prstGeom prst="line">
            <a:avLst/>
          </a:prstGeom>
          <a:ln w="2286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base_tr_merge">
            <a:extLst>
              <a:ext uri="{FF2B5EF4-FFF2-40B4-BE49-F238E27FC236}">
                <a16:creationId xmlns:a16="http://schemas.microsoft.com/office/drawing/2014/main" id="{8E1C250C-04AD-EA34-880D-B7749686BA38}"/>
              </a:ext>
            </a:extLst>
          </p:cNvPr>
          <p:cNvCxnSpPr/>
          <p:nvPr/>
        </p:nvCxnSpPr>
        <p:spPr>
          <a:xfrm>
            <a:off x="5623560" y="2240280"/>
            <a:ext cx="2468880" cy="0"/>
          </a:xfrm>
          <a:prstGeom prst="line">
            <a:avLst/>
          </a:prstGeom>
          <a:ln w="2286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base_merge_pred">
            <a:extLst>
              <a:ext uri="{FF2B5EF4-FFF2-40B4-BE49-F238E27FC236}">
                <a16:creationId xmlns:a16="http://schemas.microsoft.com/office/drawing/2014/main" id="{2580626A-3E3A-54F4-B4DB-C410372E189C}"/>
              </a:ext>
            </a:extLst>
          </p:cNvPr>
          <p:cNvCxnSpPr/>
          <p:nvPr/>
        </p:nvCxnSpPr>
        <p:spPr>
          <a:xfrm>
            <a:off x="8531352" y="2240280"/>
            <a:ext cx="841248" cy="0"/>
          </a:xfrm>
          <a:prstGeom prst="line">
            <a:avLst/>
          </a:prstGeom>
          <a:ln w="2286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memory_label">
            <a:extLst>
              <a:ext uri="{FF2B5EF4-FFF2-40B4-BE49-F238E27FC236}">
                <a16:creationId xmlns:a16="http://schemas.microsoft.com/office/drawing/2014/main" id="{B0E65854-30E9-5B97-D9B7-585E6077D204}"/>
              </a:ext>
            </a:extLst>
          </p:cNvPr>
          <p:cNvSpPr txBox="1"/>
          <p:nvPr/>
        </p:nvSpPr>
        <p:spPr>
          <a:xfrm>
            <a:off x="3108960" y="3127248"/>
            <a:ext cx="2514600" cy="39319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300" dirty="0">
                <a:solidFill>
                  <a:srgbClr val="DA791E"/>
                </a:solidFill>
                <a:latin typeface="Malgun Gothic"/>
                <a:ea typeface="Malgun Gothic"/>
              </a:rPr>
              <a:t>다른</a:t>
            </a:r>
            <a:r>
              <a:rPr sz="2300" b="0" dirty="0">
                <a:solidFill>
                  <a:srgbClr val="DA791E"/>
                </a:solidFill>
                <a:latin typeface="Malgun Gothic"/>
                <a:ea typeface="Malgun Gothic"/>
              </a:rPr>
              <a:t> </a:t>
            </a:r>
            <a:r>
              <a:rPr sz="2300" b="0" dirty="0" err="1">
                <a:solidFill>
                  <a:srgbClr val="DA791E"/>
                </a:solidFill>
                <a:latin typeface="Malgun Gothic"/>
                <a:ea typeface="Malgun Gothic"/>
              </a:rPr>
              <a:t>메모리</a:t>
            </a:r>
            <a:endParaRPr sz="2300" b="0" dirty="0">
              <a:solidFill>
                <a:srgbClr val="DA791E"/>
              </a:solidFill>
              <a:latin typeface="Malgun Gothic"/>
              <a:ea typeface="Malgun Gothic"/>
            </a:endParaRPr>
          </a:p>
        </p:txBody>
      </p:sp>
      <p:sp>
        <p:nvSpPr>
          <p:cNvPr id="16" name="memory_row_0">
            <a:extLst>
              <a:ext uri="{FF2B5EF4-FFF2-40B4-BE49-F238E27FC236}">
                <a16:creationId xmlns:a16="http://schemas.microsoft.com/office/drawing/2014/main" id="{563744F9-6E77-56F5-E69D-27F97DAB28B9}"/>
              </a:ext>
            </a:extLst>
          </p:cNvPr>
          <p:cNvSpPr/>
          <p:nvPr/>
        </p:nvSpPr>
        <p:spPr>
          <a:xfrm>
            <a:off x="3108960" y="3639312"/>
            <a:ext cx="2514600" cy="219456"/>
          </a:xfrm>
          <a:prstGeom prst="rect">
            <a:avLst/>
          </a:prstGeom>
          <a:solidFill>
            <a:srgbClr val="FFFFFF"/>
          </a:solidFill>
          <a:ln w="1778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memory_row_1">
            <a:extLst>
              <a:ext uri="{FF2B5EF4-FFF2-40B4-BE49-F238E27FC236}">
                <a16:creationId xmlns:a16="http://schemas.microsoft.com/office/drawing/2014/main" id="{33D4C805-0365-6AAE-E324-C767853277E3}"/>
              </a:ext>
            </a:extLst>
          </p:cNvPr>
          <p:cNvSpPr/>
          <p:nvPr/>
        </p:nvSpPr>
        <p:spPr>
          <a:xfrm>
            <a:off x="3108960" y="3858768"/>
            <a:ext cx="2514600" cy="219456"/>
          </a:xfrm>
          <a:prstGeom prst="rect">
            <a:avLst/>
          </a:prstGeom>
          <a:solidFill>
            <a:srgbClr val="FFFFFF"/>
          </a:solidFill>
          <a:ln w="1778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memory_row_2">
            <a:extLst>
              <a:ext uri="{FF2B5EF4-FFF2-40B4-BE49-F238E27FC236}">
                <a16:creationId xmlns:a16="http://schemas.microsoft.com/office/drawing/2014/main" id="{CBBE2F2F-BEFB-42F4-FDF9-9094FA986F81}"/>
              </a:ext>
            </a:extLst>
          </p:cNvPr>
          <p:cNvSpPr/>
          <p:nvPr/>
        </p:nvSpPr>
        <p:spPr>
          <a:xfrm>
            <a:off x="3108960" y="4078224"/>
            <a:ext cx="2514600" cy="219456"/>
          </a:xfrm>
          <a:prstGeom prst="rect">
            <a:avLst/>
          </a:prstGeom>
          <a:solidFill>
            <a:srgbClr val="FFFFFF"/>
          </a:solidFill>
          <a:ln w="1778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memory_row_3">
            <a:extLst>
              <a:ext uri="{FF2B5EF4-FFF2-40B4-BE49-F238E27FC236}">
                <a16:creationId xmlns:a16="http://schemas.microsoft.com/office/drawing/2014/main" id="{1AFF9628-4E28-62CD-9129-F37999483340}"/>
              </a:ext>
            </a:extLst>
          </p:cNvPr>
          <p:cNvSpPr/>
          <p:nvPr/>
        </p:nvSpPr>
        <p:spPr>
          <a:xfrm>
            <a:off x="3108960" y="4297680"/>
            <a:ext cx="2514600" cy="219456"/>
          </a:xfrm>
          <a:prstGeom prst="rect">
            <a:avLst/>
          </a:prstGeom>
          <a:solidFill>
            <a:srgbClr val="FFF0E3"/>
          </a:solidFill>
          <a:ln w="17780">
            <a:solidFill>
              <a:srgbClr val="DA7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memory_input_0">
            <a:extLst>
              <a:ext uri="{FF2B5EF4-FFF2-40B4-BE49-F238E27FC236}">
                <a16:creationId xmlns:a16="http://schemas.microsoft.com/office/drawing/2014/main" id="{6187DB84-6161-196C-B9F2-C36D5FDFBA40}"/>
              </a:ext>
            </a:extLst>
          </p:cNvPr>
          <p:cNvCxnSpPr/>
          <p:nvPr/>
        </p:nvCxnSpPr>
        <p:spPr>
          <a:xfrm>
            <a:off x="1600200" y="2606040"/>
            <a:ext cx="0" cy="1472184"/>
          </a:xfrm>
          <a:prstGeom prst="line">
            <a:avLst/>
          </a:prstGeom>
          <a:ln w="22860">
            <a:solidFill>
              <a:srgbClr val="2D60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memory_input_1">
            <a:extLst>
              <a:ext uri="{FF2B5EF4-FFF2-40B4-BE49-F238E27FC236}">
                <a16:creationId xmlns:a16="http://schemas.microsoft.com/office/drawing/2014/main" id="{6D179AE1-08CF-EB58-254D-AA70FD4F2F43}"/>
              </a:ext>
            </a:extLst>
          </p:cNvPr>
          <p:cNvCxnSpPr/>
          <p:nvPr/>
        </p:nvCxnSpPr>
        <p:spPr>
          <a:xfrm>
            <a:off x="1600200" y="4078224"/>
            <a:ext cx="1508760" cy="0"/>
          </a:xfrm>
          <a:prstGeom prst="line">
            <a:avLst/>
          </a:prstGeom>
          <a:ln w="22860">
            <a:solidFill>
              <a:srgbClr val="2D60D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memory_gate">
            <a:extLst>
              <a:ext uri="{FF2B5EF4-FFF2-40B4-BE49-F238E27FC236}">
                <a16:creationId xmlns:a16="http://schemas.microsoft.com/office/drawing/2014/main" id="{4E9C4EBC-088A-BF25-F0D3-ECFCCD958D4D}"/>
              </a:ext>
            </a:extLst>
          </p:cNvPr>
          <p:cNvSpPr/>
          <p:nvPr/>
        </p:nvSpPr>
        <p:spPr>
          <a:xfrm>
            <a:off x="6355080" y="3712463"/>
            <a:ext cx="1234440" cy="731520"/>
          </a:xfrm>
          <a:prstGeom prst="rect">
            <a:avLst/>
          </a:prstGeom>
          <a:solidFill>
            <a:srgbClr val="FFFFFF"/>
          </a:solidFill>
          <a:ln w="17780">
            <a:solidFill>
              <a:srgbClr val="DA7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memory_gate_label">
            <a:extLst>
              <a:ext uri="{FF2B5EF4-FFF2-40B4-BE49-F238E27FC236}">
                <a16:creationId xmlns:a16="http://schemas.microsoft.com/office/drawing/2014/main" id="{34B826EE-2381-591C-1805-E2E607FCFC37}"/>
              </a:ext>
            </a:extLst>
          </p:cNvPr>
          <p:cNvSpPr txBox="1"/>
          <p:nvPr/>
        </p:nvSpPr>
        <p:spPr>
          <a:xfrm>
            <a:off x="6400800" y="3712463"/>
            <a:ext cx="114300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dirty="0">
                <a:solidFill>
                  <a:srgbClr val="DA791E"/>
                </a:solidFill>
                <a:latin typeface="Malgun Gothic"/>
                <a:ea typeface="Malgun Gothic"/>
              </a:rPr>
              <a:t>Gate</a:t>
            </a:r>
          </a:p>
        </p:txBody>
      </p:sp>
      <p:cxnSp>
        <p:nvCxnSpPr>
          <p:cNvPr id="24" name="memory_to_gate">
            <a:extLst>
              <a:ext uri="{FF2B5EF4-FFF2-40B4-BE49-F238E27FC236}">
                <a16:creationId xmlns:a16="http://schemas.microsoft.com/office/drawing/2014/main" id="{39532270-ADBF-4145-0F43-57394FFF81B8}"/>
              </a:ext>
            </a:extLst>
          </p:cNvPr>
          <p:cNvCxnSpPr/>
          <p:nvPr/>
        </p:nvCxnSpPr>
        <p:spPr>
          <a:xfrm>
            <a:off x="5623560" y="4078224"/>
            <a:ext cx="731520" cy="0"/>
          </a:xfrm>
          <a:prstGeom prst="line">
            <a:avLst/>
          </a:prstGeom>
          <a:ln w="22860">
            <a:solidFill>
              <a:srgbClr val="DA79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memory_output_lower_0">
            <a:extLst>
              <a:ext uri="{FF2B5EF4-FFF2-40B4-BE49-F238E27FC236}">
                <a16:creationId xmlns:a16="http://schemas.microsoft.com/office/drawing/2014/main" id="{867B7536-1E71-3CD2-5A2E-AF1487F95E99}"/>
              </a:ext>
            </a:extLst>
          </p:cNvPr>
          <p:cNvCxnSpPr/>
          <p:nvPr/>
        </p:nvCxnSpPr>
        <p:spPr>
          <a:xfrm>
            <a:off x="7589520" y="4078224"/>
            <a:ext cx="722376" cy="0"/>
          </a:xfrm>
          <a:prstGeom prst="line">
            <a:avLst/>
          </a:prstGeom>
          <a:ln w="22860">
            <a:solidFill>
              <a:srgbClr val="DA79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memory_output_lower_1">
            <a:extLst>
              <a:ext uri="{FF2B5EF4-FFF2-40B4-BE49-F238E27FC236}">
                <a16:creationId xmlns:a16="http://schemas.microsoft.com/office/drawing/2014/main" id="{356E491F-A90C-7803-36E8-EAB6E43A96E2}"/>
              </a:ext>
            </a:extLst>
          </p:cNvPr>
          <p:cNvCxnSpPr/>
          <p:nvPr/>
        </p:nvCxnSpPr>
        <p:spPr>
          <a:xfrm flipV="1">
            <a:off x="8311896" y="3319272"/>
            <a:ext cx="0" cy="758952"/>
          </a:xfrm>
          <a:prstGeom prst="line">
            <a:avLst/>
          </a:prstGeom>
          <a:ln w="22860">
            <a:solidFill>
              <a:srgbClr val="DA79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memory_output_upper">
            <a:extLst>
              <a:ext uri="{FF2B5EF4-FFF2-40B4-BE49-F238E27FC236}">
                <a16:creationId xmlns:a16="http://schemas.microsoft.com/office/drawing/2014/main" id="{E5AD0DA0-E58E-31BD-F3E0-E404084F5F4E}"/>
              </a:ext>
            </a:extLst>
          </p:cNvPr>
          <p:cNvCxnSpPr/>
          <p:nvPr/>
        </p:nvCxnSpPr>
        <p:spPr>
          <a:xfrm flipV="1">
            <a:off x="8311896" y="2459736"/>
            <a:ext cx="0" cy="429768"/>
          </a:xfrm>
          <a:prstGeom prst="line">
            <a:avLst/>
          </a:prstGeom>
          <a:ln w="22860">
            <a:solidFill>
              <a:srgbClr val="DA79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memory_output_bridge">
            <a:extLst>
              <a:ext uri="{FF2B5EF4-FFF2-40B4-BE49-F238E27FC236}">
                <a16:creationId xmlns:a16="http://schemas.microsoft.com/office/drawing/2014/main" id="{BB5B9561-7167-B7EB-C627-24FA753744E9}"/>
              </a:ext>
            </a:extLst>
          </p:cNvPr>
          <p:cNvCxnSpPr/>
          <p:nvPr/>
        </p:nvCxnSpPr>
        <p:spPr>
          <a:xfrm flipV="1">
            <a:off x="8311896" y="2889504"/>
            <a:ext cx="0" cy="429768"/>
          </a:xfrm>
          <a:prstGeom prst="line">
            <a:avLst/>
          </a:prstGeom>
          <a:ln w="22860">
            <a:solidFill>
              <a:srgbClr val="DA79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intervention_swap">
            <a:extLst>
              <a:ext uri="{FF2B5EF4-FFF2-40B4-BE49-F238E27FC236}">
                <a16:creationId xmlns:a16="http://schemas.microsoft.com/office/drawing/2014/main" id="{66747F51-5315-7C05-B3B6-4BD5BF1973E7}"/>
              </a:ext>
            </a:extLst>
          </p:cNvPr>
          <p:cNvCxnSpPr/>
          <p:nvPr/>
        </p:nvCxnSpPr>
        <p:spPr>
          <a:xfrm>
            <a:off x="5779008" y="3968496"/>
            <a:ext cx="0" cy="438912"/>
          </a:xfrm>
          <a:prstGeom prst="line">
            <a:avLst/>
          </a:prstGeom>
          <a:ln w="22860">
            <a:solidFill>
              <a:srgbClr val="DA79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103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725F1-83DB-58D4-1848-EE18A1759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27D230-C1DE-A417-10BB-5F1C83982A08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-17-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C7C793B-6222-9407-6558-A78A9B6FA69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무엇을 비교할 것인가</a:t>
            </a:r>
            <a:r>
              <a:rPr lang="en-US" altLang="ko-KR" sz="3200" b="1" dirty="0"/>
              <a:t>?</a:t>
            </a:r>
            <a:endParaRPr lang="ko-KR" alt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9FD85E-7016-A5A5-8CFD-490AE7B7362B}"/>
              </a:ext>
            </a:extLst>
          </p:cNvPr>
          <p:cNvSpPr txBox="1"/>
          <p:nvPr/>
        </p:nvSpPr>
        <p:spPr>
          <a:xfrm>
            <a:off x="838200" y="1955359"/>
            <a:ext cx="6436377" cy="2947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같은 모델</a:t>
            </a:r>
            <a:r>
              <a:rPr lang="en-US" altLang="ko-KR" dirty="0"/>
              <a:t>, </a:t>
            </a:r>
            <a:r>
              <a:rPr lang="ko-KR" altLang="en-US" dirty="0"/>
              <a:t>같은 평가 문장 기준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경로 차이 </a:t>
            </a:r>
            <a:r>
              <a:rPr lang="en-US" altLang="ko-KR" dirty="0"/>
              <a:t>= OFF LOSS – Normal Loss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조회 차이 </a:t>
            </a:r>
            <a:r>
              <a:rPr lang="en-US" altLang="ko-KR" dirty="0"/>
              <a:t>= </a:t>
            </a:r>
            <a:r>
              <a:rPr lang="ko-KR" altLang="en-US" dirty="0"/>
              <a:t>조회 </a:t>
            </a:r>
            <a:r>
              <a:rPr lang="en-US" altLang="ko-KR" dirty="0"/>
              <a:t>LOSS – Normal Loss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각 조건을 정상 동작과 비교하여 예측 손실의 변화를 확인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03689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CEB20-8F98-9AA2-07B0-676A3A308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5C468B-B27A-2260-767E-26F0D2C7A458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-18-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E62A4E8A-5468-DD1D-3EF7-B82A2919829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결과를 어떻게 해석할 것인가</a:t>
            </a:r>
            <a:r>
              <a:rPr lang="en-US" altLang="ko-KR" sz="3200" b="1" dirty="0"/>
              <a:t>?</a:t>
            </a:r>
            <a:endParaRPr lang="ko-KR" altLang="en-US" sz="3200" b="1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A5D2507-C18D-512C-4C42-D082BF955930}"/>
              </a:ext>
            </a:extLst>
          </p:cNvPr>
          <p:cNvSpPr/>
          <p:nvPr/>
        </p:nvSpPr>
        <p:spPr>
          <a:xfrm>
            <a:off x="1051560" y="1828800"/>
            <a:ext cx="164592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2D6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302FB6-7A8B-07A9-E722-DAC0311C26E9}"/>
              </a:ext>
            </a:extLst>
          </p:cNvPr>
          <p:cNvSpPr txBox="1"/>
          <p:nvPr/>
        </p:nvSpPr>
        <p:spPr>
          <a:xfrm>
            <a:off x="1097280" y="1828800"/>
            <a:ext cx="1554480" cy="65836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D60D2"/>
                </a:solidFill>
                <a:latin typeface="Malgun Gothic"/>
                <a:ea typeface="Malgun Gothic"/>
              </a:rPr>
              <a:t>경로</a:t>
            </a:r>
          </a:p>
        </p:txBody>
      </p:sp>
      <p:cxnSp>
        <p:nvCxnSpPr>
          <p:cNvPr id="5" name="Connector 5">
            <a:extLst>
              <a:ext uri="{FF2B5EF4-FFF2-40B4-BE49-F238E27FC236}">
                <a16:creationId xmlns:a16="http://schemas.microsoft.com/office/drawing/2014/main" id="{56653328-84FB-D3B9-4082-56CACD1A931E}"/>
              </a:ext>
            </a:extLst>
          </p:cNvPr>
          <p:cNvCxnSpPr/>
          <p:nvPr/>
        </p:nvCxnSpPr>
        <p:spPr>
          <a:xfrm>
            <a:off x="2697480" y="2157984"/>
            <a:ext cx="548640" cy="0"/>
          </a:xfrm>
          <a:prstGeom prst="line">
            <a:avLst/>
          </a:prstGeom>
          <a:ln w="22860">
            <a:solidFill>
              <a:srgbClr val="2D60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6">
            <a:extLst>
              <a:ext uri="{FF2B5EF4-FFF2-40B4-BE49-F238E27FC236}">
                <a16:creationId xmlns:a16="http://schemas.microsoft.com/office/drawing/2014/main" id="{A3C7F50F-FA00-5ABF-57DB-277049E6A81D}"/>
              </a:ext>
            </a:extLst>
          </p:cNvPr>
          <p:cNvCxnSpPr/>
          <p:nvPr/>
        </p:nvCxnSpPr>
        <p:spPr>
          <a:xfrm>
            <a:off x="3611880" y="2157984"/>
            <a:ext cx="731520" cy="0"/>
          </a:xfrm>
          <a:prstGeom prst="line">
            <a:avLst/>
          </a:prstGeom>
          <a:ln w="22860">
            <a:solidFill>
              <a:srgbClr val="2D60D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7">
            <a:extLst>
              <a:ext uri="{FF2B5EF4-FFF2-40B4-BE49-F238E27FC236}">
                <a16:creationId xmlns:a16="http://schemas.microsoft.com/office/drawing/2014/main" id="{C2588903-F5FD-B23D-140A-FB3FCF4F3453}"/>
              </a:ext>
            </a:extLst>
          </p:cNvPr>
          <p:cNvCxnSpPr/>
          <p:nvPr/>
        </p:nvCxnSpPr>
        <p:spPr>
          <a:xfrm>
            <a:off x="3419856" y="1938528"/>
            <a:ext cx="0" cy="438912"/>
          </a:xfrm>
          <a:prstGeom prst="line">
            <a:avLst/>
          </a:prstGeom>
          <a:ln w="38100">
            <a:solidFill>
              <a:srgbClr val="DA79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8">
            <a:extLst>
              <a:ext uri="{FF2B5EF4-FFF2-40B4-BE49-F238E27FC236}">
                <a16:creationId xmlns:a16="http://schemas.microsoft.com/office/drawing/2014/main" id="{20BC83F4-AD1C-9049-D00D-7860724A7768}"/>
              </a:ext>
            </a:extLst>
          </p:cNvPr>
          <p:cNvSpPr/>
          <p:nvPr/>
        </p:nvSpPr>
        <p:spPr>
          <a:xfrm>
            <a:off x="4389120" y="1828800"/>
            <a:ext cx="96012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218646-9505-4F8C-A8B4-50972F222F2F}"/>
              </a:ext>
            </a:extLst>
          </p:cNvPr>
          <p:cNvSpPr txBox="1"/>
          <p:nvPr/>
        </p:nvSpPr>
        <p:spPr>
          <a:xfrm>
            <a:off x="4434840" y="1828800"/>
            <a:ext cx="868680" cy="65836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11111"/>
                </a:solidFill>
                <a:latin typeface="Malgun Gothic"/>
                <a:ea typeface="Malgun Gothic"/>
              </a:rPr>
              <a:t>예측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A721FE-F1F1-1CA0-ECC8-F9E4C56F4E44}"/>
              </a:ext>
            </a:extLst>
          </p:cNvPr>
          <p:cNvSpPr/>
          <p:nvPr/>
        </p:nvSpPr>
        <p:spPr>
          <a:xfrm>
            <a:off x="6583680" y="1792224"/>
            <a:ext cx="1691640" cy="256032"/>
          </a:xfrm>
          <a:prstGeom prst="rect">
            <a:avLst/>
          </a:prstGeom>
          <a:solidFill>
            <a:srgbClr val="E9EFFB"/>
          </a:solidFill>
          <a:ln w="17780">
            <a:solidFill>
              <a:srgbClr val="2D6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398D90-F288-B1AF-0A43-71820409E622}"/>
              </a:ext>
            </a:extLst>
          </p:cNvPr>
          <p:cNvSpPr/>
          <p:nvPr/>
        </p:nvSpPr>
        <p:spPr>
          <a:xfrm>
            <a:off x="9464040" y="1792224"/>
            <a:ext cx="1691640" cy="256032"/>
          </a:xfrm>
          <a:prstGeom prst="rect">
            <a:avLst/>
          </a:prstGeom>
          <a:solidFill>
            <a:srgbClr val="FFFFFF"/>
          </a:solidFill>
          <a:ln w="1778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BC21C2-23E5-F1F2-0385-E8F6B3AB8B75}"/>
              </a:ext>
            </a:extLst>
          </p:cNvPr>
          <p:cNvSpPr/>
          <p:nvPr/>
        </p:nvSpPr>
        <p:spPr>
          <a:xfrm>
            <a:off x="6583680" y="2048256"/>
            <a:ext cx="1691640" cy="256032"/>
          </a:xfrm>
          <a:prstGeom prst="rect">
            <a:avLst/>
          </a:prstGeom>
          <a:solidFill>
            <a:srgbClr val="FFFFFF"/>
          </a:solidFill>
          <a:ln w="1778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0FF05F-3246-0844-E4B1-E4DB67C91E43}"/>
              </a:ext>
            </a:extLst>
          </p:cNvPr>
          <p:cNvSpPr/>
          <p:nvPr/>
        </p:nvSpPr>
        <p:spPr>
          <a:xfrm>
            <a:off x="9464040" y="2048256"/>
            <a:ext cx="1691640" cy="256032"/>
          </a:xfrm>
          <a:prstGeom prst="rect">
            <a:avLst/>
          </a:prstGeom>
          <a:solidFill>
            <a:srgbClr val="FFFFFF"/>
          </a:solidFill>
          <a:ln w="1778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C90890-303A-3885-C96F-1D6BF44C7C25}"/>
              </a:ext>
            </a:extLst>
          </p:cNvPr>
          <p:cNvSpPr/>
          <p:nvPr/>
        </p:nvSpPr>
        <p:spPr>
          <a:xfrm>
            <a:off x="6583680" y="2304288"/>
            <a:ext cx="1691640" cy="256032"/>
          </a:xfrm>
          <a:prstGeom prst="rect">
            <a:avLst/>
          </a:prstGeom>
          <a:solidFill>
            <a:srgbClr val="FFFFFF"/>
          </a:solidFill>
          <a:ln w="1778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F0C0C8-9740-9E1B-9EDB-FA2110152EA5}"/>
              </a:ext>
            </a:extLst>
          </p:cNvPr>
          <p:cNvSpPr/>
          <p:nvPr/>
        </p:nvSpPr>
        <p:spPr>
          <a:xfrm>
            <a:off x="9464040" y="2304288"/>
            <a:ext cx="1691640" cy="256032"/>
          </a:xfrm>
          <a:prstGeom prst="rect">
            <a:avLst/>
          </a:prstGeom>
          <a:solidFill>
            <a:srgbClr val="FFF0E3"/>
          </a:solidFill>
          <a:ln w="17780">
            <a:solidFill>
              <a:srgbClr val="DA7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BB2ED55D-BE51-C305-C03D-E599B349FDB4}"/>
              </a:ext>
            </a:extLst>
          </p:cNvPr>
          <p:cNvCxnSpPr/>
          <p:nvPr/>
        </p:nvCxnSpPr>
        <p:spPr>
          <a:xfrm>
            <a:off x="8439912" y="2157984"/>
            <a:ext cx="832104" cy="0"/>
          </a:xfrm>
          <a:prstGeom prst="line">
            <a:avLst/>
          </a:prstGeom>
          <a:ln w="22860">
            <a:solidFill>
              <a:srgbClr val="DA79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41FEAB7-F084-459F-587A-3892A16C80DF}"/>
              </a:ext>
            </a:extLst>
          </p:cNvPr>
          <p:cNvSpPr txBox="1"/>
          <p:nvPr/>
        </p:nvSpPr>
        <p:spPr>
          <a:xfrm>
            <a:off x="960120" y="2880360"/>
            <a:ext cx="47548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11111"/>
                </a:solidFill>
                <a:latin typeface="Malgun Gothic"/>
              </a:rPr>
              <a:t>경로 차단 후 악화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E08FFA-7E10-43C3-72A5-90BE1727C243}"/>
              </a:ext>
            </a:extLst>
          </p:cNvPr>
          <p:cNvSpPr txBox="1"/>
          <p:nvPr/>
        </p:nvSpPr>
        <p:spPr>
          <a:xfrm>
            <a:off x="960120" y="3419856"/>
            <a:ext cx="47548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2D60D2"/>
                </a:solidFill>
                <a:latin typeface="Malgun Gothic"/>
              </a:rPr>
              <a:t>→  Engram 경로에 대한 의존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577DD6-E3E9-7FAF-B1F5-0FBCF40C898C}"/>
              </a:ext>
            </a:extLst>
          </p:cNvPr>
          <p:cNvSpPr txBox="1"/>
          <p:nvPr/>
        </p:nvSpPr>
        <p:spPr>
          <a:xfrm>
            <a:off x="6446520" y="2880360"/>
            <a:ext cx="47091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11111"/>
                </a:solidFill>
                <a:latin typeface="Malgun Gothic"/>
              </a:rPr>
              <a:t>대조 조회 후 악화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E4DDBF-320C-60C8-737C-AAD12F9DFCA9}"/>
              </a:ext>
            </a:extLst>
          </p:cNvPr>
          <p:cNvSpPr txBox="1"/>
          <p:nvPr/>
        </p:nvSpPr>
        <p:spPr>
          <a:xfrm>
            <a:off x="6446520" y="3419856"/>
            <a:ext cx="47091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DA791E"/>
                </a:solidFill>
                <a:latin typeface="Malgun Gothic"/>
              </a:rPr>
              <a:t>→  조회 정보 변화에 대한 민감도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BCCC0D-D318-42F4-1040-1BADE698EF1D}"/>
              </a:ext>
            </a:extLst>
          </p:cNvPr>
          <p:cNvSpPr txBox="1"/>
          <p:nvPr/>
        </p:nvSpPr>
        <p:spPr>
          <a:xfrm>
            <a:off x="2397230" y="5205076"/>
            <a:ext cx="7128875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관측된 차이의 원인은 추후에 실험을 통해 분리하여 검증할 예정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422065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41D51-E784-0172-73E8-DEA925BBD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C9A570-4CA2-8E65-E8BC-9D8B9435D87A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-19-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180E66A6-15A3-7B86-0B6E-A24F6A57743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어떤 환경에서 진행할 것인지</a:t>
            </a:r>
          </a:p>
        </p:txBody>
      </p:sp>
      <p:sp>
        <p:nvSpPr>
          <p:cNvPr id="2" name="model_layer_0">
            <a:extLst>
              <a:ext uri="{FF2B5EF4-FFF2-40B4-BE49-F238E27FC236}">
                <a16:creationId xmlns:a16="http://schemas.microsoft.com/office/drawing/2014/main" id="{845C0D80-D0DC-B396-8B17-02CD7F225145}"/>
              </a:ext>
            </a:extLst>
          </p:cNvPr>
          <p:cNvSpPr/>
          <p:nvPr/>
        </p:nvSpPr>
        <p:spPr>
          <a:xfrm>
            <a:off x="1277930" y="2043131"/>
            <a:ext cx="2011680" cy="365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4">
            <a:extLst>
              <a:ext uri="{FF2B5EF4-FFF2-40B4-BE49-F238E27FC236}">
                <a16:creationId xmlns:a16="http://schemas.microsoft.com/office/drawing/2014/main" id="{F9A745A1-6E3B-E65C-331A-4C4506DDC448}"/>
              </a:ext>
            </a:extLst>
          </p:cNvPr>
          <p:cNvCxnSpPr/>
          <p:nvPr/>
        </p:nvCxnSpPr>
        <p:spPr>
          <a:xfrm>
            <a:off x="2283770" y="2408890"/>
            <a:ext cx="0" cy="164593"/>
          </a:xfrm>
          <a:prstGeom prst="line">
            <a:avLst/>
          </a:prstGeom>
          <a:ln w="1651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model_layer_1">
            <a:extLst>
              <a:ext uri="{FF2B5EF4-FFF2-40B4-BE49-F238E27FC236}">
                <a16:creationId xmlns:a16="http://schemas.microsoft.com/office/drawing/2014/main" id="{F1DC400E-723E-E254-6E61-5A8295684D11}"/>
              </a:ext>
            </a:extLst>
          </p:cNvPr>
          <p:cNvSpPr/>
          <p:nvPr/>
        </p:nvSpPr>
        <p:spPr>
          <a:xfrm>
            <a:off x="1277930" y="2573483"/>
            <a:ext cx="2011680" cy="365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6">
            <a:extLst>
              <a:ext uri="{FF2B5EF4-FFF2-40B4-BE49-F238E27FC236}">
                <a16:creationId xmlns:a16="http://schemas.microsoft.com/office/drawing/2014/main" id="{717DD2A2-A56C-47B5-D877-15F5FC566D9B}"/>
              </a:ext>
            </a:extLst>
          </p:cNvPr>
          <p:cNvCxnSpPr/>
          <p:nvPr/>
        </p:nvCxnSpPr>
        <p:spPr>
          <a:xfrm>
            <a:off x="2283770" y="2939243"/>
            <a:ext cx="0" cy="164592"/>
          </a:xfrm>
          <a:prstGeom prst="line">
            <a:avLst/>
          </a:prstGeom>
          <a:ln w="1651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model_layer_2">
            <a:extLst>
              <a:ext uri="{FF2B5EF4-FFF2-40B4-BE49-F238E27FC236}">
                <a16:creationId xmlns:a16="http://schemas.microsoft.com/office/drawing/2014/main" id="{D62F5432-B48F-CFE1-22CA-3238D173A45E}"/>
              </a:ext>
            </a:extLst>
          </p:cNvPr>
          <p:cNvSpPr/>
          <p:nvPr/>
        </p:nvSpPr>
        <p:spPr>
          <a:xfrm>
            <a:off x="1277930" y="3103835"/>
            <a:ext cx="2011680" cy="365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8">
            <a:extLst>
              <a:ext uri="{FF2B5EF4-FFF2-40B4-BE49-F238E27FC236}">
                <a16:creationId xmlns:a16="http://schemas.microsoft.com/office/drawing/2014/main" id="{6330099F-28EC-095A-C51C-679C4FD6914F}"/>
              </a:ext>
            </a:extLst>
          </p:cNvPr>
          <p:cNvCxnSpPr/>
          <p:nvPr/>
        </p:nvCxnSpPr>
        <p:spPr>
          <a:xfrm>
            <a:off x="2283770" y="3469594"/>
            <a:ext cx="0" cy="164593"/>
          </a:xfrm>
          <a:prstGeom prst="line">
            <a:avLst/>
          </a:prstGeom>
          <a:ln w="1651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model_layer_3">
            <a:extLst>
              <a:ext uri="{FF2B5EF4-FFF2-40B4-BE49-F238E27FC236}">
                <a16:creationId xmlns:a16="http://schemas.microsoft.com/office/drawing/2014/main" id="{F76C633B-4ABB-C516-1F20-2DAA3F382C63}"/>
              </a:ext>
            </a:extLst>
          </p:cNvPr>
          <p:cNvSpPr/>
          <p:nvPr/>
        </p:nvSpPr>
        <p:spPr>
          <a:xfrm>
            <a:off x="1277930" y="3634186"/>
            <a:ext cx="2011680" cy="365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AF941F10-9E27-B0A1-3037-303A3838B6C1}"/>
              </a:ext>
            </a:extLst>
          </p:cNvPr>
          <p:cNvCxnSpPr/>
          <p:nvPr/>
        </p:nvCxnSpPr>
        <p:spPr>
          <a:xfrm>
            <a:off x="2283770" y="3999946"/>
            <a:ext cx="0" cy="164593"/>
          </a:xfrm>
          <a:prstGeom prst="line">
            <a:avLst/>
          </a:prstGeom>
          <a:ln w="1651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model_layer_4">
            <a:extLst>
              <a:ext uri="{FF2B5EF4-FFF2-40B4-BE49-F238E27FC236}">
                <a16:creationId xmlns:a16="http://schemas.microsoft.com/office/drawing/2014/main" id="{C8534B77-4400-87F2-6BDB-6D1344A2F778}"/>
              </a:ext>
            </a:extLst>
          </p:cNvPr>
          <p:cNvSpPr/>
          <p:nvPr/>
        </p:nvSpPr>
        <p:spPr>
          <a:xfrm>
            <a:off x="1277930" y="4164539"/>
            <a:ext cx="2011680" cy="365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3A76AB59-3609-685E-F592-470CEA79DDF1}"/>
              </a:ext>
            </a:extLst>
          </p:cNvPr>
          <p:cNvCxnSpPr/>
          <p:nvPr/>
        </p:nvCxnSpPr>
        <p:spPr>
          <a:xfrm>
            <a:off x="2283770" y="4530298"/>
            <a:ext cx="0" cy="164593"/>
          </a:xfrm>
          <a:prstGeom prst="line">
            <a:avLst/>
          </a:prstGeom>
          <a:ln w="1651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model_layer_5">
            <a:extLst>
              <a:ext uri="{FF2B5EF4-FFF2-40B4-BE49-F238E27FC236}">
                <a16:creationId xmlns:a16="http://schemas.microsoft.com/office/drawing/2014/main" id="{37A095AE-241C-37B2-F90D-64B9D5C7D139}"/>
              </a:ext>
            </a:extLst>
          </p:cNvPr>
          <p:cNvSpPr/>
          <p:nvPr/>
        </p:nvSpPr>
        <p:spPr>
          <a:xfrm>
            <a:off x="1277930" y="4694891"/>
            <a:ext cx="2011680" cy="365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12C8DE-199E-745F-29CF-B46047B50A6C}"/>
              </a:ext>
            </a:extLst>
          </p:cNvPr>
          <p:cNvSpPr/>
          <p:nvPr/>
        </p:nvSpPr>
        <p:spPr>
          <a:xfrm>
            <a:off x="3792530" y="2491187"/>
            <a:ext cx="128016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2D6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3D1556-B180-4DE9-F82C-F6822B5581F3}"/>
              </a:ext>
            </a:extLst>
          </p:cNvPr>
          <p:cNvSpPr txBox="1"/>
          <p:nvPr/>
        </p:nvSpPr>
        <p:spPr>
          <a:xfrm>
            <a:off x="3838249" y="2491187"/>
            <a:ext cx="1188719" cy="5486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D60D2"/>
                </a:solidFill>
                <a:latin typeface="Malgun Gothic"/>
                <a:ea typeface="Malgun Gothic"/>
              </a:rPr>
              <a:t>Engram</a:t>
            </a:r>
          </a:p>
        </p:txBody>
      </p: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1F9CA910-D70E-CC19-BB0C-92541AE51C39}"/>
              </a:ext>
            </a:extLst>
          </p:cNvPr>
          <p:cNvCxnSpPr/>
          <p:nvPr/>
        </p:nvCxnSpPr>
        <p:spPr>
          <a:xfrm flipH="1">
            <a:off x="3289610" y="2765507"/>
            <a:ext cx="502920" cy="0"/>
          </a:xfrm>
          <a:prstGeom prst="line">
            <a:avLst/>
          </a:prstGeom>
          <a:ln w="22860">
            <a:solidFill>
              <a:srgbClr val="2D60D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A7EECF3-9A9D-E0B4-D916-351598379406}"/>
              </a:ext>
            </a:extLst>
          </p:cNvPr>
          <p:cNvSpPr txBox="1"/>
          <p:nvPr/>
        </p:nvSpPr>
        <p:spPr>
          <a:xfrm>
            <a:off x="6371554" y="2163108"/>
            <a:ext cx="4344459" cy="2531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실험은 제 데스크탑에서 진행할 예정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모델은 기본적으로 작은 모델을 사용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학습량 및 테이블의 크기는 구현한 뒤</a:t>
            </a:r>
            <a:br>
              <a:rPr lang="en-US" altLang="ko-KR" dirty="0"/>
            </a:br>
            <a:r>
              <a:rPr lang="ko-KR" altLang="en-US" dirty="0"/>
              <a:t>자원과 속도를 확인한 이후 결정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1784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4E880-D3E3-C49D-6196-E9AE67EF5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7B0E61-BD94-07E3-EE96-E14CA42DCE66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-21-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CB9A6815-B3E8-F944-9730-7A18AE0CCD5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학회까지 일정</a:t>
            </a:r>
          </a:p>
        </p:txBody>
      </p:sp>
      <p:cxnSp>
        <p:nvCxnSpPr>
          <p:cNvPr id="2" name="Connector 9">
            <a:extLst>
              <a:ext uri="{FF2B5EF4-FFF2-40B4-BE49-F238E27FC236}">
                <a16:creationId xmlns:a16="http://schemas.microsoft.com/office/drawing/2014/main" id="{A5A856A6-222D-C9C6-32C2-26CF97635844}"/>
              </a:ext>
            </a:extLst>
          </p:cNvPr>
          <p:cNvCxnSpPr/>
          <p:nvPr/>
        </p:nvCxnSpPr>
        <p:spPr>
          <a:xfrm>
            <a:off x="3611880" y="1417320"/>
            <a:ext cx="0" cy="3813048"/>
          </a:xfrm>
          <a:prstGeom prst="line">
            <a:avLst/>
          </a:prstGeom>
          <a:ln w="25400">
            <a:solidFill>
              <a:srgbClr val="B7B7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10">
            <a:extLst>
              <a:ext uri="{FF2B5EF4-FFF2-40B4-BE49-F238E27FC236}">
                <a16:creationId xmlns:a16="http://schemas.microsoft.com/office/drawing/2014/main" id="{0B4FBA9F-8356-4484-F136-061EA1B40FFD}"/>
              </a:ext>
            </a:extLst>
          </p:cNvPr>
          <p:cNvSpPr/>
          <p:nvPr/>
        </p:nvSpPr>
        <p:spPr>
          <a:xfrm>
            <a:off x="3538728" y="1435607"/>
            <a:ext cx="146304" cy="146304"/>
          </a:xfrm>
          <a:prstGeom prst="ellipse">
            <a:avLst/>
          </a:prstGeom>
          <a:solidFill>
            <a:srgbClr val="888888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C4BA59-8829-838C-7014-6D168EF3F423}"/>
              </a:ext>
            </a:extLst>
          </p:cNvPr>
          <p:cNvSpPr txBox="1"/>
          <p:nvPr/>
        </p:nvSpPr>
        <p:spPr>
          <a:xfrm>
            <a:off x="1097280" y="1271016"/>
            <a:ext cx="2057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900" b="0">
                <a:solidFill>
                  <a:srgbClr val="111111"/>
                </a:solidFill>
                <a:latin typeface="Malgun Gothic"/>
              </a:rPr>
              <a:t>9월 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8572E0-0DD4-D00F-EF7E-F1F6DA8AC456}"/>
              </a:ext>
            </a:extLst>
          </p:cNvPr>
          <p:cNvSpPr txBox="1"/>
          <p:nvPr/>
        </p:nvSpPr>
        <p:spPr>
          <a:xfrm>
            <a:off x="4069080" y="1271016"/>
            <a:ext cx="6309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11111"/>
                </a:solidFill>
                <a:latin typeface="Malgun Gothic"/>
              </a:rPr>
              <a:t>최소 구현 · 자원 측정</a:t>
            </a:r>
          </a:p>
        </p:txBody>
      </p:sp>
      <p:sp>
        <p:nvSpPr>
          <p:cNvPr id="7" name="Oval 13">
            <a:extLst>
              <a:ext uri="{FF2B5EF4-FFF2-40B4-BE49-F238E27FC236}">
                <a16:creationId xmlns:a16="http://schemas.microsoft.com/office/drawing/2014/main" id="{9EDF8477-38DC-93A0-0E5D-78E794E06AD3}"/>
              </a:ext>
            </a:extLst>
          </p:cNvPr>
          <p:cNvSpPr/>
          <p:nvPr/>
        </p:nvSpPr>
        <p:spPr>
          <a:xfrm>
            <a:off x="3538728" y="2258568"/>
            <a:ext cx="146304" cy="146304"/>
          </a:xfrm>
          <a:prstGeom prst="ellipse">
            <a:avLst/>
          </a:prstGeom>
          <a:solidFill>
            <a:srgbClr val="888888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EC2FB2-816B-8101-F5D2-5EDD889AEC82}"/>
              </a:ext>
            </a:extLst>
          </p:cNvPr>
          <p:cNvSpPr txBox="1"/>
          <p:nvPr/>
        </p:nvSpPr>
        <p:spPr>
          <a:xfrm>
            <a:off x="1097280" y="2093976"/>
            <a:ext cx="2057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900" b="0">
                <a:solidFill>
                  <a:srgbClr val="111111"/>
                </a:solidFill>
                <a:latin typeface="Malgun Gothic"/>
              </a:rPr>
              <a:t>10월 초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004CE8-C065-F128-5190-8A740F2BAE71}"/>
              </a:ext>
            </a:extLst>
          </p:cNvPr>
          <p:cNvSpPr txBox="1"/>
          <p:nvPr/>
        </p:nvSpPr>
        <p:spPr>
          <a:xfrm>
            <a:off x="4069080" y="2093976"/>
            <a:ext cx="6309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11111"/>
                </a:solidFill>
                <a:latin typeface="Malgun Gothic"/>
              </a:rPr>
              <a:t>기초실험 · 반복 검증</a:t>
            </a:r>
          </a:p>
        </p:txBody>
      </p:sp>
      <p:sp>
        <p:nvSpPr>
          <p:cNvPr id="11" name="Oval 16">
            <a:extLst>
              <a:ext uri="{FF2B5EF4-FFF2-40B4-BE49-F238E27FC236}">
                <a16:creationId xmlns:a16="http://schemas.microsoft.com/office/drawing/2014/main" id="{6E452C94-1BA1-1852-DCAC-FB86DAC31BC3}"/>
              </a:ext>
            </a:extLst>
          </p:cNvPr>
          <p:cNvSpPr/>
          <p:nvPr/>
        </p:nvSpPr>
        <p:spPr>
          <a:xfrm>
            <a:off x="3538728" y="3081528"/>
            <a:ext cx="146304" cy="146304"/>
          </a:xfrm>
          <a:prstGeom prst="ellipse">
            <a:avLst/>
          </a:prstGeom>
          <a:solidFill>
            <a:srgbClr val="888888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A88FE4-E5CC-EBB4-B215-2D013A16796F}"/>
              </a:ext>
            </a:extLst>
          </p:cNvPr>
          <p:cNvSpPr txBox="1"/>
          <p:nvPr/>
        </p:nvSpPr>
        <p:spPr>
          <a:xfrm>
            <a:off x="1097280" y="2916936"/>
            <a:ext cx="2057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900" b="0">
                <a:solidFill>
                  <a:srgbClr val="111111"/>
                </a:solidFill>
                <a:latin typeface="Malgun Gothic"/>
              </a:rPr>
              <a:t>10월 16일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9EA333-0585-E12A-AC32-E2A2F9557658}"/>
              </a:ext>
            </a:extLst>
          </p:cNvPr>
          <p:cNvSpPr txBox="1"/>
          <p:nvPr/>
        </p:nvSpPr>
        <p:spPr>
          <a:xfrm>
            <a:off x="4069080" y="2916936"/>
            <a:ext cx="6309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11111"/>
                </a:solidFill>
                <a:latin typeface="Malgun Gothic"/>
              </a:rPr>
              <a:t>검토용 초안 목표</a:t>
            </a: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EB4874D8-BF7D-2CFB-7DD7-5D4ED83CBDFE}"/>
              </a:ext>
            </a:extLst>
          </p:cNvPr>
          <p:cNvSpPr/>
          <p:nvPr/>
        </p:nvSpPr>
        <p:spPr>
          <a:xfrm>
            <a:off x="3538728" y="3904487"/>
            <a:ext cx="146304" cy="146304"/>
          </a:xfrm>
          <a:prstGeom prst="ellipse">
            <a:avLst/>
          </a:prstGeom>
          <a:solidFill>
            <a:srgbClr val="2D60D2"/>
          </a:solidFill>
          <a:ln>
            <a:solidFill>
              <a:srgbClr val="2D6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6C8B3D-CE8A-D248-857A-4563F45B0EBF}"/>
              </a:ext>
            </a:extLst>
          </p:cNvPr>
          <p:cNvSpPr txBox="1"/>
          <p:nvPr/>
        </p:nvSpPr>
        <p:spPr>
          <a:xfrm>
            <a:off x="1097280" y="3739896"/>
            <a:ext cx="2057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900" b="1">
                <a:solidFill>
                  <a:srgbClr val="2D60D2"/>
                </a:solidFill>
                <a:latin typeface="Malgun Gothic"/>
              </a:rPr>
              <a:t>10월 23일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D38F0E-58D6-BD9B-C9A1-E5C384358E0D}"/>
              </a:ext>
            </a:extLst>
          </p:cNvPr>
          <p:cNvSpPr txBox="1"/>
          <p:nvPr/>
        </p:nvSpPr>
        <p:spPr>
          <a:xfrm>
            <a:off x="4069080" y="3739896"/>
            <a:ext cx="6309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2D60D2"/>
                </a:solidFill>
                <a:latin typeface="Malgun Gothic"/>
              </a:rPr>
              <a:t>논문 제출 마감</a:t>
            </a:r>
          </a:p>
        </p:txBody>
      </p:sp>
      <p:sp>
        <p:nvSpPr>
          <p:cNvPr id="17" name="Oval 22">
            <a:extLst>
              <a:ext uri="{FF2B5EF4-FFF2-40B4-BE49-F238E27FC236}">
                <a16:creationId xmlns:a16="http://schemas.microsoft.com/office/drawing/2014/main" id="{4D29AA94-DE30-913F-286C-BDC1DE491048}"/>
              </a:ext>
            </a:extLst>
          </p:cNvPr>
          <p:cNvSpPr/>
          <p:nvPr/>
        </p:nvSpPr>
        <p:spPr>
          <a:xfrm>
            <a:off x="3538728" y="4727448"/>
            <a:ext cx="146304" cy="146304"/>
          </a:xfrm>
          <a:prstGeom prst="ellipse">
            <a:avLst/>
          </a:prstGeom>
          <a:solidFill>
            <a:srgbClr val="888888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EA90FE-B7AC-E047-C2FD-B02F5C995AB2}"/>
              </a:ext>
            </a:extLst>
          </p:cNvPr>
          <p:cNvSpPr txBox="1"/>
          <p:nvPr/>
        </p:nvSpPr>
        <p:spPr>
          <a:xfrm>
            <a:off x="1097280" y="4562856"/>
            <a:ext cx="2057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900" b="0">
                <a:solidFill>
                  <a:srgbClr val="111111"/>
                </a:solidFill>
                <a:latin typeface="Malgun Gothic"/>
              </a:rPr>
              <a:t>11월 26~27일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42640D-7955-956F-D5D1-A5FCA32565DC}"/>
              </a:ext>
            </a:extLst>
          </p:cNvPr>
          <p:cNvSpPr txBox="1"/>
          <p:nvPr/>
        </p:nvSpPr>
        <p:spPr>
          <a:xfrm>
            <a:off x="4069080" y="4562856"/>
            <a:ext cx="6309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 dirty="0" err="1">
                <a:solidFill>
                  <a:srgbClr val="111111"/>
                </a:solidFill>
                <a:latin typeface="Malgun Gothic"/>
              </a:rPr>
              <a:t>채택</a:t>
            </a:r>
            <a:r>
              <a:rPr sz="2100" b="0" dirty="0">
                <a:solidFill>
                  <a:srgbClr val="111111"/>
                </a:solidFill>
                <a:latin typeface="Malgun Gothic"/>
              </a:rPr>
              <a:t> 시 </a:t>
            </a:r>
            <a:r>
              <a:rPr sz="2100" b="0" dirty="0" err="1">
                <a:solidFill>
                  <a:srgbClr val="111111"/>
                </a:solidFill>
                <a:latin typeface="Malgun Gothic"/>
              </a:rPr>
              <a:t>제주</a:t>
            </a:r>
            <a:r>
              <a:rPr sz="2100" b="0" dirty="0">
                <a:solidFill>
                  <a:srgbClr val="111111"/>
                </a:solidFill>
                <a:latin typeface="Malgun Gothic"/>
              </a:rPr>
              <a:t> </a:t>
            </a:r>
            <a:r>
              <a:rPr sz="2100" b="0" dirty="0" err="1">
                <a:solidFill>
                  <a:srgbClr val="111111"/>
                </a:solidFill>
                <a:latin typeface="Malgun Gothic"/>
              </a:rPr>
              <a:t>발표</a:t>
            </a:r>
            <a:endParaRPr sz="2100" b="0" dirty="0">
              <a:solidFill>
                <a:srgbClr val="111111"/>
              </a:solidFill>
              <a:latin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121161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2A178-982D-1FB8-073F-D655328F9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99522E-E102-64EA-EE15-75668CD71676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-22-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AA9E7770-DC34-DEE8-24B7-209AA1B0EDB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다음 주에 할 것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372FF22-F719-F3DF-661D-C490C5F06BB1}"/>
              </a:ext>
            </a:extLst>
          </p:cNvPr>
          <p:cNvSpPr/>
          <p:nvPr/>
        </p:nvSpPr>
        <p:spPr>
          <a:xfrm>
            <a:off x="1559386" y="2019718"/>
            <a:ext cx="2907792" cy="621792"/>
          </a:xfrm>
          <a:prstGeom prst="rect">
            <a:avLst/>
          </a:prstGeom>
          <a:solidFill>
            <a:srgbClr val="FFFFFF"/>
          </a:solidFill>
          <a:ln w="1778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A75CBB-DC7A-2C9F-E6DD-8622670186B5}"/>
              </a:ext>
            </a:extLst>
          </p:cNvPr>
          <p:cNvSpPr txBox="1"/>
          <p:nvPr/>
        </p:nvSpPr>
        <p:spPr>
          <a:xfrm>
            <a:off x="1605106" y="2019718"/>
            <a:ext cx="2816352" cy="62179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dirty="0" err="1">
                <a:latin typeface="Malgun Gothic"/>
                <a:ea typeface="Malgun Gothic"/>
              </a:rPr>
              <a:t>구현</a:t>
            </a:r>
            <a:endParaRPr sz="2500" b="0" dirty="0">
              <a:latin typeface="Malgun Gothic"/>
              <a:ea typeface="Malgun Gothic"/>
            </a:endParaRPr>
          </a:p>
        </p:txBody>
      </p:sp>
      <p:cxnSp>
        <p:nvCxnSpPr>
          <p:cNvPr id="5" name="Connector 5">
            <a:extLst>
              <a:ext uri="{FF2B5EF4-FFF2-40B4-BE49-F238E27FC236}">
                <a16:creationId xmlns:a16="http://schemas.microsoft.com/office/drawing/2014/main" id="{9E65DEE1-9C63-306E-91C4-68B4009E26BF}"/>
              </a:ext>
            </a:extLst>
          </p:cNvPr>
          <p:cNvCxnSpPr/>
          <p:nvPr/>
        </p:nvCxnSpPr>
        <p:spPr>
          <a:xfrm>
            <a:off x="3013282" y="2641510"/>
            <a:ext cx="0" cy="612648"/>
          </a:xfrm>
          <a:prstGeom prst="line">
            <a:avLst/>
          </a:prstGeom>
          <a:ln w="22860">
            <a:solidFill>
              <a:schemeClr val="tx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6">
            <a:extLst>
              <a:ext uri="{FF2B5EF4-FFF2-40B4-BE49-F238E27FC236}">
                <a16:creationId xmlns:a16="http://schemas.microsoft.com/office/drawing/2014/main" id="{F69D4C75-9022-4CC3-4CEC-48050D8C2ACD}"/>
              </a:ext>
            </a:extLst>
          </p:cNvPr>
          <p:cNvSpPr/>
          <p:nvPr/>
        </p:nvSpPr>
        <p:spPr>
          <a:xfrm>
            <a:off x="1559386" y="3254158"/>
            <a:ext cx="2907792" cy="621792"/>
          </a:xfrm>
          <a:prstGeom prst="rect">
            <a:avLst/>
          </a:prstGeom>
          <a:solidFill>
            <a:srgbClr val="FFFFFF"/>
          </a:solidFill>
          <a:ln w="1778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2A8402-576B-B5DF-9A69-8EB336C1D478}"/>
              </a:ext>
            </a:extLst>
          </p:cNvPr>
          <p:cNvSpPr txBox="1"/>
          <p:nvPr/>
        </p:nvSpPr>
        <p:spPr>
          <a:xfrm>
            <a:off x="1605106" y="3254158"/>
            <a:ext cx="2816352" cy="62179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dirty="0" err="1">
                <a:latin typeface="Malgun Gothic"/>
                <a:ea typeface="Malgun Gothic"/>
              </a:rPr>
              <a:t>짧은</a:t>
            </a:r>
            <a:r>
              <a:rPr sz="2500" b="0" dirty="0">
                <a:latin typeface="Malgun Gothic"/>
                <a:ea typeface="Malgun Gothic"/>
              </a:rPr>
              <a:t> </a:t>
            </a:r>
            <a:r>
              <a:rPr sz="2500" b="0" dirty="0" err="1">
                <a:latin typeface="Malgun Gothic"/>
                <a:ea typeface="Malgun Gothic"/>
              </a:rPr>
              <a:t>학습</a:t>
            </a:r>
            <a:endParaRPr sz="2500" b="0" dirty="0">
              <a:latin typeface="Malgun Gothic"/>
              <a:ea typeface="Malgun Gothic"/>
            </a:endParaRPr>
          </a:p>
        </p:txBody>
      </p:sp>
      <p:cxnSp>
        <p:nvCxnSpPr>
          <p:cNvPr id="8" name="Connector 8">
            <a:extLst>
              <a:ext uri="{FF2B5EF4-FFF2-40B4-BE49-F238E27FC236}">
                <a16:creationId xmlns:a16="http://schemas.microsoft.com/office/drawing/2014/main" id="{EBD9ADD2-C6F5-B0DA-4C4E-5298AE655ED9}"/>
              </a:ext>
            </a:extLst>
          </p:cNvPr>
          <p:cNvCxnSpPr/>
          <p:nvPr/>
        </p:nvCxnSpPr>
        <p:spPr>
          <a:xfrm>
            <a:off x="3013282" y="3875950"/>
            <a:ext cx="0" cy="612648"/>
          </a:xfrm>
          <a:prstGeom prst="line">
            <a:avLst/>
          </a:prstGeom>
          <a:ln w="22860">
            <a:solidFill>
              <a:schemeClr val="tx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EA753CA-6F78-D5C1-E566-C2A0AEEE65DE}"/>
              </a:ext>
            </a:extLst>
          </p:cNvPr>
          <p:cNvSpPr/>
          <p:nvPr/>
        </p:nvSpPr>
        <p:spPr>
          <a:xfrm>
            <a:off x="1559386" y="4488598"/>
            <a:ext cx="2907792" cy="621792"/>
          </a:xfrm>
          <a:prstGeom prst="rect">
            <a:avLst/>
          </a:prstGeom>
          <a:solidFill>
            <a:srgbClr val="FFFFFF"/>
          </a:solidFill>
          <a:ln w="1778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96AC2F-B1FE-F189-5B07-F3C724DE8438}"/>
              </a:ext>
            </a:extLst>
          </p:cNvPr>
          <p:cNvSpPr txBox="1"/>
          <p:nvPr/>
        </p:nvSpPr>
        <p:spPr>
          <a:xfrm>
            <a:off x="1605106" y="4488598"/>
            <a:ext cx="2816352" cy="62179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latin typeface="Malgun Gothic"/>
                <a:ea typeface="Malgun Gothic"/>
              </a:rPr>
              <a:t>규모 결정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BE73C3-FC8E-D626-3F49-636C464AA38D}"/>
              </a:ext>
            </a:extLst>
          </p:cNvPr>
          <p:cNvSpPr txBox="1"/>
          <p:nvPr/>
        </p:nvSpPr>
        <p:spPr>
          <a:xfrm>
            <a:off x="6536454" y="1747610"/>
            <a:ext cx="4887877" cy="3362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다음주 목표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소형 언어 모델</a:t>
            </a:r>
            <a:r>
              <a:rPr lang="en-US" altLang="ko-KR" dirty="0"/>
              <a:t>, </a:t>
            </a:r>
            <a:r>
              <a:rPr lang="ko-KR" altLang="en-US" dirty="0" err="1"/>
              <a:t>엔그램</a:t>
            </a:r>
            <a:r>
              <a:rPr lang="ko-KR" altLang="en-US" dirty="0"/>
              <a:t> 구현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초기 학습</a:t>
            </a:r>
            <a:r>
              <a:rPr lang="en-US" altLang="ko-KR" dirty="0"/>
              <a:t>, Loss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VRAM, </a:t>
            </a:r>
            <a:r>
              <a:rPr lang="ko-KR" altLang="en-US" dirty="0"/>
              <a:t>처리 속도 측정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측정 결과를 바탕으로 다음 실험 규모 결정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49288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6833</TotalTime>
  <Words>1577</Words>
  <Application>Microsoft Office PowerPoint</Application>
  <PresentationFormat>와이드스크린</PresentationFormat>
  <Paragraphs>264</Paragraphs>
  <Slides>21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Malgun Gothic</vt:lpstr>
      <vt:lpstr>Malgun Gothic</vt:lpstr>
      <vt:lpstr>Arial</vt:lpstr>
      <vt:lpstr>Office 테마</vt:lpstr>
      <vt:lpstr>Engram 조건부 메모리 분석</vt:lpstr>
      <vt:lpstr>목차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종현 김</dc:creator>
  <cp:lastModifiedBy>종현 김</cp:lastModifiedBy>
  <cp:revision>3</cp:revision>
  <cp:lastPrinted>2026-07-13T16:27:23Z</cp:lastPrinted>
  <dcterms:created xsi:type="dcterms:W3CDTF">2025-09-25T05:57:29Z</dcterms:created>
  <dcterms:modified xsi:type="dcterms:W3CDTF">2026-09-17T05:48:48Z</dcterms:modified>
</cp:coreProperties>
</file>