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8"/>
  </p:notesMasterIdLst>
  <p:handoutMasterIdLst>
    <p:handoutMasterId r:id="rId19"/>
  </p:handoutMasterIdLst>
  <p:sldIdLst>
    <p:sldId id="256" r:id="rId2"/>
    <p:sldId id="461" r:id="rId3"/>
    <p:sldId id="491" r:id="rId4"/>
    <p:sldId id="473" r:id="rId5"/>
    <p:sldId id="467" r:id="rId6"/>
    <p:sldId id="463" r:id="rId7"/>
    <p:sldId id="462" r:id="rId8"/>
    <p:sldId id="464" r:id="rId9"/>
    <p:sldId id="465" r:id="rId10"/>
    <p:sldId id="469" r:id="rId11"/>
    <p:sldId id="471" r:id="rId12"/>
    <p:sldId id="470" r:id="rId13"/>
    <p:sldId id="472" r:id="rId14"/>
    <p:sldId id="474" r:id="rId15"/>
    <p:sldId id="475" r:id="rId16"/>
    <p:sldId id="287" r:id="rId17"/>
  </p:sldIdLst>
  <p:sldSz cx="9144000" cy="5143500" type="screen16x9"/>
  <p:notesSz cx="6858000" cy="9144000"/>
  <p:embeddedFontLst>
    <p:embeddedFont>
      <p:font typeface="Cascadia Mono NF SemiLight" pitchFamily="50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bold r:id="rId26"/>
      <p:italic r:id="rId27"/>
      <p:boldItalic r:id="rId28"/>
    </p:embeddedFont>
    <p:embeddedFont>
      <p:font typeface="맑은 고딕" panose="020B0503020000020004" pitchFamily="50" charset="-127"/>
      <p:regular r:id="rId29"/>
      <p:bold r:id="rId30"/>
    </p:embeddedFont>
    <p:embeddedFont>
      <p:font typeface="페이퍼로지 1 Thin" pitchFamily="2" charset="-127"/>
      <p:regular r:id="rId31"/>
    </p:embeddedFont>
    <p:embeddedFont>
      <p:font typeface="페이퍼로지 2 ExtraLight" pitchFamily="2" charset="-127"/>
      <p:regular r:id="rId32"/>
    </p:embeddedFont>
    <p:embeddedFont>
      <p:font typeface="페이퍼로지 4 Regular" pitchFamily="2" charset="-127"/>
      <p:regular r:id="rId33"/>
    </p:embeddedFont>
    <p:embeddedFont>
      <p:font typeface="페이퍼로지 6 SemiBold" pitchFamily="2" charset="-127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61"/>
            <p14:sldId id="491"/>
            <p14:sldId id="473"/>
            <p14:sldId id="467"/>
            <p14:sldId id="463"/>
            <p14:sldId id="462"/>
            <p14:sldId id="464"/>
            <p14:sldId id="465"/>
            <p14:sldId id="469"/>
            <p14:sldId id="471"/>
            <p14:sldId id="470"/>
            <p14:sldId id="472"/>
            <p14:sldId id="474"/>
            <p14:sldId id="475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9933FF"/>
    <a:srgbClr val="ECAE14"/>
    <a:srgbClr val="F79709"/>
    <a:srgbClr val="B8A848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6330" autoAdjust="0"/>
  </p:normalViewPr>
  <p:slideViewPr>
    <p:cSldViewPr snapToGrid="0">
      <p:cViewPr varScale="1">
        <p:scale>
          <a:sx n="205" d="100"/>
          <a:sy n="205" d="100"/>
        </p:scale>
        <p:origin x="4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E9F5408-7AD3-2AFB-B7E9-5EA178EF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260B99F-23B7-9D28-74D7-8B32C48E5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24A9B4E-8E38-06DA-50CC-98E7CF3F9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3343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4052819-EA22-C0CB-1F5D-29745DE6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B49307B-CAF1-3672-1706-CF1B51629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95B48AA-59AB-8DAD-5E69-B000D18BF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98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FFB9AB8-3CDC-5BD9-AADA-D6719820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970BE16-3B6A-F696-18E6-EC9C1D856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17AE44A-DD0F-3DD6-A47E-0D648F812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770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8C77C71-FF60-3B9C-89FD-124D29F0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1528A14-901B-ECD2-8C59-49FE5761D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865F845-2AFB-8727-4DDC-2C7783766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52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EA4CA39-CCC2-9982-75CC-995FAB37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BB7AD57-A56D-615F-9D35-A17E497F5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65BCA53-756F-F3EA-D6DE-13F98A664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174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8C03E5E-9B97-61BA-0783-DF89BA60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880417B-3354-6A14-2289-47F884C99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E5734FA-F31D-E30A-F8DD-9249CC4E1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834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E01AC50-7604-EA36-7673-102DB58B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3DBF2B2-F4A6-CD62-89FA-CD3BAD2E8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ADD2B58-6963-A0BB-A6F0-0CCA00399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463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BE02024-95C3-FAF3-7799-849B8D52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948C5A9-5D1F-54D9-6F0F-AB8B8AAEE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5B9E033-589D-7EF2-AA66-58344FAC2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134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076627F-DA3F-7470-F75A-95BB90FD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A8EA85E-D001-16A1-49CD-C75769825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6DCBD8E-7D6A-BD5F-B63C-1C0C436E7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09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A4AC9DD-2CC1-2407-2CFC-0F40EC1C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492D011-B9D7-AC8D-2BDE-6CA17742D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EF2B980-8B33-4CC5-A877-EF9383F86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32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1B4CD61-5298-4C03-2B44-AC41CC0F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D0B2106-25CF-9468-072D-E8C350F5B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2EEAF74-2E28-F520-0787-A4015BC1B0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447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5D8632D-CD66-259C-AC7E-9FED6676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DA2020E-0B70-9BC5-FB81-81AABA11C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D6A12AD-24D2-E58F-3D69-F6B0AF49A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593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D063AA5-7338-68E1-2C06-C7C19DF6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4EFDEBC-17A0-5405-BBFA-87AE8996A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40C25B8-FC88-1E8B-AD21-1CA115526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310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AC63396-9E68-60D3-AE03-348379EE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FD6DCAA-6622-9814-CDD1-2F3804B7F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A8E596A-4927-53E5-0DA9-D326D20E8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532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6000"/>
              <a:t>relativity</a:t>
            </a:r>
            <a:endParaRPr sz="600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2AAE9D-C96C-4C79-9935-53F9F16B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CB0B237-3F37-C194-F8CC-4DF52B42D746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Analysis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relocation?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init_array &amp; fini_array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rela.*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PoC.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Note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E0E0971-DC87-5E44-4FBD-A98C6AFCD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B08BDE3-B01F-B44A-0928-4F434D1E48E5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55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32F9803-F4AD-B98C-297F-12186FFB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2BAD3F4-1443-900D-F164-1F1EFBE89140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8AD4057-9663-C6E8-C414-F324BB4A9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main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A8B79E-227C-4A42-BBC5-7B55C64E4E53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FBE2AAB-9128-9F5F-1F79-4E5C31A3D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2" y="963684"/>
            <a:ext cx="1406392" cy="33071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7F3D8C-6D6F-DD22-F350-0CC73972A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174" y="393320"/>
            <a:ext cx="6322942" cy="444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0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775CBBB-AC53-FDCA-9609-69B2DA01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9119DCA-2119-F26F-0CBC-2FF8AC465331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51F8BA-9956-8C71-3591-77790A1DFF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F_calc_flag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3FE718-4562-8F8B-8750-FE4DF5A9EB0D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497477C-AA92-FD8C-C4C6-988E02E6E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337" y="445742"/>
            <a:ext cx="6978663" cy="43683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C80042-4A98-5714-52EC-8C92E02CD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2" y="963684"/>
            <a:ext cx="1406392" cy="330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2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B749206-91B9-10BD-2651-6865281A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692F78C-7CD1-9E4A-2890-10AE75F57837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initF_ptrace_check(): 0x3189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initF_set_cmp_table(): 0x31d9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7ACAB7E-49F5-DAE5-B70C-00847EC62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sz="1600"/>
              <a:t>.init_array funcs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852BA2-7432-2A5B-38D9-3378B1C4E8E4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2914596-BE04-2A59-FAEC-C44248A2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1" t="13222" r="5605" b="13827"/>
          <a:stretch>
            <a:fillRect/>
          </a:stretch>
        </p:blipFill>
        <p:spPr>
          <a:xfrm>
            <a:off x="2661793" y="562597"/>
            <a:ext cx="3366473" cy="104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0E66E3C-ED4C-2F63-9DBC-9A82D76AA9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5" t="6310" r="5428" b="6119"/>
          <a:stretch>
            <a:fillRect/>
          </a:stretch>
        </p:blipFill>
        <p:spPr>
          <a:xfrm>
            <a:off x="2760133" y="1786467"/>
            <a:ext cx="4067833" cy="330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A28C7B1-B3B0-FBA3-0770-31AF61B2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72ABFF6-90C0-731B-68F6-16D0E19976A7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링크 시점에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주소를 확정할 수 없던 자리에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런타임에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사용할 값을 계산해 써넣는 과정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Why?</a:t>
            </a:r>
          </a:p>
          <a:p>
            <a:pPr marL="361950" lvl="2" indent="-184150" defTabSz="1800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extern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외부 함수를 호출하면 어케할래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foo.o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linker(In Linux: ld)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main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executable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runtime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load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Where?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Normal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B18B23D-875A-43AC-A38E-D66D943D6F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relocation?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2C8F1E6-0ECE-D929-83B3-8CC6E7729055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9DA1ECD-C151-0F93-16EB-02C05076A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30" y="1067918"/>
            <a:ext cx="516035" cy="442316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4077C5-4388-FC1C-E07D-DFD8EE903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110" y="1140625"/>
            <a:ext cx="516035" cy="296897"/>
          </a:xfrm>
          <a:prstGeom prst="rect">
            <a:avLst/>
          </a:prstGeom>
          <a:ln>
            <a:solidFill>
              <a:srgbClr val="7F7F7F"/>
            </a:solidFill>
          </a:ln>
        </p:spPr>
      </p:pic>
      <p:sp>
        <p:nvSpPr>
          <p:cNvPr id="7" name="1/2 액자 6">
            <a:extLst>
              <a:ext uri="{FF2B5EF4-FFF2-40B4-BE49-F238E27FC236}">
                <a16:creationId xmlns:a16="http://schemas.microsoft.com/office/drawing/2014/main" id="{4971FDEA-2F11-9A83-384C-F8D2078611B8}"/>
              </a:ext>
            </a:extLst>
          </p:cNvPr>
          <p:cNvSpPr/>
          <p:nvPr/>
        </p:nvSpPr>
        <p:spPr>
          <a:xfrm rot="8096294">
            <a:off x="3491733" y="1234126"/>
            <a:ext cx="103731" cy="109897"/>
          </a:xfrm>
          <a:prstGeom prst="halfFrame">
            <a:avLst/>
          </a:prstGeom>
          <a:noFill/>
          <a:ln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770295-2E88-77FE-6FA3-F20ED86A8F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66" t="18919" r="7557" b="18908"/>
          <a:stretch>
            <a:fillRect/>
          </a:stretch>
        </p:blipFill>
        <p:spPr>
          <a:xfrm>
            <a:off x="765359" y="2110751"/>
            <a:ext cx="2649306" cy="7704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757F48-57A6-D50C-950C-3F0A79415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9" y="3171594"/>
            <a:ext cx="3028950" cy="923346"/>
          </a:xfrm>
          <a:prstGeom prst="rect">
            <a:avLst/>
          </a:prstGeom>
        </p:spPr>
      </p:pic>
      <p:sp>
        <p:nvSpPr>
          <p:cNvPr id="12" name="Google Shape;169;p19">
            <a:extLst>
              <a:ext uri="{FF2B5EF4-FFF2-40B4-BE49-F238E27FC236}">
                <a16:creationId xmlns:a16="http://schemas.microsoft.com/office/drawing/2014/main" id="{2973D3C5-FE44-C8F2-EC80-96D34D810C3F}"/>
              </a:ext>
            </a:extLst>
          </p:cNvPr>
          <p:cNvSpPr txBox="1"/>
          <p:nvPr/>
        </p:nvSpPr>
        <p:spPr>
          <a:xfrm flipH="1">
            <a:off x="4572000" y="2082562"/>
            <a:ext cx="1957851" cy="1942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Abnormal </a:t>
            </a:r>
            <a:r>
              <a:rPr lang="en-US" altLang="ko-KR" sz="7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&lt;</a:t>
            </a:r>
            <a:r>
              <a:rPr lang="en-US" altLang="ko-KR" sz="7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Reversing target &gt;</a:t>
            </a:r>
            <a:endParaRPr lang="en-US" altLang="ko-KR" sz="9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874ED4-A820-80DC-B5D8-6B9499A52F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411" y="2351707"/>
            <a:ext cx="3028950" cy="15962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BFFAD85-754C-1DBA-136C-135C2F9948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411" y="4000799"/>
            <a:ext cx="3028950" cy="10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8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A5F97F2-B775-22DF-72A8-567F7C04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7E7414B-A1FB-F21B-B082-22DA422A9F03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.rela.dyn, .rela.plt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대표적으로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.rela.dyn, .rela.plt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것들이 있음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ld.so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처리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(glibc dynamic linker/loader)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endParaRPr lang="en-US" altLang="ko-KR" sz="7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ko-KR" altLang="en-US" sz="7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프로세스에 로드된 </a:t>
            </a:r>
            <a:r>
              <a:rPr lang="en-US" altLang="ko-KR" sz="700" i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ld-linux-x86-64.so.2 </a:t>
            </a:r>
            <a:r>
              <a:rPr lang="ko-KR" altLang="en-US" sz="700" i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</a:t>
            </a:r>
            <a:r>
              <a:rPr lang="en-US" altLang="ko-KR" sz="700" i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relocation </a:t>
            </a:r>
            <a:r>
              <a:rPr lang="ko-KR" altLang="en-US" sz="700" i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코드가 처리</a:t>
            </a:r>
            <a:endParaRPr lang="en-US" altLang="ko-KR" sz="700" i="1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defTabSz="180000">
              <a:buSzPts val="1600"/>
            </a:pPr>
            <a:endParaRPr lang="en-US" altLang="ko-KR" sz="700" i="1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defTabSz="180000">
              <a:buSzPts val="1600"/>
            </a:pPr>
            <a:endParaRPr lang="en-US" altLang="ko-KR" sz="7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r>
              <a:rPr lang="en-US" altLang="ko-KR" sz="700">
                <a:solidFill>
                  <a:schemeClr val="dk1"/>
                </a:solidFill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Montserrat SemiBold"/>
              </a:rPr>
              <a:t>$ readelf –r ./&lt;ELF_FILE_NAME&gt;</a:t>
            </a: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2" indent="-171450" defTabSz="180000">
              <a:buSzPts val="1600"/>
              <a:buFontTx/>
              <a:buChar char="-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defTabSz="180000">
              <a:buSzPct val="200000"/>
            </a:pPr>
            <a:endParaRPr lang="en-US" altLang="ko-KR" sz="65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8900" lvl="2" indent="-88900" defTabSz="180000">
              <a:buSzPct val="200000"/>
              <a:buFont typeface="페이퍼로지 4 Regular" pitchFamily="2" charset="-127"/>
              <a:buChar char="》"/>
            </a:pPr>
            <a:endParaRPr lang="en-US" altLang="ko-KR" sz="65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8900" lvl="2" indent="-88900" defTabSz="180000">
              <a:buSzPct val="200000"/>
              <a:buFont typeface="페이퍼로지 4 Regular" pitchFamily="2" charset="-127"/>
              <a:buChar char="》"/>
            </a:pPr>
            <a:r>
              <a:rPr lang="en-US" altLang="ko-KR" sz="6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proc &gt; </a:t>
            </a:r>
            <a:r>
              <a:rPr lang="en-US" altLang="ko-KR" sz="65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</a:t>
            </a:r>
            <a:r>
              <a:rPr lang="en-US" altLang="ko-KR" sz="6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printf &gt; printf@plt &gt; ld-resolver &gt; symbol lookup &gt; printf@got &gt; </a:t>
            </a:r>
            <a:r>
              <a:rPr lang="en-US" altLang="ko-KR" sz="65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</a:t>
            </a:r>
            <a:r>
              <a:rPr lang="en-US" altLang="ko-KR" sz="65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printf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E138A6B-0C4A-D724-71DD-05A29F0F97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Who process the relocation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E1084C1-0518-37BF-E75F-67446A196D19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EF81BCF5-F6AA-986B-25B2-742C37063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076" y="651824"/>
            <a:ext cx="3232401" cy="1437046"/>
          </a:xfrm>
          <a:prstGeom prst="rect">
            <a:avLst/>
          </a:prstGeom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2D1B4F-D8AC-1556-973D-5E26035D7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69" y="1886862"/>
            <a:ext cx="3232401" cy="952213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78D3AA-B24F-0D28-6DCA-36E275CA2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69" y="2912058"/>
            <a:ext cx="3159811" cy="593532"/>
          </a:xfrm>
          <a:prstGeom prst="rect">
            <a:avLst/>
          </a:prstGeom>
          <a:ln>
            <a:solidFill>
              <a:srgbClr val="7F7F7F"/>
            </a:solidFill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0C27810-77FA-DD02-FCF7-7718BA7BE41F}"/>
              </a:ext>
            </a:extLst>
          </p:cNvPr>
          <p:cNvCxnSpPr/>
          <p:nvPr/>
        </p:nvCxnSpPr>
        <p:spPr>
          <a:xfrm>
            <a:off x="793333" y="1846504"/>
            <a:ext cx="0" cy="1697186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EDD6BE9-9D5E-951A-3A71-8524D7D62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139" y="2248669"/>
            <a:ext cx="4489373" cy="2448342"/>
          </a:xfrm>
          <a:prstGeom prst="rect">
            <a:avLst/>
          </a:prstGeom>
          <a:ln>
            <a:solidFill>
              <a:srgbClr val="9933FF"/>
            </a:solidFill>
          </a:ln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FD18F17-EDDC-E660-1448-1D2DAC9A107C}"/>
              </a:ext>
            </a:extLst>
          </p:cNvPr>
          <p:cNvCxnSpPr>
            <a:cxnSpLocks/>
          </p:cNvCxnSpPr>
          <p:nvPr/>
        </p:nvCxnSpPr>
        <p:spPr>
          <a:xfrm flipH="1">
            <a:off x="4682169" y="1801257"/>
            <a:ext cx="820756" cy="2126256"/>
          </a:xfrm>
          <a:prstGeom prst="straightConnector1">
            <a:avLst/>
          </a:prstGeom>
          <a:ln w="952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CBF89F-7BE2-ABA9-CC4D-D1962E16D1C2}"/>
              </a:ext>
            </a:extLst>
          </p:cNvPr>
          <p:cNvCxnSpPr>
            <a:cxnSpLocks/>
          </p:cNvCxnSpPr>
          <p:nvPr/>
        </p:nvCxnSpPr>
        <p:spPr>
          <a:xfrm>
            <a:off x="5502925" y="1801257"/>
            <a:ext cx="3128552" cy="0"/>
          </a:xfrm>
          <a:prstGeom prst="line">
            <a:avLst/>
          </a:prstGeom>
          <a:ln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46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B11A9B2-1EA2-17E9-21D3-8EBBC42E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939576E-E1A1-2E38-6612-9F434CFC6B91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.init_array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initialization function pointer array</a:t>
            </a: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constructor: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프로그램의 생성자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  <a:tabLst>
                <a:tab pos="361950" algn="l"/>
              </a:tabLst>
            </a:pP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정방향 실행 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.init_array[3]={A_addr, B_addr, C_addr}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 &gt; B &gt; C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순서로 실행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accent1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.fini_array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finish function pointer array</a:t>
            </a: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destructor: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프로그램의 소멸자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역방향 실행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.fini_array[3]={A_addr, B_addr, C_addr}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 &gt; B &gt; A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순서로 실행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361950">
              <a:buSzPct val="30000"/>
              <a:buFont typeface="페이퍼로지 4 Regular" pitchFamily="2" charset="-127"/>
              <a:buChar char="○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__libc_start_main()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__cxa_atexit()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_dl_fini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등록함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08A9127-B5C6-992E-61C6-6B73AA15B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altLang="ko-KR" sz="1600"/>
              <a:t>relocation:</a:t>
            </a:r>
            <a:r>
              <a:rPr lang="ko-KR" altLang="en-US" sz="1600"/>
              <a:t>  </a:t>
            </a:r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.init_array &amp; .fini_array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9B060E8-A0C3-59BF-A514-291BA79F9270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A73072E-37B5-C26C-8822-B89E4B35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43" t="18411" r="11456" b="18231"/>
          <a:stretch>
            <a:fillRect/>
          </a:stretch>
        </p:blipFill>
        <p:spPr>
          <a:xfrm>
            <a:off x="2813049" y="571801"/>
            <a:ext cx="1433133" cy="7035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CFF53D-D194-FD86-7809-D30477A3A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395" y="1352330"/>
            <a:ext cx="4116866" cy="286291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AE40D22-3807-AEE1-009D-8569A4A74438}"/>
              </a:ext>
            </a:extLst>
          </p:cNvPr>
          <p:cNvSpPr/>
          <p:nvPr/>
        </p:nvSpPr>
        <p:spPr>
          <a:xfrm>
            <a:off x="5165410" y="1662898"/>
            <a:ext cx="3524250" cy="1397000"/>
          </a:xfrm>
          <a:prstGeom prst="rect">
            <a:avLst/>
          </a:prstGeom>
          <a:noFill/>
          <a:ln w="9525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FA2477-DD96-170D-49E1-0693D8816360}"/>
              </a:ext>
            </a:extLst>
          </p:cNvPr>
          <p:cNvSpPr/>
          <p:nvPr/>
        </p:nvSpPr>
        <p:spPr>
          <a:xfrm>
            <a:off x="5165410" y="3072598"/>
            <a:ext cx="3524250" cy="1073150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E1E89F-C246-DC45-1E72-8FDE705E9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49" y="4289769"/>
            <a:ext cx="2755436" cy="3794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7941EC9-43D7-E7C9-FAF7-1C94B7CDC5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77" t="18692" r="11968" b="19035"/>
          <a:stretch>
            <a:fillRect/>
          </a:stretch>
        </p:blipFill>
        <p:spPr>
          <a:xfrm>
            <a:off x="2813049" y="2223535"/>
            <a:ext cx="1433133" cy="6964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9479ED2-30F4-9E71-3769-1AAD249B4B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62" y="3676069"/>
            <a:ext cx="3796550" cy="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9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6B029E5-26E0-DF54-D226-3DC9CBB7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489C79C-0C5A-E313-AF31-9D567E70E84A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.init_array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정방향 실행 확인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rcx: base+0x5d80 (rcx: curr_init_array_ptr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(uint64_t *)init_array;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정도로 해석 가능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r14: rcx + 8 (r14: &amp;(uint64_t *)rcx[i+1]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정도로 해석 가능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base+0x3189)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 r14: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변수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next_init_array_ptr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정도로 해석 가능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.fini_array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함수가 하나라 역방향은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pass~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6A1B15D-FAFE-CB2D-C5AB-7B8162E7A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PoC.  .init_array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A1B53F-0444-3B37-DDE2-CD94DCEC754F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3AE252D-1445-6267-EF83-FC4BDF7BC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02" y="1670820"/>
            <a:ext cx="5507547" cy="23550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87110A-5617-7A4D-9D76-3AB424F98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2" y="952500"/>
            <a:ext cx="2887748" cy="1298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93D609-B326-AA39-3058-B6E8A3E3F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124" y="2628122"/>
            <a:ext cx="2810081" cy="87473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57535E-1E2D-1DE4-1AA4-FBBF0ACD5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124" y="2488246"/>
            <a:ext cx="2810081" cy="83504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BD5811-76FA-403F-59EC-CC916CEBF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126" y="2351267"/>
            <a:ext cx="2810081" cy="76639"/>
          </a:xfrm>
          <a:prstGeom prst="rect">
            <a:avLst/>
          </a:prstGeom>
          <a:ln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419595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727F3D6-7855-D372-354D-366A4F4D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E058035-4ECC-931A-B179-15EBB4BD3702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784C689-22C7-394C-1FE4-EE592B05E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relativity :: .init_array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8142ECB-0990-EFE4-40EB-A6FF53EEE1B4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3FC58C1-9A2B-179F-79E6-3C6E1701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1" y="724858"/>
            <a:ext cx="4078376" cy="13468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8F3665-B56D-B086-0BAC-F55FB7373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1" y="2633900"/>
            <a:ext cx="3080607" cy="18700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4FD084-A198-95CB-4ADC-F5CF8EFC6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584" y="3334950"/>
            <a:ext cx="4296466" cy="11397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A1F38E-66A3-23EA-924A-BF97AEDB1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986" y="625115"/>
            <a:ext cx="3533701" cy="256386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180010F-52DF-420F-9D8F-CB46C3D8F466}"/>
              </a:ext>
            </a:extLst>
          </p:cNvPr>
          <p:cNvSpPr/>
          <p:nvPr/>
        </p:nvSpPr>
        <p:spPr>
          <a:xfrm>
            <a:off x="837591" y="1038225"/>
            <a:ext cx="2962884" cy="347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A43DDF-19A0-F7E0-0BDE-2412338A93BA}"/>
              </a:ext>
            </a:extLst>
          </p:cNvPr>
          <p:cNvSpPr/>
          <p:nvPr/>
        </p:nvSpPr>
        <p:spPr>
          <a:xfrm>
            <a:off x="837590" y="3824289"/>
            <a:ext cx="3080606" cy="95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55CC94-7451-7B77-639F-6B7F669FAAB3}"/>
              </a:ext>
            </a:extLst>
          </p:cNvPr>
          <p:cNvSpPr/>
          <p:nvPr/>
        </p:nvSpPr>
        <p:spPr>
          <a:xfrm>
            <a:off x="6734175" y="3919539"/>
            <a:ext cx="1443038" cy="447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B5A919-D118-EAB4-60AB-292E5D41B925}"/>
              </a:ext>
            </a:extLst>
          </p:cNvPr>
          <p:cNvSpPr/>
          <p:nvPr/>
        </p:nvSpPr>
        <p:spPr>
          <a:xfrm>
            <a:off x="6476999" y="847724"/>
            <a:ext cx="804863" cy="114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F052DE4-8658-939D-0D56-09B00654FC56}"/>
              </a:ext>
            </a:extLst>
          </p:cNvPr>
          <p:cNvCxnSpPr/>
          <p:nvPr/>
        </p:nvCxnSpPr>
        <p:spPr>
          <a:xfrm>
            <a:off x="3771900" y="1176338"/>
            <a:ext cx="16002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65F7BDF-22C4-FBAF-4663-D8BA86C2FD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66" t="18919" r="7557" b="18908"/>
          <a:stretch>
            <a:fillRect/>
          </a:stretch>
        </p:blipFill>
        <p:spPr>
          <a:xfrm>
            <a:off x="805801" y="1696415"/>
            <a:ext cx="2649306" cy="77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8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01272D9-1EAE-A5F7-B202-0BF9C34B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E589BCD-1DA3-480D-27E1-08611831DC61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rela.plt:</a:t>
            </a:r>
            <a:r>
              <a:rPr lang="ko-KR" altLang="en-US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got </a:t>
            </a:r>
            <a:r>
              <a:rPr lang="ko-KR" altLang="en-US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슬롯을 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relocation </a:t>
            </a:r>
            <a:r>
              <a:rPr lang="ko-KR" altLang="en-US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대상으로 삼음 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(base+0x5fa8 </a:t>
            </a:r>
            <a:r>
              <a:rPr lang="ko-KR" altLang="en-US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주소의 값을 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puts@GLIBC... </a:t>
            </a:r>
            <a:r>
              <a:rPr lang="ko-KR" altLang="en-US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주소로 재배치</a:t>
            </a:r>
            <a:r>
              <a:rPr lang="en-US" altLang="ko-KR" sz="5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5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라기보다는 기입</a:t>
            </a:r>
            <a:r>
              <a:rPr lang="en-US" altLang="ko-KR" sz="5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R_X86_64_JUMP_SLOT</a:t>
            </a:r>
            <a:r>
              <a:rPr lang="en-US" altLang="ko-KR" sz="9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E9B827B-685C-51C7-976E-80CA8FA0F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rela.dyn, rela.plt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4B63951-3ED9-4370-C81C-4CE3D3422062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ADA7C2D-9D6A-6B56-ABE4-7D0E397D6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1" y="2266376"/>
            <a:ext cx="4135522" cy="22981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DAFB21-BDED-3781-0C2C-DE4C0EE7C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1" y="724858"/>
            <a:ext cx="3639159" cy="12018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634456-8B43-C701-8149-491C5BE69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410" y="724858"/>
            <a:ext cx="3690999" cy="6052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431B3F-678A-A188-486F-AB6632194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4168" y="2266376"/>
            <a:ext cx="4048127" cy="723863"/>
          </a:xfrm>
          <a:prstGeom prst="rect">
            <a:avLst/>
          </a:prstGeom>
          <a:ln>
            <a:solidFill>
              <a:srgbClr val="7F7F7F"/>
            </a:solidFill>
          </a:ln>
        </p:spPr>
      </p:pic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94854EDB-5410-EA32-6E4E-B5256B31A766}"/>
              </a:ext>
            </a:extLst>
          </p:cNvPr>
          <p:cNvSpPr/>
          <p:nvPr/>
        </p:nvSpPr>
        <p:spPr>
          <a:xfrm>
            <a:off x="2277308" y="2452687"/>
            <a:ext cx="437317" cy="452438"/>
          </a:xfrm>
          <a:prstGeom prst="rightBrace">
            <a:avLst>
              <a:gd name="adj1" fmla="val 8333"/>
              <a:gd name="adj2" fmla="val 47895"/>
            </a:avLst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079E0A-1E23-701D-A7C5-64E4ED8AD588}"/>
              </a:ext>
            </a:extLst>
          </p:cNvPr>
          <p:cNvSpPr/>
          <p:nvPr/>
        </p:nvSpPr>
        <p:spPr>
          <a:xfrm>
            <a:off x="837591" y="1369316"/>
            <a:ext cx="3639158" cy="439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8C93A5B-28B6-9DBD-D585-0FA4B1DAA6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3850" y="3109274"/>
            <a:ext cx="3167627" cy="1408249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BC2BED-34EB-936E-533B-4805DE02E581}"/>
              </a:ext>
            </a:extLst>
          </p:cNvPr>
          <p:cNvSpPr/>
          <p:nvPr/>
        </p:nvSpPr>
        <p:spPr>
          <a:xfrm>
            <a:off x="4615409" y="718188"/>
            <a:ext cx="3690999" cy="61191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5F6D47-E49F-66BF-C7D8-38E42B5558E6}"/>
              </a:ext>
            </a:extLst>
          </p:cNvPr>
          <p:cNvSpPr/>
          <p:nvPr/>
        </p:nvSpPr>
        <p:spPr>
          <a:xfrm>
            <a:off x="837590" y="4056273"/>
            <a:ext cx="4135521" cy="399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5928D4-B1F0-114C-6741-DF61726699FC}"/>
              </a:ext>
            </a:extLst>
          </p:cNvPr>
          <p:cNvSpPr/>
          <p:nvPr/>
        </p:nvSpPr>
        <p:spPr>
          <a:xfrm>
            <a:off x="837588" y="3562669"/>
            <a:ext cx="4135521" cy="4936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09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B7A466D-B685-F2AB-DE50-A565243A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15C55AD-812A-6473-AE8F-899C99A6DFB3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특이점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패턴이 있음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(Elf64_Rela 3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Elf64_Rela 1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생성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= custom chain:  .rela.tivity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Addend: 0x6798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Offset: 0x778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Symbol addr + Addend – Offset = 0 + 0x6798 – 0x778</a:t>
            </a: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Elf64_Rela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구조체 해석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base+0x778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주소에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Addend-Offset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작성하라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반복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361950" lvl="2" indent="-184150" defTabSz="180000">
              <a:buSzPct val="30000"/>
              <a:buFont typeface="페이퍼로지 4 Regular" pitchFamily="2" charset="-127"/>
              <a:buChar char="○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R_X86_64_PC32: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write_value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2B2ED09-0652-044E-5C9E-6EC3B88F28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.rela.tivity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F732E07-4567-3814-0520-CF8D599BD096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D299F69-DA2B-4B58-8FF4-B950338B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77" y="2398070"/>
            <a:ext cx="3239783" cy="25730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F9FE6A-DA0E-B235-71FA-E5A61EF05CED}"/>
              </a:ext>
            </a:extLst>
          </p:cNvPr>
          <p:cNvSpPr txBox="1"/>
          <p:nvPr/>
        </p:nvSpPr>
        <p:spPr>
          <a:xfrm>
            <a:off x="4114798" y="2398070"/>
            <a:ext cx="4267201" cy="252376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.rela.tivity entry: 0x730</a:t>
            </a: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0x730 + (24byte * 3) = 0x788</a:t>
            </a: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base + 0x788: 4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번째 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Elf64_Rela 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구조체 시작 주소</a:t>
            </a:r>
            <a:endParaRPr lang="en-US" altLang="ko-KR" sz="800">
              <a:latin typeface="페이퍼로지 4 Regular" pitchFamily="2" charset="-127"/>
              <a:ea typeface="페이퍼로지 4 Regular" pitchFamily="2" charset="-127"/>
            </a:endParaRPr>
          </a:p>
          <a:p>
            <a:endParaRPr lang="en-US" altLang="ko-KR" sz="40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1,2,3 Elf64_Rela 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구조체를 이용해</a:t>
            </a:r>
            <a:endParaRPr lang="en-US" altLang="ko-KR" sz="80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Runtime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에 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번째 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Elf64_Rela 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</a:rPr>
              <a:t>구조체의 멤버 변수를 채움 </a:t>
            </a:r>
            <a:r>
              <a:rPr lang="en-US" altLang="ko-KR" sz="6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6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반복</a:t>
            </a:r>
            <a:endParaRPr lang="en-US" altLang="ko-KR" sz="800">
              <a:latin typeface="페이퍼로지 4 Regular" pitchFamily="2" charset="-127"/>
              <a:ea typeface="페이퍼로지 4 Regular" pitchFamily="2" charset="-127"/>
            </a:endParaRPr>
          </a:p>
          <a:p>
            <a:endParaRPr lang="en-US" altLang="ko-KR" sz="40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base+0x778: r_offset = 0x6020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base+0x780: r_info = 2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base+0x788: r_addend = 0x6054</a:t>
            </a:r>
          </a:p>
          <a:p>
            <a:endParaRPr lang="en-US" altLang="ko-KR" sz="6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4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번째 구조체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형태</a:t>
            </a:r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typedef</a:t>
            </a:r>
            <a:r>
              <a:rPr lang="ko-KR" altLang="en-US" sz="800">
                <a:latin typeface="Cascadia Mono NF SemiLight" pitchFamily="50" charset="0"/>
                <a:ea typeface="페이퍼로지 4 Regular" pitchFamily="2" charset="-127"/>
                <a:cs typeface="Cascadia Mono NF SemiLight" pitchFamily="50" charset="0"/>
                <a:sym typeface="Wingdings" panose="05000000000000000000" pitchFamily="2" charset="2"/>
              </a:rPr>
              <a:t> </a:t>
            </a:r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struct</a:t>
            </a:r>
            <a:r>
              <a:rPr lang="ko-KR" altLang="en-US" sz="800">
                <a:latin typeface="Cascadia Mono NF SemiLight" pitchFamily="50" charset="0"/>
                <a:ea typeface="페이퍼로지 4 Regular" pitchFamily="2" charset="-127"/>
                <a:cs typeface="Cascadia Mono NF SemiLight" pitchFamily="50" charset="0"/>
                <a:sym typeface="Wingdings" panose="05000000000000000000" pitchFamily="2" charset="2"/>
              </a:rPr>
              <a:t> </a:t>
            </a:r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{</a:t>
            </a:r>
          </a:p>
          <a:p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    r_offset = 0x6020</a:t>
            </a:r>
          </a:p>
          <a:p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    r_info = 2</a:t>
            </a:r>
          </a:p>
          <a:p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    r_addend = 0x6054</a:t>
            </a:r>
          </a:p>
          <a:p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} // </a:t>
            </a:r>
            <a:r>
              <a:rPr lang="ko-KR" altLang="en-US" sz="800">
                <a:latin typeface="Cascadia Mono NF SemiLight" pitchFamily="50" charset="0"/>
                <a:ea typeface="페이퍼로지 4 Regular" pitchFamily="2" charset="-127"/>
                <a:cs typeface="Cascadia Mono NF SemiLight" pitchFamily="50" charset="0"/>
                <a:sym typeface="Wingdings" panose="05000000000000000000" pitchFamily="2" charset="2"/>
              </a:rPr>
              <a:t>동작 시 </a:t>
            </a:r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0x6020</a:t>
            </a:r>
            <a:r>
              <a:rPr lang="ko-KR" altLang="en-US" sz="800">
                <a:latin typeface="Cascadia Mono NF SemiLight" pitchFamily="50" charset="0"/>
                <a:ea typeface="페이퍼로지 4 Regular" pitchFamily="2" charset="-127"/>
                <a:cs typeface="Cascadia Mono NF SemiLight" pitchFamily="50" charset="0"/>
                <a:sym typeface="Wingdings" panose="05000000000000000000" pitchFamily="2" charset="2"/>
              </a:rPr>
              <a:t>에 </a:t>
            </a:r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0x6054-0x6020 </a:t>
            </a:r>
            <a:r>
              <a:rPr lang="ko-KR" altLang="en-US" sz="800">
                <a:latin typeface="Cascadia Mono NF SemiLight" pitchFamily="50" charset="0"/>
                <a:ea typeface="페이퍼로지 4 Regular" pitchFamily="2" charset="-127"/>
                <a:cs typeface="Cascadia Mono NF SemiLight" pitchFamily="50" charset="0"/>
                <a:sym typeface="Wingdings" panose="05000000000000000000" pitchFamily="2" charset="2"/>
              </a:rPr>
              <a:t>작성</a:t>
            </a:r>
            <a:r>
              <a:rPr lang="en-US" altLang="ko-KR" sz="800">
                <a:latin typeface="Cascadia Mono NF SemiLight" pitchFamily="50" charset="0"/>
                <a:ea typeface="Cascadia Mono NF SemiLight" pitchFamily="50" charset="0"/>
                <a:cs typeface="Cascadia Mono NF SemiLight" pitchFamily="50" charset="0"/>
                <a:sym typeface="Wingdings" panose="05000000000000000000" pitchFamily="2" charset="2"/>
              </a:rPr>
              <a:t>: 0x34</a:t>
            </a:r>
          </a:p>
          <a:p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해당 패턴이 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100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개가 더 있음 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+ 0x6020</a:t>
            </a:r>
            <a:r>
              <a:rPr lang="ko-KR" altLang="en-US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은 중요한 테이블임</a:t>
            </a:r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&gt; PoC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94D6EDB-E5EB-4559-97F2-ADA3CADC1BB8}"/>
              </a:ext>
            </a:extLst>
          </p:cNvPr>
          <p:cNvCxnSpPr>
            <a:cxnSpLocks/>
          </p:cNvCxnSpPr>
          <p:nvPr/>
        </p:nvCxnSpPr>
        <p:spPr>
          <a:xfrm flipV="1">
            <a:off x="3213100" y="2749550"/>
            <a:ext cx="965200" cy="76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E1FD8C-108B-FD79-6A84-0A2F270CBAF0}"/>
              </a:ext>
            </a:extLst>
          </p:cNvPr>
          <p:cNvSpPr/>
          <p:nvPr/>
        </p:nvSpPr>
        <p:spPr>
          <a:xfrm>
            <a:off x="580377" y="2545768"/>
            <a:ext cx="3239783" cy="315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7CC8C8-B81F-2BFE-0F5F-A624CC715E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66" t="18919" r="7557" b="18908"/>
          <a:stretch>
            <a:fillRect/>
          </a:stretch>
        </p:blipFill>
        <p:spPr>
          <a:xfrm>
            <a:off x="5934259" y="996723"/>
            <a:ext cx="2649306" cy="7704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E181B4-DAFC-2C07-F35C-D60D84D4B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516" y="3684600"/>
            <a:ext cx="1956148" cy="507703"/>
          </a:xfrm>
          <a:prstGeom prst="rect">
            <a:avLst/>
          </a:prstGeom>
          <a:ln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291162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1182D26-A709-56E0-8DC7-CC19024C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998263F-B4E4-7504-19F7-3B0BB643A276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Runtime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8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base+0x6020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119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52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 변경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(0x34)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9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A37423A-43A1-EAB5-B97E-8D6233BF4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PoC. 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7ECB6F-3340-E7B5-2FE8-2DAD7DF8D797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7A44DDB-217C-2195-2E2C-9F7B9025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21" y="579009"/>
            <a:ext cx="5053516" cy="144863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06294B8-3871-2DED-985D-F8FD59FEDBC2}"/>
              </a:ext>
            </a:extLst>
          </p:cNvPr>
          <p:cNvSpPr/>
          <p:nvPr/>
        </p:nvSpPr>
        <p:spPr>
          <a:xfrm>
            <a:off x="451821" y="1272992"/>
            <a:ext cx="1059479" cy="209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D66612-9D7A-6837-380D-701D6543204D}"/>
              </a:ext>
            </a:extLst>
          </p:cNvPr>
          <p:cNvSpPr/>
          <p:nvPr/>
        </p:nvSpPr>
        <p:spPr>
          <a:xfrm>
            <a:off x="3054350" y="1567146"/>
            <a:ext cx="1131932" cy="115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729B80-B267-C631-AC82-C9C0ECE87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110" y="2040339"/>
            <a:ext cx="2673777" cy="3398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4F4544-B665-A052-A7B1-41B5AF7C8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944" y="2454335"/>
            <a:ext cx="3377229" cy="1158692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B3B8ED-4B8E-798C-2849-0736BF814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8" y="2453209"/>
            <a:ext cx="3377230" cy="1158692"/>
          </a:xfrm>
          <a:prstGeom prst="rect">
            <a:avLst/>
          </a:prstGeom>
          <a:ln>
            <a:solidFill>
              <a:srgbClr val="7F7F7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689242-5637-5D78-DC10-81B26103E6F1}"/>
              </a:ext>
            </a:extLst>
          </p:cNvPr>
          <p:cNvSpPr txBox="1"/>
          <p:nvPr/>
        </p:nvSpPr>
        <p:spPr>
          <a:xfrm>
            <a:off x="1936407" y="3593632"/>
            <a:ext cx="15811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9933FF"/>
                </a:solidFill>
              </a:rPr>
              <a:t>before. reloc</a:t>
            </a:r>
            <a:endParaRPr lang="ko-KR" altLang="en-US" sz="800">
              <a:solidFill>
                <a:srgbClr val="9933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7CB58-B6FB-E486-E649-4885DFE95A7D}"/>
              </a:ext>
            </a:extLst>
          </p:cNvPr>
          <p:cNvSpPr txBox="1"/>
          <p:nvPr/>
        </p:nvSpPr>
        <p:spPr>
          <a:xfrm>
            <a:off x="5769923" y="3594758"/>
            <a:ext cx="15811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9933FF"/>
                </a:solidFill>
              </a:rPr>
              <a:t>after. reloc</a:t>
            </a:r>
            <a:endParaRPr lang="ko-KR" altLang="en-US" sz="800">
              <a:solidFill>
                <a:srgbClr val="9933FF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C46AC-AD19-BF66-8F98-E039E942F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378" y="3788182"/>
            <a:ext cx="3674641" cy="1307284"/>
          </a:xfrm>
          <a:prstGeom prst="rect">
            <a:avLst/>
          </a:prstGeom>
          <a:ln>
            <a:solidFill>
              <a:srgbClr val="7F7F7F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930F8EA-096A-7382-FC20-6B3ADAB66476}"/>
              </a:ext>
            </a:extLst>
          </p:cNvPr>
          <p:cNvSpPr txBox="1"/>
          <p:nvPr/>
        </p:nvSpPr>
        <p:spPr>
          <a:xfrm>
            <a:off x="1934004" y="3960249"/>
            <a:ext cx="15811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9933FF"/>
                </a:solidFill>
              </a:rPr>
              <a:t>Hardcoded cmp_table</a:t>
            </a:r>
            <a:endParaRPr lang="ko-KR" altLang="en-US" sz="800">
              <a:solidFill>
                <a:srgbClr val="9933FF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822846-69F6-A551-0342-D074E8AA6D48}"/>
              </a:ext>
            </a:extLst>
          </p:cNvPr>
          <p:cNvSpPr/>
          <p:nvPr/>
        </p:nvSpPr>
        <p:spPr>
          <a:xfrm>
            <a:off x="5409105" y="3488969"/>
            <a:ext cx="3377228" cy="71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</a:rPr>
              <a:t>i.e.) </a:t>
            </a:r>
            <a:r>
              <a:rPr lang="ko-KR" altLang="en-US" sz="8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</a:rPr>
              <a:t>동작시키지 않으면 </a:t>
            </a:r>
            <a:r>
              <a:rPr lang="en-US" altLang="ko-KR" sz="8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</a:rPr>
              <a:t>cmp_table</a:t>
            </a:r>
            <a:r>
              <a:rPr lang="ko-KR" altLang="en-US" sz="8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</a:rPr>
              <a:t>을 온전히 확보할 수 없음</a:t>
            </a:r>
          </a:p>
        </p:txBody>
      </p:sp>
    </p:spTree>
    <p:extLst>
      <p:ext uri="{BB962C8B-B14F-4D97-AF65-F5344CB8AC3E}">
        <p14:creationId xmlns:p14="http://schemas.microsoft.com/office/powerpoint/2010/main" val="77516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D8F755-1C24-3DE6-D1FF-3022356F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95E5495-F89A-62C5-B8DB-2CAAAA1E6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7" y="433042"/>
            <a:ext cx="6978663" cy="4368392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20CE26D-522C-7C6E-4CF4-A27AFBD90EC1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relocated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cmp_table gatcha!!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그냥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(cmp_table[i] + i*i) &amp; 0xFF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면 됨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DC88C6D-825A-84DB-E543-97559E87B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2" y="48034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Note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5BBC62-F66E-E050-BC33-22997AB72A7B}"/>
              </a:ext>
            </a:extLst>
          </p:cNvPr>
          <p:cNvCxnSpPr/>
          <p:nvPr/>
        </p:nvCxnSpPr>
        <p:spPr>
          <a:xfrm>
            <a:off x="451821" y="50602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07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7759260-6BDE-361A-8F13-6E8065B7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6ED5CD0-6D96-F83B-2A6D-91554837E36F}"/>
              </a:ext>
            </a:extLst>
          </p:cNvPr>
          <p:cNvSpPr txBox="1"/>
          <p:nvPr/>
        </p:nvSpPr>
        <p:spPr>
          <a:xfrm flipH="1">
            <a:off x="512522" y="579009"/>
            <a:ext cx="8118955" cy="444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2882301-9682-5851-3F8F-6F7D46FB4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523" y="48034"/>
            <a:ext cx="2725978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Script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EFC7C4-1B0F-FA76-0F04-E64E25AF45BA}"/>
              </a:ext>
            </a:extLst>
          </p:cNvPr>
          <p:cNvCxnSpPr>
            <a:cxnSpLocks/>
          </p:cNvCxnSpPr>
          <p:nvPr/>
        </p:nvCxnSpPr>
        <p:spPr>
          <a:xfrm>
            <a:off x="451821" y="506025"/>
            <a:ext cx="2869229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4D0E797-A9AC-E552-04CA-7089A4AD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4" t="3457" r="7271" b="3457"/>
          <a:stretch>
            <a:fillRect/>
          </a:stretch>
        </p:blipFill>
        <p:spPr>
          <a:xfrm>
            <a:off x="3429002" y="48034"/>
            <a:ext cx="2533648" cy="50140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2D5C78-006B-D8C6-824C-4F2049B0A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7316"/>
            <a:ext cx="9144000" cy="272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9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5484</TotalTime>
  <Words>711</Words>
  <Application>Microsoft Office PowerPoint</Application>
  <PresentationFormat>화면 슬라이드 쇼(16:9)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페이퍼로지 1 Thin</vt:lpstr>
      <vt:lpstr>Arial</vt:lpstr>
      <vt:lpstr>Wingdings</vt:lpstr>
      <vt:lpstr>페이퍼로지 2 ExtraLight</vt:lpstr>
      <vt:lpstr>페이퍼로지 4 Regular</vt:lpstr>
      <vt:lpstr>Montserrat Medium</vt:lpstr>
      <vt:lpstr>Montserrat</vt:lpstr>
      <vt:lpstr>Cascadia Mono NF SemiLight</vt:lpstr>
      <vt:lpstr>페이퍼로지 6 SemiBold</vt:lpstr>
      <vt:lpstr>맑은 고딕</vt:lpstr>
      <vt:lpstr>Energy Infographics by Slidesgo</vt:lpstr>
      <vt:lpstr>relativity</vt:lpstr>
      <vt:lpstr>Overview</vt:lpstr>
      <vt:lpstr>main</vt:lpstr>
      <vt:lpstr>F_calc_flag</vt:lpstr>
      <vt:lpstr>.init_array funcs</vt:lpstr>
      <vt:lpstr>relocation?</vt:lpstr>
      <vt:lpstr>Who process the relocation</vt:lpstr>
      <vt:lpstr>relocation:  .init_array &amp; .fini_array</vt:lpstr>
      <vt:lpstr>PoC.  .init_array</vt:lpstr>
      <vt:lpstr>relativity :: .init_array</vt:lpstr>
      <vt:lpstr>rela.dyn, rela.plt</vt:lpstr>
      <vt:lpstr>.rela.tivity</vt:lpstr>
      <vt:lpstr>PoC. </vt:lpstr>
      <vt:lpstr>Note</vt:lpstr>
      <vt:lpstr>Script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1015</cp:revision>
  <dcterms:created xsi:type="dcterms:W3CDTF">2026-02-25T09:00:40Z</dcterms:created>
  <dcterms:modified xsi:type="dcterms:W3CDTF">2026-09-10T08:26:46Z</dcterms:modified>
</cp:coreProperties>
</file>